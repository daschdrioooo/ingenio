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376" r:id="rId2"/>
    <p:sldId id="519" r:id="rId3"/>
    <p:sldId id="520" r:id="rId4"/>
    <p:sldId id="599" r:id="rId5"/>
    <p:sldId id="600" r:id="rId6"/>
    <p:sldId id="601" r:id="rId7"/>
    <p:sldId id="602" r:id="rId8"/>
    <p:sldId id="561" r:id="rId9"/>
    <p:sldId id="603" r:id="rId10"/>
    <p:sldId id="394" r:id="rId11"/>
    <p:sldId id="511" r:id="rId12"/>
    <p:sldId id="510" r:id="rId13"/>
    <p:sldId id="498" r:id="rId14"/>
    <p:sldId id="509" r:id="rId15"/>
    <p:sldId id="508" r:id="rId16"/>
    <p:sldId id="392" r:id="rId17"/>
    <p:sldId id="604" r:id="rId18"/>
    <p:sldId id="513" r:id="rId19"/>
    <p:sldId id="514" r:id="rId20"/>
    <p:sldId id="499" r:id="rId21"/>
    <p:sldId id="379" r:id="rId22"/>
    <p:sldId id="500" r:id="rId23"/>
    <p:sldId id="507" r:id="rId24"/>
    <p:sldId id="501" r:id="rId25"/>
    <p:sldId id="505" r:id="rId26"/>
    <p:sldId id="506" r:id="rId27"/>
    <p:sldId id="607" r:id="rId28"/>
    <p:sldId id="504" r:id="rId29"/>
    <p:sldId id="502" r:id="rId30"/>
    <p:sldId id="503" r:id="rId31"/>
    <p:sldId id="606" r:id="rId32"/>
    <p:sldId id="605" r:id="rId33"/>
    <p:sldId id="515" r:id="rId34"/>
    <p:sldId id="516"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BAE947"/>
    <a:srgbClr val="222A35"/>
    <a:srgbClr val="FF3399"/>
    <a:srgbClr val="F4740A"/>
    <a:srgbClr val="FFCE33"/>
    <a:srgbClr val="00B050"/>
    <a:srgbClr val="CC6600"/>
    <a:srgbClr val="009242"/>
    <a:srgbClr val="FFE3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3941E0-230F-4C12-955D-5C0DE614AD06}" v="5409" dt="2023-10-31T18:28:03.3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7" autoAdjust="0"/>
    <p:restoredTop sz="86563" autoAdjust="0"/>
  </p:normalViewPr>
  <p:slideViewPr>
    <p:cSldViewPr snapToGrid="0">
      <p:cViewPr varScale="1">
        <p:scale>
          <a:sx n="88" d="100"/>
          <a:sy n="88" d="100"/>
        </p:scale>
        <p:origin x="2334" y="306"/>
      </p:cViewPr>
      <p:guideLst>
        <p:guide orient="horz" pos="2160"/>
        <p:guide pos="2880"/>
      </p:guideLst>
    </p:cSldViewPr>
  </p:slideViewPr>
  <p:notesTextViewPr>
    <p:cViewPr>
      <p:scale>
        <a:sx n="75" d="100"/>
        <a:sy n="75" d="100"/>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Allott" userId="eb87138137533bf5" providerId="LiveId" clId="{1ABD19BC-8149-4DAC-A66C-83DC68FD0B06}"/>
    <pc:docChg chg="modSld">
      <pc:chgData name="Sarah Allott" userId="eb87138137533bf5" providerId="LiveId" clId="{1ABD19BC-8149-4DAC-A66C-83DC68FD0B06}" dt="2023-10-06T15:55:22.999" v="0"/>
      <pc:docMkLst>
        <pc:docMk/>
      </pc:docMkLst>
      <pc:sldChg chg="addSp modSp">
        <pc:chgData name="Sarah Allott" userId="eb87138137533bf5" providerId="LiveId" clId="{1ABD19BC-8149-4DAC-A66C-83DC68FD0B06}" dt="2023-10-06T15:55:22.999" v="0"/>
        <pc:sldMkLst>
          <pc:docMk/>
          <pc:sldMk cId="2912112723" sldId="376"/>
        </pc:sldMkLst>
        <pc:spChg chg="add mod">
          <ac:chgData name="Sarah Allott" userId="eb87138137533bf5" providerId="LiveId" clId="{1ABD19BC-8149-4DAC-A66C-83DC68FD0B06}" dt="2023-10-06T15:55:22.999" v="0"/>
          <ac:spMkLst>
            <pc:docMk/>
            <pc:sldMk cId="2912112723" sldId="376"/>
            <ac:spMk id="5" creationId="{B8322E13-1D65-347D-93F2-04EEE2F7D927}"/>
          </ac:spMkLst>
        </pc:spChg>
      </pc:sldChg>
    </pc:docChg>
  </pc:docChgLst>
  <pc:docChgLst>
    <pc:chgData name="Sarah Allott" userId="eb87138137533bf5" providerId="LiveId" clId="{B83941E0-230F-4C12-955D-5C0DE614AD06}"/>
    <pc:docChg chg="undo redo custSel addSld delSld modSld sldOrd">
      <pc:chgData name="Sarah Allott" userId="eb87138137533bf5" providerId="LiveId" clId="{B83941E0-230F-4C12-955D-5C0DE614AD06}" dt="2023-10-31T18:30:00.231" v="12635" actId="47"/>
      <pc:docMkLst>
        <pc:docMk/>
      </pc:docMkLst>
      <pc:sldChg chg="del">
        <pc:chgData name="Sarah Allott" userId="eb87138137533bf5" providerId="LiveId" clId="{B83941E0-230F-4C12-955D-5C0DE614AD06}" dt="2023-10-28T14:08:28.501" v="448" actId="47"/>
        <pc:sldMkLst>
          <pc:docMk/>
          <pc:sldMk cId="1905888304" sldId="261"/>
        </pc:sldMkLst>
      </pc:sldChg>
      <pc:sldChg chg="add del">
        <pc:chgData name="Sarah Allott" userId="eb87138137533bf5" providerId="LiveId" clId="{B83941E0-230F-4C12-955D-5C0DE614AD06}" dt="2023-10-31T18:08:34.219" v="11863" actId="47"/>
        <pc:sldMkLst>
          <pc:docMk/>
          <pc:sldMk cId="3211131489" sldId="262"/>
        </pc:sldMkLst>
      </pc:sldChg>
      <pc:sldChg chg="del">
        <pc:chgData name="Sarah Allott" userId="eb87138137533bf5" providerId="LiveId" clId="{B83941E0-230F-4C12-955D-5C0DE614AD06}" dt="2023-10-28T14:07:01.444" v="394" actId="47"/>
        <pc:sldMkLst>
          <pc:docMk/>
          <pc:sldMk cId="3722783127" sldId="263"/>
        </pc:sldMkLst>
      </pc:sldChg>
      <pc:sldChg chg="modSp mod">
        <pc:chgData name="Sarah Allott" userId="eb87138137533bf5" providerId="LiveId" clId="{B83941E0-230F-4C12-955D-5C0DE614AD06}" dt="2023-10-28T14:36:55.471" v="3163" actId="20577"/>
        <pc:sldMkLst>
          <pc:docMk/>
          <pc:sldMk cId="2369016465" sldId="264"/>
        </pc:sldMkLst>
        <pc:spChg chg="mod">
          <ac:chgData name="Sarah Allott" userId="eb87138137533bf5" providerId="LiveId" clId="{B83941E0-230F-4C12-955D-5C0DE614AD06}" dt="2023-10-28T14:36:55.471" v="3163" actId="20577"/>
          <ac:spMkLst>
            <pc:docMk/>
            <pc:sldMk cId="2369016465" sldId="264"/>
            <ac:spMk id="6" creationId="{FFE0C23D-2A4B-8BFA-E2BB-5C62F2994723}"/>
          </ac:spMkLst>
        </pc:spChg>
        <pc:spChg chg="mod">
          <ac:chgData name="Sarah Allott" userId="eb87138137533bf5" providerId="LiveId" clId="{B83941E0-230F-4C12-955D-5C0DE614AD06}" dt="2023-10-28T14:05:12.558" v="229" actId="20577"/>
          <ac:spMkLst>
            <pc:docMk/>
            <pc:sldMk cId="2369016465" sldId="264"/>
            <ac:spMk id="14" creationId="{D9654CA5-42A9-5125-696E-FA383CEBD1A2}"/>
          </ac:spMkLst>
        </pc:spChg>
      </pc:sldChg>
      <pc:sldChg chg="delSp modSp mod">
        <pc:chgData name="Sarah Allott" userId="eb87138137533bf5" providerId="LiveId" clId="{B83941E0-230F-4C12-955D-5C0DE614AD06}" dt="2023-10-31T18:08:40.040" v="11881" actId="20577"/>
        <pc:sldMkLst>
          <pc:docMk/>
          <pc:sldMk cId="2912112723" sldId="376"/>
        </pc:sldMkLst>
        <pc:spChg chg="mod">
          <ac:chgData name="Sarah Allott" userId="eb87138137533bf5" providerId="LiveId" clId="{B83941E0-230F-4C12-955D-5C0DE614AD06}" dt="2023-10-28T14:01:50.409" v="72" actId="20577"/>
          <ac:spMkLst>
            <pc:docMk/>
            <pc:sldMk cId="2912112723" sldId="376"/>
            <ac:spMk id="2" creationId="{B4DD896B-1E9D-7339-C9A6-18F8A017D790}"/>
          </ac:spMkLst>
        </pc:spChg>
        <pc:spChg chg="mod">
          <ac:chgData name="Sarah Allott" userId="eb87138137533bf5" providerId="LiveId" clId="{B83941E0-230F-4C12-955D-5C0DE614AD06}" dt="2023-10-28T14:01:21.620" v="29" actId="20577"/>
          <ac:spMkLst>
            <pc:docMk/>
            <pc:sldMk cId="2912112723" sldId="376"/>
            <ac:spMk id="3" creationId="{8F9950A6-D264-E8D1-8651-D4BCB64E9C44}"/>
          </ac:spMkLst>
        </pc:spChg>
        <pc:spChg chg="mod">
          <ac:chgData name="Sarah Allott" userId="eb87138137533bf5" providerId="LiveId" clId="{B83941E0-230F-4C12-955D-5C0DE614AD06}" dt="2023-10-31T18:08:40.040" v="11881" actId="20577"/>
          <ac:spMkLst>
            <pc:docMk/>
            <pc:sldMk cId="2912112723" sldId="376"/>
            <ac:spMk id="4" creationId="{FCD2AD3E-B077-051F-AB67-58F551C8487E}"/>
          </ac:spMkLst>
        </pc:spChg>
        <pc:spChg chg="del">
          <ac:chgData name="Sarah Allott" userId="eb87138137533bf5" providerId="LiveId" clId="{B83941E0-230F-4C12-955D-5C0DE614AD06}" dt="2023-10-28T14:01:41.652" v="31" actId="478"/>
          <ac:spMkLst>
            <pc:docMk/>
            <pc:sldMk cId="2912112723" sldId="376"/>
            <ac:spMk id="5" creationId="{B8322E13-1D65-347D-93F2-04EEE2F7D927}"/>
          </ac:spMkLst>
        </pc:spChg>
      </pc:sldChg>
      <pc:sldChg chg="modSp mod">
        <pc:chgData name="Sarah Allott" userId="eb87138137533bf5" providerId="LiveId" clId="{B83941E0-230F-4C12-955D-5C0DE614AD06}" dt="2023-10-28T14:02:24.169" v="109" actId="20577"/>
        <pc:sldMkLst>
          <pc:docMk/>
          <pc:sldMk cId="3479250917" sldId="377"/>
        </pc:sldMkLst>
        <pc:graphicFrameChg chg="modGraphic">
          <ac:chgData name="Sarah Allott" userId="eb87138137533bf5" providerId="LiveId" clId="{B83941E0-230F-4C12-955D-5C0DE614AD06}" dt="2023-10-28T14:02:24.169" v="109" actId="20577"/>
          <ac:graphicFrameMkLst>
            <pc:docMk/>
            <pc:sldMk cId="3479250917" sldId="377"/>
            <ac:graphicFrameMk id="4" creationId="{D02D7DE9-3216-5BF4-81B5-E88D491E7465}"/>
          </ac:graphicFrameMkLst>
        </pc:graphicFrameChg>
      </pc:sldChg>
      <pc:sldChg chg="del">
        <pc:chgData name="Sarah Allott" userId="eb87138137533bf5" providerId="LiveId" clId="{B83941E0-230F-4C12-955D-5C0DE614AD06}" dt="2023-10-28T14:05:36.993" v="261" actId="47"/>
        <pc:sldMkLst>
          <pc:docMk/>
          <pc:sldMk cId="3268779977" sldId="378"/>
        </pc:sldMkLst>
      </pc:sldChg>
      <pc:sldChg chg="modSp mod modNotesTx">
        <pc:chgData name="Sarah Allott" userId="eb87138137533bf5" providerId="LiveId" clId="{B83941E0-230F-4C12-955D-5C0DE614AD06}" dt="2023-10-28T14:16:30.962" v="1063" actId="20577"/>
        <pc:sldMkLst>
          <pc:docMk/>
          <pc:sldMk cId="4054628012" sldId="379"/>
        </pc:sldMkLst>
        <pc:spChg chg="mod">
          <ac:chgData name="Sarah Allott" userId="eb87138137533bf5" providerId="LiveId" clId="{B83941E0-230F-4C12-955D-5C0DE614AD06}" dt="2023-10-28T14:12:04.079" v="531" actId="20577"/>
          <ac:spMkLst>
            <pc:docMk/>
            <pc:sldMk cId="4054628012" sldId="379"/>
            <ac:spMk id="2" creationId="{0F655626-4E57-6C40-B0E9-6E6968F733CC}"/>
          </ac:spMkLst>
        </pc:spChg>
        <pc:spChg chg="mod">
          <ac:chgData name="Sarah Allott" userId="eb87138137533bf5" providerId="LiveId" clId="{B83941E0-230F-4C12-955D-5C0DE614AD06}" dt="2023-10-28T14:15:01.868" v="651" actId="20577"/>
          <ac:spMkLst>
            <pc:docMk/>
            <pc:sldMk cId="4054628012" sldId="379"/>
            <ac:spMk id="3" creationId="{3BB634CF-1F4C-12DA-8992-804C72927DBF}"/>
          </ac:spMkLst>
        </pc:spChg>
        <pc:spChg chg="mod">
          <ac:chgData name="Sarah Allott" userId="eb87138137533bf5" providerId="LiveId" clId="{B83941E0-230F-4C12-955D-5C0DE614AD06}" dt="2023-10-28T14:15:04.869" v="655" actId="27636"/>
          <ac:spMkLst>
            <pc:docMk/>
            <pc:sldMk cId="4054628012" sldId="379"/>
            <ac:spMk id="4" creationId="{C85E9F27-422F-175A-B42F-4090789942E8}"/>
          </ac:spMkLst>
        </pc:spChg>
        <pc:spChg chg="mod">
          <ac:chgData name="Sarah Allott" userId="eb87138137533bf5" providerId="LiveId" clId="{B83941E0-230F-4C12-955D-5C0DE614AD06}" dt="2023-10-28T14:14:58.608" v="644" actId="403"/>
          <ac:spMkLst>
            <pc:docMk/>
            <pc:sldMk cId="4054628012" sldId="379"/>
            <ac:spMk id="5" creationId="{4107B210-9904-4851-B200-62F227B0ECB2}"/>
          </ac:spMkLst>
        </pc:spChg>
        <pc:spChg chg="mod">
          <ac:chgData name="Sarah Allott" userId="eb87138137533bf5" providerId="LiveId" clId="{B83941E0-230F-4C12-955D-5C0DE614AD06}" dt="2023-10-28T14:15:09.255" v="667" actId="20577"/>
          <ac:spMkLst>
            <pc:docMk/>
            <pc:sldMk cId="4054628012" sldId="379"/>
            <ac:spMk id="6" creationId="{07E8CE94-24A1-B5E8-DE70-83FC4CC612F0}"/>
          </ac:spMkLst>
        </pc:spChg>
        <pc:spChg chg="mod">
          <ac:chgData name="Sarah Allott" userId="eb87138137533bf5" providerId="LiveId" clId="{B83941E0-230F-4C12-955D-5C0DE614AD06}" dt="2023-10-28T14:14:52.682" v="640" actId="1076"/>
          <ac:spMkLst>
            <pc:docMk/>
            <pc:sldMk cId="4054628012" sldId="379"/>
            <ac:spMk id="8" creationId="{35FDF6EB-02A0-122D-9375-E20387B4F563}"/>
          </ac:spMkLst>
        </pc:spChg>
      </pc:sldChg>
      <pc:sldChg chg="addSp delSp modSp add del mod delAnim modAnim modNotesTx">
        <pc:chgData name="Sarah Allott" userId="eb87138137533bf5" providerId="LiveId" clId="{B83941E0-230F-4C12-955D-5C0DE614AD06}" dt="2023-10-31T18:07:13.067" v="11844" actId="1036"/>
        <pc:sldMkLst>
          <pc:docMk/>
          <pc:sldMk cId="823326882" sldId="380"/>
        </pc:sldMkLst>
        <pc:spChg chg="del">
          <ac:chgData name="Sarah Allott" userId="eb87138137533bf5" providerId="LiveId" clId="{B83941E0-230F-4C12-955D-5C0DE614AD06}" dt="2023-10-28T14:13:51.211" v="600" actId="478"/>
          <ac:spMkLst>
            <pc:docMk/>
            <pc:sldMk cId="823326882" sldId="380"/>
            <ac:spMk id="4" creationId="{1F2F0646-6682-E5BE-D0C0-926587367CAC}"/>
          </ac:spMkLst>
        </pc:spChg>
        <pc:spChg chg="add mod">
          <ac:chgData name="Sarah Allott" userId="eb87138137533bf5" providerId="LiveId" clId="{B83941E0-230F-4C12-955D-5C0DE614AD06}" dt="2023-10-30T19:05:31.659" v="11006" actId="552"/>
          <ac:spMkLst>
            <pc:docMk/>
            <pc:sldMk cId="823326882" sldId="380"/>
            <ac:spMk id="4" creationId="{D6D8B6D9-33BE-F5C7-427A-CCF12ED8E9CC}"/>
          </ac:spMkLst>
        </pc:spChg>
        <pc:spChg chg="del">
          <ac:chgData name="Sarah Allott" userId="eb87138137533bf5" providerId="LiveId" clId="{B83941E0-230F-4C12-955D-5C0DE614AD06}" dt="2023-10-28T14:13:51.211" v="600" actId="478"/>
          <ac:spMkLst>
            <pc:docMk/>
            <pc:sldMk cId="823326882" sldId="380"/>
            <ac:spMk id="5" creationId="{733882D6-A8DF-0526-D12E-E137DD5616EA}"/>
          </ac:spMkLst>
        </pc:spChg>
        <pc:spChg chg="add mod">
          <ac:chgData name="Sarah Allott" userId="eb87138137533bf5" providerId="LiveId" clId="{B83941E0-230F-4C12-955D-5C0DE614AD06}" dt="2023-10-30T19:05:35.584" v="11007" actId="553"/>
          <ac:spMkLst>
            <pc:docMk/>
            <pc:sldMk cId="823326882" sldId="380"/>
            <ac:spMk id="5" creationId="{D0C0404B-F9ED-9E6A-865F-7A00E5A70A1B}"/>
          </ac:spMkLst>
        </pc:spChg>
        <pc:spChg chg="del">
          <ac:chgData name="Sarah Allott" userId="eb87138137533bf5" providerId="LiveId" clId="{B83941E0-230F-4C12-955D-5C0DE614AD06}" dt="2023-10-28T14:13:51.211" v="600" actId="478"/>
          <ac:spMkLst>
            <pc:docMk/>
            <pc:sldMk cId="823326882" sldId="380"/>
            <ac:spMk id="6" creationId="{854F4ED1-10EA-BBD7-AF83-C23BD09090F1}"/>
          </ac:spMkLst>
        </pc:spChg>
        <pc:spChg chg="add mod">
          <ac:chgData name="Sarah Allott" userId="eb87138137533bf5" providerId="LiveId" clId="{B83941E0-230F-4C12-955D-5C0DE614AD06}" dt="2023-10-31T18:07:13.067" v="11844" actId="1036"/>
          <ac:spMkLst>
            <pc:docMk/>
            <pc:sldMk cId="823326882" sldId="380"/>
            <ac:spMk id="6" creationId="{D5FEF6AC-023F-3715-4C70-85DC2BF1781D}"/>
          </ac:spMkLst>
        </pc:spChg>
        <pc:spChg chg="del">
          <ac:chgData name="Sarah Allott" userId="eb87138137533bf5" providerId="LiveId" clId="{B83941E0-230F-4C12-955D-5C0DE614AD06}" dt="2023-10-28T14:13:51.211" v="600" actId="478"/>
          <ac:spMkLst>
            <pc:docMk/>
            <pc:sldMk cId="823326882" sldId="380"/>
            <ac:spMk id="7" creationId="{CEEAD232-51F3-41BA-DB17-86A6BF176192}"/>
          </ac:spMkLst>
        </pc:spChg>
        <pc:spChg chg="add mod">
          <ac:chgData name="Sarah Allott" userId="eb87138137533bf5" providerId="LiveId" clId="{B83941E0-230F-4C12-955D-5C0DE614AD06}" dt="2023-10-31T18:07:13.067" v="11844" actId="1036"/>
          <ac:spMkLst>
            <pc:docMk/>
            <pc:sldMk cId="823326882" sldId="380"/>
            <ac:spMk id="7" creationId="{DF4F4612-DB5F-3D5F-BA13-55170E0D0A3A}"/>
          </ac:spMkLst>
        </pc:spChg>
        <pc:spChg chg="del">
          <ac:chgData name="Sarah Allott" userId="eb87138137533bf5" providerId="LiveId" clId="{B83941E0-230F-4C12-955D-5C0DE614AD06}" dt="2023-10-28T14:13:51.211" v="600" actId="478"/>
          <ac:spMkLst>
            <pc:docMk/>
            <pc:sldMk cId="823326882" sldId="380"/>
            <ac:spMk id="8" creationId="{0184C0FA-69D7-E22E-CA53-8FC3F291CD1F}"/>
          </ac:spMkLst>
        </pc:spChg>
        <pc:spChg chg="add mod">
          <ac:chgData name="Sarah Allott" userId="eb87138137533bf5" providerId="LiveId" clId="{B83941E0-230F-4C12-955D-5C0DE614AD06}" dt="2023-10-31T18:07:13.067" v="11844" actId="1036"/>
          <ac:spMkLst>
            <pc:docMk/>
            <pc:sldMk cId="823326882" sldId="380"/>
            <ac:spMk id="8" creationId="{AFF3847D-68AC-A451-E5D5-8E965BC060F8}"/>
          </ac:spMkLst>
        </pc:spChg>
        <pc:spChg chg="add mod">
          <ac:chgData name="Sarah Allott" userId="eb87138137533bf5" providerId="LiveId" clId="{B83941E0-230F-4C12-955D-5C0DE614AD06}" dt="2023-10-31T18:07:13.067" v="11844" actId="1036"/>
          <ac:spMkLst>
            <pc:docMk/>
            <pc:sldMk cId="823326882" sldId="380"/>
            <ac:spMk id="9" creationId="{9A86BD53-78B8-FA9D-C768-64D0B82EB748}"/>
          </ac:spMkLst>
        </pc:spChg>
        <pc:spChg chg="del">
          <ac:chgData name="Sarah Allott" userId="eb87138137533bf5" providerId="LiveId" clId="{B83941E0-230F-4C12-955D-5C0DE614AD06}" dt="2023-10-28T14:13:51.211" v="600" actId="478"/>
          <ac:spMkLst>
            <pc:docMk/>
            <pc:sldMk cId="823326882" sldId="380"/>
            <ac:spMk id="9" creationId="{C9D41680-DD97-C6DF-B13E-19D41DDC2D6B}"/>
          </ac:spMkLst>
        </pc:spChg>
        <pc:spChg chg="add mod">
          <ac:chgData name="Sarah Allott" userId="eb87138137533bf5" providerId="LiveId" clId="{B83941E0-230F-4C12-955D-5C0DE614AD06}" dt="2023-10-31T18:07:13.067" v="11844" actId="1036"/>
          <ac:spMkLst>
            <pc:docMk/>
            <pc:sldMk cId="823326882" sldId="380"/>
            <ac:spMk id="10" creationId="{2CA9A8C1-24DE-1900-47F7-5D275E9F04A6}"/>
          </ac:spMkLst>
        </pc:spChg>
        <pc:spChg chg="del">
          <ac:chgData name="Sarah Allott" userId="eb87138137533bf5" providerId="LiveId" clId="{B83941E0-230F-4C12-955D-5C0DE614AD06}" dt="2023-10-28T14:13:51.211" v="600" actId="478"/>
          <ac:spMkLst>
            <pc:docMk/>
            <pc:sldMk cId="823326882" sldId="380"/>
            <ac:spMk id="10" creationId="{E0065A55-E97C-12A3-32CA-4ADF6F090CE9}"/>
          </ac:spMkLst>
        </pc:spChg>
        <pc:spChg chg="del">
          <ac:chgData name="Sarah Allott" userId="eb87138137533bf5" providerId="LiveId" clId="{B83941E0-230F-4C12-955D-5C0DE614AD06}" dt="2023-10-28T14:13:51.211" v="600" actId="478"/>
          <ac:spMkLst>
            <pc:docMk/>
            <pc:sldMk cId="823326882" sldId="380"/>
            <ac:spMk id="11" creationId="{34F1E7DE-DB88-F00D-41D4-B6686EE1029B}"/>
          </ac:spMkLst>
        </pc:spChg>
        <pc:spChg chg="add mod">
          <ac:chgData name="Sarah Allott" userId="eb87138137533bf5" providerId="LiveId" clId="{B83941E0-230F-4C12-955D-5C0DE614AD06}" dt="2023-10-31T18:07:13.067" v="11844" actId="1036"/>
          <ac:spMkLst>
            <pc:docMk/>
            <pc:sldMk cId="823326882" sldId="380"/>
            <ac:spMk id="11" creationId="{80128219-5251-6CDA-A6C5-B8DE2D94C5A6}"/>
          </ac:spMkLst>
        </pc:spChg>
        <pc:spChg chg="add mod">
          <ac:chgData name="Sarah Allott" userId="eb87138137533bf5" providerId="LiveId" clId="{B83941E0-230F-4C12-955D-5C0DE614AD06}" dt="2023-10-31T18:07:13.067" v="11844" actId="1036"/>
          <ac:spMkLst>
            <pc:docMk/>
            <pc:sldMk cId="823326882" sldId="380"/>
            <ac:spMk id="12" creationId="{7393C670-E9B0-B19E-B4AB-E23E4E7FCA19}"/>
          </ac:spMkLst>
        </pc:spChg>
        <pc:spChg chg="del">
          <ac:chgData name="Sarah Allott" userId="eb87138137533bf5" providerId="LiveId" clId="{B83941E0-230F-4C12-955D-5C0DE614AD06}" dt="2023-10-28T14:13:51.211" v="600" actId="478"/>
          <ac:spMkLst>
            <pc:docMk/>
            <pc:sldMk cId="823326882" sldId="380"/>
            <ac:spMk id="12" creationId="{9C639731-CDFD-92FE-ED09-2CCBC2BEDE87}"/>
          </ac:spMkLst>
        </pc:spChg>
        <pc:spChg chg="add mod">
          <ac:chgData name="Sarah Allott" userId="eb87138137533bf5" providerId="LiveId" clId="{B83941E0-230F-4C12-955D-5C0DE614AD06}" dt="2023-10-31T18:07:13.067" v="11844" actId="1036"/>
          <ac:spMkLst>
            <pc:docMk/>
            <pc:sldMk cId="823326882" sldId="380"/>
            <ac:spMk id="13" creationId="{AAB0ED68-880A-FF4D-FD0E-18263D31A1CB}"/>
          </ac:spMkLst>
        </pc:spChg>
        <pc:spChg chg="del">
          <ac:chgData name="Sarah Allott" userId="eb87138137533bf5" providerId="LiveId" clId="{B83941E0-230F-4C12-955D-5C0DE614AD06}" dt="2023-10-28T14:13:51.211" v="600" actId="478"/>
          <ac:spMkLst>
            <pc:docMk/>
            <pc:sldMk cId="823326882" sldId="380"/>
            <ac:spMk id="13" creationId="{B1E8130B-789F-4B05-45E6-9212E682F1A2}"/>
          </ac:spMkLst>
        </pc:spChg>
        <pc:spChg chg="del">
          <ac:chgData name="Sarah Allott" userId="eb87138137533bf5" providerId="LiveId" clId="{B83941E0-230F-4C12-955D-5C0DE614AD06}" dt="2023-10-28T14:13:51.211" v="600" actId="478"/>
          <ac:spMkLst>
            <pc:docMk/>
            <pc:sldMk cId="823326882" sldId="380"/>
            <ac:spMk id="14" creationId="{62C13BA3-7ED9-62CD-6F86-2918499B5887}"/>
          </ac:spMkLst>
        </pc:spChg>
        <pc:spChg chg="del">
          <ac:chgData name="Sarah Allott" userId="eb87138137533bf5" providerId="LiveId" clId="{B83941E0-230F-4C12-955D-5C0DE614AD06}" dt="2023-10-28T14:13:51.211" v="600" actId="478"/>
          <ac:spMkLst>
            <pc:docMk/>
            <pc:sldMk cId="823326882" sldId="380"/>
            <ac:spMk id="15" creationId="{08F9342D-CC9F-0756-2AB6-E182AC90C785}"/>
          </ac:spMkLst>
        </pc:spChg>
        <pc:spChg chg="add mod">
          <ac:chgData name="Sarah Allott" userId="eb87138137533bf5" providerId="LiveId" clId="{B83941E0-230F-4C12-955D-5C0DE614AD06}" dt="2023-10-31T18:07:13.067" v="11844" actId="1036"/>
          <ac:spMkLst>
            <pc:docMk/>
            <pc:sldMk cId="823326882" sldId="380"/>
            <ac:spMk id="15" creationId="{54D0ECE0-9E80-BE8D-E10D-C69E744E48E7}"/>
          </ac:spMkLst>
        </pc:spChg>
        <pc:spChg chg="add mod">
          <ac:chgData name="Sarah Allott" userId="eb87138137533bf5" providerId="LiveId" clId="{B83941E0-230F-4C12-955D-5C0DE614AD06}" dt="2023-10-31T18:07:13.067" v="11844" actId="1036"/>
          <ac:spMkLst>
            <pc:docMk/>
            <pc:sldMk cId="823326882" sldId="380"/>
            <ac:spMk id="16" creationId="{30901F24-359E-8801-D993-12BF0DE73783}"/>
          </ac:spMkLst>
        </pc:spChg>
        <pc:spChg chg="del">
          <ac:chgData name="Sarah Allott" userId="eb87138137533bf5" providerId="LiveId" clId="{B83941E0-230F-4C12-955D-5C0DE614AD06}" dt="2023-10-28T14:13:51.211" v="600" actId="478"/>
          <ac:spMkLst>
            <pc:docMk/>
            <pc:sldMk cId="823326882" sldId="380"/>
            <ac:spMk id="16" creationId="{C4234274-AB16-E3D7-D289-742004371F96}"/>
          </ac:spMkLst>
        </pc:spChg>
        <pc:spChg chg="add mod">
          <ac:chgData name="Sarah Allott" userId="eb87138137533bf5" providerId="LiveId" clId="{B83941E0-230F-4C12-955D-5C0DE614AD06}" dt="2023-10-31T18:07:13.067" v="11844" actId="1036"/>
          <ac:spMkLst>
            <pc:docMk/>
            <pc:sldMk cId="823326882" sldId="380"/>
            <ac:spMk id="17" creationId="{193A1EDA-5D32-1AA0-1A0F-F668AB028F0B}"/>
          </ac:spMkLst>
        </pc:spChg>
        <pc:spChg chg="del">
          <ac:chgData name="Sarah Allott" userId="eb87138137533bf5" providerId="LiveId" clId="{B83941E0-230F-4C12-955D-5C0DE614AD06}" dt="2023-10-28T14:13:51.211" v="600" actId="478"/>
          <ac:spMkLst>
            <pc:docMk/>
            <pc:sldMk cId="823326882" sldId="380"/>
            <ac:spMk id="17" creationId="{53B876C0-8FAD-2918-24AE-884986696F70}"/>
          </ac:spMkLst>
        </pc:spChg>
        <pc:spChg chg="add mod">
          <ac:chgData name="Sarah Allott" userId="eb87138137533bf5" providerId="LiveId" clId="{B83941E0-230F-4C12-955D-5C0DE614AD06}" dt="2023-10-31T18:07:13.067" v="11844" actId="1036"/>
          <ac:spMkLst>
            <pc:docMk/>
            <pc:sldMk cId="823326882" sldId="380"/>
            <ac:spMk id="18" creationId="{4A111B9F-C8BE-F0CA-B941-E7761492C67E}"/>
          </ac:spMkLst>
        </pc:spChg>
        <pc:spChg chg="del">
          <ac:chgData name="Sarah Allott" userId="eb87138137533bf5" providerId="LiveId" clId="{B83941E0-230F-4C12-955D-5C0DE614AD06}" dt="2023-10-28T14:13:51.211" v="600" actId="478"/>
          <ac:spMkLst>
            <pc:docMk/>
            <pc:sldMk cId="823326882" sldId="380"/>
            <ac:spMk id="18" creationId="{63E70550-8934-279B-5ECD-9FAC0180F98B}"/>
          </ac:spMkLst>
        </pc:spChg>
        <pc:spChg chg="add mod">
          <ac:chgData name="Sarah Allott" userId="eb87138137533bf5" providerId="LiveId" clId="{B83941E0-230F-4C12-955D-5C0DE614AD06}" dt="2023-10-31T18:07:13.067" v="11844" actId="1036"/>
          <ac:spMkLst>
            <pc:docMk/>
            <pc:sldMk cId="823326882" sldId="380"/>
            <ac:spMk id="19" creationId="{2F118AD8-7DA3-55B3-BE55-C30E1C995AB2}"/>
          </ac:spMkLst>
        </pc:spChg>
        <pc:spChg chg="del">
          <ac:chgData name="Sarah Allott" userId="eb87138137533bf5" providerId="LiveId" clId="{B83941E0-230F-4C12-955D-5C0DE614AD06}" dt="2023-10-28T14:13:51.211" v="600" actId="478"/>
          <ac:spMkLst>
            <pc:docMk/>
            <pc:sldMk cId="823326882" sldId="380"/>
            <ac:spMk id="19" creationId="{B352A425-5B5A-C8AD-9238-AAA0FC977531}"/>
          </ac:spMkLst>
        </pc:spChg>
        <pc:spChg chg="del">
          <ac:chgData name="Sarah Allott" userId="eb87138137533bf5" providerId="LiveId" clId="{B83941E0-230F-4C12-955D-5C0DE614AD06}" dt="2023-10-28T14:13:51.211" v="600" actId="478"/>
          <ac:spMkLst>
            <pc:docMk/>
            <pc:sldMk cId="823326882" sldId="380"/>
            <ac:spMk id="20" creationId="{6809B031-B634-27E6-6C8C-CFEEDD9FEE1D}"/>
          </ac:spMkLst>
        </pc:spChg>
        <pc:spChg chg="add mod">
          <ac:chgData name="Sarah Allott" userId="eb87138137533bf5" providerId="LiveId" clId="{B83941E0-230F-4C12-955D-5C0DE614AD06}" dt="2023-10-31T18:07:13.067" v="11844" actId="1036"/>
          <ac:spMkLst>
            <pc:docMk/>
            <pc:sldMk cId="823326882" sldId="380"/>
            <ac:spMk id="20" creationId="{CA808142-3342-5D46-C287-0E2B6D479706}"/>
          </ac:spMkLst>
        </pc:spChg>
        <pc:spChg chg="del">
          <ac:chgData name="Sarah Allott" userId="eb87138137533bf5" providerId="LiveId" clId="{B83941E0-230F-4C12-955D-5C0DE614AD06}" dt="2023-10-28T14:13:51.211" v="600" actId="478"/>
          <ac:spMkLst>
            <pc:docMk/>
            <pc:sldMk cId="823326882" sldId="380"/>
            <ac:spMk id="21" creationId="{10524F0D-DF1D-DAA7-AAAB-6B56F3090D7B}"/>
          </ac:spMkLst>
        </pc:spChg>
        <pc:spChg chg="add mod">
          <ac:chgData name="Sarah Allott" userId="eb87138137533bf5" providerId="LiveId" clId="{B83941E0-230F-4C12-955D-5C0DE614AD06}" dt="2023-10-31T18:07:13.067" v="11844" actId="1036"/>
          <ac:spMkLst>
            <pc:docMk/>
            <pc:sldMk cId="823326882" sldId="380"/>
            <ac:spMk id="21" creationId="{1FD39DC1-CAFE-87DD-0EA8-908B041C31E7}"/>
          </ac:spMkLst>
        </pc:spChg>
        <pc:spChg chg="add mod">
          <ac:chgData name="Sarah Allott" userId="eb87138137533bf5" providerId="LiveId" clId="{B83941E0-230F-4C12-955D-5C0DE614AD06}" dt="2023-10-31T18:07:13.067" v="11844" actId="1036"/>
          <ac:spMkLst>
            <pc:docMk/>
            <pc:sldMk cId="823326882" sldId="380"/>
            <ac:spMk id="22" creationId="{E5B290B5-65E3-42A7-E0F0-2E3BC0702C31}"/>
          </ac:spMkLst>
        </pc:spChg>
        <pc:spChg chg="add mod">
          <ac:chgData name="Sarah Allott" userId="eb87138137533bf5" providerId="LiveId" clId="{B83941E0-230F-4C12-955D-5C0DE614AD06}" dt="2023-10-31T18:07:13.067" v="11844" actId="1036"/>
          <ac:spMkLst>
            <pc:docMk/>
            <pc:sldMk cId="823326882" sldId="380"/>
            <ac:spMk id="23" creationId="{424ACB10-9A90-A069-9524-81249E457FA9}"/>
          </ac:spMkLst>
        </pc:spChg>
        <pc:spChg chg="del">
          <ac:chgData name="Sarah Allott" userId="eb87138137533bf5" providerId="LiveId" clId="{B83941E0-230F-4C12-955D-5C0DE614AD06}" dt="2023-10-28T14:13:51.211" v="600" actId="478"/>
          <ac:spMkLst>
            <pc:docMk/>
            <pc:sldMk cId="823326882" sldId="380"/>
            <ac:spMk id="23" creationId="{9EE24EC1-F8C1-FB4E-298A-C42260B6BC19}"/>
          </ac:spMkLst>
        </pc:spChg>
        <pc:spChg chg="add mod">
          <ac:chgData name="Sarah Allott" userId="eb87138137533bf5" providerId="LiveId" clId="{B83941E0-230F-4C12-955D-5C0DE614AD06}" dt="2023-10-31T18:07:13.067" v="11844" actId="1036"/>
          <ac:spMkLst>
            <pc:docMk/>
            <pc:sldMk cId="823326882" sldId="380"/>
            <ac:spMk id="24" creationId="{02E74D06-1503-8BF2-1554-EC846522BDCD}"/>
          </ac:spMkLst>
        </pc:spChg>
        <pc:spChg chg="del">
          <ac:chgData name="Sarah Allott" userId="eb87138137533bf5" providerId="LiveId" clId="{B83941E0-230F-4C12-955D-5C0DE614AD06}" dt="2023-10-28T14:13:51.211" v="600" actId="478"/>
          <ac:spMkLst>
            <pc:docMk/>
            <pc:sldMk cId="823326882" sldId="380"/>
            <ac:spMk id="24" creationId="{6F3B2827-0533-EF53-48F0-6A1DF8C45D22}"/>
          </ac:spMkLst>
        </pc:spChg>
        <pc:spChg chg="add mod">
          <ac:chgData name="Sarah Allott" userId="eb87138137533bf5" providerId="LiveId" clId="{B83941E0-230F-4C12-955D-5C0DE614AD06}" dt="2023-10-31T18:07:13.067" v="11844" actId="1036"/>
          <ac:spMkLst>
            <pc:docMk/>
            <pc:sldMk cId="823326882" sldId="380"/>
            <ac:spMk id="25" creationId="{32A33D3F-984C-32CD-0197-EE4EB7E78379}"/>
          </ac:spMkLst>
        </pc:spChg>
        <pc:spChg chg="del">
          <ac:chgData name="Sarah Allott" userId="eb87138137533bf5" providerId="LiveId" clId="{B83941E0-230F-4C12-955D-5C0DE614AD06}" dt="2023-10-28T14:13:51.211" v="600" actId="478"/>
          <ac:spMkLst>
            <pc:docMk/>
            <pc:sldMk cId="823326882" sldId="380"/>
            <ac:spMk id="25" creationId="{FA2CF2EE-229F-4DD2-1B29-ADCC710FC64A}"/>
          </ac:spMkLst>
        </pc:spChg>
        <pc:spChg chg="add mod">
          <ac:chgData name="Sarah Allott" userId="eb87138137533bf5" providerId="LiveId" clId="{B83941E0-230F-4C12-955D-5C0DE614AD06}" dt="2023-10-31T18:07:13.067" v="11844" actId="1036"/>
          <ac:spMkLst>
            <pc:docMk/>
            <pc:sldMk cId="823326882" sldId="380"/>
            <ac:spMk id="26" creationId="{01EC21F4-9D15-BD5C-57E5-F5A526672922}"/>
          </ac:spMkLst>
        </pc:spChg>
        <pc:spChg chg="del">
          <ac:chgData name="Sarah Allott" userId="eb87138137533bf5" providerId="LiveId" clId="{B83941E0-230F-4C12-955D-5C0DE614AD06}" dt="2023-10-28T14:13:51.211" v="600" actId="478"/>
          <ac:spMkLst>
            <pc:docMk/>
            <pc:sldMk cId="823326882" sldId="380"/>
            <ac:spMk id="26" creationId="{B808E4BD-B445-F10B-B81E-F5F1C02E65BB}"/>
          </ac:spMkLst>
        </pc:spChg>
        <pc:spChg chg="del">
          <ac:chgData name="Sarah Allott" userId="eb87138137533bf5" providerId="LiveId" clId="{B83941E0-230F-4C12-955D-5C0DE614AD06}" dt="2023-10-28T14:13:51.211" v="600" actId="478"/>
          <ac:spMkLst>
            <pc:docMk/>
            <pc:sldMk cId="823326882" sldId="380"/>
            <ac:spMk id="27" creationId="{A6142419-995E-9089-0DB2-FED8C08C0CE6}"/>
          </ac:spMkLst>
        </pc:spChg>
        <pc:spChg chg="add mod">
          <ac:chgData name="Sarah Allott" userId="eb87138137533bf5" providerId="LiveId" clId="{B83941E0-230F-4C12-955D-5C0DE614AD06}" dt="2023-10-31T18:07:13.067" v="11844" actId="1036"/>
          <ac:spMkLst>
            <pc:docMk/>
            <pc:sldMk cId="823326882" sldId="380"/>
            <ac:spMk id="27" creationId="{EF9DEFA2-9176-0D02-7226-403B4D7C0C09}"/>
          </ac:spMkLst>
        </pc:spChg>
        <pc:spChg chg="del">
          <ac:chgData name="Sarah Allott" userId="eb87138137533bf5" providerId="LiveId" clId="{B83941E0-230F-4C12-955D-5C0DE614AD06}" dt="2023-10-28T14:13:51.211" v="600" actId="478"/>
          <ac:spMkLst>
            <pc:docMk/>
            <pc:sldMk cId="823326882" sldId="380"/>
            <ac:spMk id="28" creationId="{09FF493F-12D4-091B-457E-0A99A364B44E}"/>
          </ac:spMkLst>
        </pc:spChg>
        <pc:spChg chg="add mod">
          <ac:chgData name="Sarah Allott" userId="eb87138137533bf5" providerId="LiveId" clId="{B83941E0-230F-4C12-955D-5C0DE614AD06}" dt="2023-10-31T18:07:13.067" v="11844" actId="1036"/>
          <ac:spMkLst>
            <pc:docMk/>
            <pc:sldMk cId="823326882" sldId="380"/>
            <ac:spMk id="28" creationId="{5A2B8D51-ED13-B24C-6E7F-C1F8F78678F7}"/>
          </ac:spMkLst>
        </pc:spChg>
        <pc:spChg chg="del">
          <ac:chgData name="Sarah Allott" userId="eb87138137533bf5" providerId="LiveId" clId="{B83941E0-230F-4C12-955D-5C0DE614AD06}" dt="2023-10-28T14:13:51.211" v="600" actId="478"/>
          <ac:spMkLst>
            <pc:docMk/>
            <pc:sldMk cId="823326882" sldId="380"/>
            <ac:spMk id="29" creationId="{1DE17A70-36ED-23C6-0DFC-8B6587987854}"/>
          </ac:spMkLst>
        </pc:spChg>
        <pc:spChg chg="add mod">
          <ac:chgData name="Sarah Allott" userId="eb87138137533bf5" providerId="LiveId" clId="{B83941E0-230F-4C12-955D-5C0DE614AD06}" dt="2023-10-31T18:07:13.067" v="11844" actId="1036"/>
          <ac:spMkLst>
            <pc:docMk/>
            <pc:sldMk cId="823326882" sldId="380"/>
            <ac:spMk id="29" creationId="{D236AECC-9E39-7180-0AC3-9483FFC0DD87}"/>
          </ac:spMkLst>
        </pc:spChg>
        <pc:spChg chg="del">
          <ac:chgData name="Sarah Allott" userId="eb87138137533bf5" providerId="LiveId" clId="{B83941E0-230F-4C12-955D-5C0DE614AD06}" dt="2023-10-28T14:13:51.211" v="600" actId="478"/>
          <ac:spMkLst>
            <pc:docMk/>
            <pc:sldMk cId="823326882" sldId="380"/>
            <ac:spMk id="30" creationId="{7D48C4A1-0197-2D22-B0A2-EAD6EE75D801}"/>
          </ac:spMkLst>
        </pc:spChg>
        <pc:spChg chg="add mod">
          <ac:chgData name="Sarah Allott" userId="eb87138137533bf5" providerId="LiveId" clId="{B83941E0-230F-4C12-955D-5C0DE614AD06}" dt="2023-10-31T18:07:13.067" v="11844" actId="1036"/>
          <ac:spMkLst>
            <pc:docMk/>
            <pc:sldMk cId="823326882" sldId="380"/>
            <ac:spMk id="30" creationId="{BBC98F78-189B-0DEB-E699-9F38F4DD5718}"/>
          </ac:spMkLst>
        </pc:spChg>
        <pc:spChg chg="del">
          <ac:chgData name="Sarah Allott" userId="eb87138137533bf5" providerId="LiveId" clId="{B83941E0-230F-4C12-955D-5C0DE614AD06}" dt="2023-10-28T14:13:51.211" v="600" actId="478"/>
          <ac:spMkLst>
            <pc:docMk/>
            <pc:sldMk cId="823326882" sldId="380"/>
            <ac:spMk id="31" creationId="{46C1DAD7-ABE2-8DEF-1D89-4B073C9D216D}"/>
          </ac:spMkLst>
        </pc:spChg>
        <pc:spChg chg="add mod">
          <ac:chgData name="Sarah Allott" userId="eb87138137533bf5" providerId="LiveId" clId="{B83941E0-230F-4C12-955D-5C0DE614AD06}" dt="2023-10-31T18:07:13.067" v="11844" actId="1036"/>
          <ac:spMkLst>
            <pc:docMk/>
            <pc:sldMk cId="823326882" sldId="380"/>
            <ac:spMk id="31" creationId="{E563A1D4-43FF-9ADE-A03C-E5B825334553}"/>
          </ac:spMkLst>
        </pc:spChg>
        <pc:spChg chg="add mod">
          <ac:chgData name="Sarah Allott" userId="eb87138137533bf5" providerId="LiveId" clId="{B83941E0-230F-4C12-955D-5C0DE614AD06}" dt="2023-10-31T18:07:13.067" v="11844" actId="1036"/>
          <ac:spMkLst>
            <pc:docMk/>
            <pc:sldMk cId="823326882" sldId="380"/>
            <ac:spMk id="32" creationId="{3DDDE244-8426-39CC-B44C-8D40A94F715F}"/>
          </ac:spMkLst>
        </pc:spChg>
        <pc:spChg chg="del">
          <ac:chgData name="Sarah Allott" userId="eb87138137533bf5" providerId="LiveId" clId="{B83941E0-230F-4C12-955D-5C0DE614AD06}" dt="2023-10-28T14:13:51.211" v="600" actId="478"/>
          <ac:spMkLst>
            <pc:docMk/>
            <pc:sldMk cId="823326882" sldId="380"/>
            <ac:spMk id="32" creationId="{DD97B056-E557-4D83-07E2-AF939A36CECA}"/>
          </ac:spMkLst>
        </pc:spChg>
        <pc:spChg chg="del">
          <ac:chgData name="Sarah Allott" userId="eb87138137533bf5" providerId="LiveId" clId="{B83941E0-230F-4C12-955D-5C0DE614AD06}" dt="2023-10-28T14:13:51.211" v="600" actId="478"/>
          <ac:spMkLst>
            <pc:docMk/>
            <pc:sldMk cId="823326882" sldId="380"/>
            <ac:spMk id="33" creationId="{0FB3AE3A-90DE-0AAD-6FDC-A55F2846D3B0}"/>
          </ac:spMkLst>
        </pc:spChg>
        <pc:spChg chg="add del mod">
          <ac:chgData name="Sarah Allott" userId="eb87138137533bf5" providerId="LiveId" clId="{B83941E0-230F-4C12-955D-5C0DE614AD06}" dt="2023-10-31T18:06:59.663" v="11835" actId="478"/>
          <ac:spMkLst>
            <pc:docMk/>
            <pc:sldMk cId="823326882" sldId="380"/>
            <ac:spMk id="33" creationId="{A6CDE909-10AF-8134-A413-F898717F4781}"/>
          </ac:spMkLst>
        </pc:spChg>
        <pc:spChg chg="del">
          <ac:chgData name="Sarah Allott" userId="eb87138137533bf5" providerId="LiveId" clId="{B83941E0-230F-4C12-955D-5C0DE614AD06}" dt="2023-10-28T14:13:51.211" v="600" actId="478"/>
          <ac:spMkLst>
            <pc:docMk/>
            <pc:sldMk cId="823326882" sldId="380"/>
            <ac:spMk id="34" creationId="{6EFEFFA4-39F2-B5F7-F866-925DC9C9DB4E}"/>
          </ac:spMkLst>
        </pc:spChg>
        <pc:spChg chg="add mod">
          <ac:chgData name="Sarah Allott" userId="eb87138137533bf5" providerId="LiveId" clId="{B83941E0-230F-4C12-955D-5C0DE614AD06}" dt="2023-10-31T18:07:13.067" v="11844" actId="1036"/>
          <ac:spMkLst>
            <pc:docMk/>
            <pc:sldMk cId="823326882" sldId="380"/>
            <ac:spMk id="35" creationId="{2DA158BD-CA19-E9D1-BEC9-5341AFB3C979}"/>
          </ac:spMkLst>
        </pc:spChg>
        <pc:spChg chg="del">
          <ac:chgData name="Sarah Allott" userId="eb87138137533bf5" providerId="LiveId" clId="{B83941E0-230F-4C12-955D-5C0DE614AD06}" dt="2023-10-28T14:13:51.211" v="600" actId="478"/>
          <ac:spMkLst>
            <pc:docMk/>
            <pc:sldMk cId="823326882" sldId="380"/>
            <ac:spMk id="35" creationId="{5AD5F5CC-1357-2B61-E7A9-6853F6FAD6B4}"/>
          </ac:spMkLst>
        </pc:spChg>
        <pc:spChg chg="del">
          <ac:chgData name="Sarah Allott" userId="eb87138137533bf5" providerId="LiveId" clId="{B83941E0-230F-4C12-955D-5C0DE614AD06}" dt="2023-10-28T14:13:51.211" v="600" actId="478"/>
          <ac:spMkLst>
            <pc:docMk/>
            <pc:sldMk cId="823326882" sldId="380"/>
            <ac:spMk id="36" creationId="{3AE577CA-DA18-BE39-90AE-1AC7CAE3C52D}"/>
          </ac:spMkLst>
        </pc:spChg>
        <pc:spChg chg="add mod">
          <ac:chgData name="Sarah Allott" userId="eb87138137533bf5" providerId="LiveId" clId="{B83941E0-230F-4C12-955D-5C0DE614AD06}" dt="2023-10-31T18:07:13.067" v="11844" actId="1036"/>
          <ac:spMkLst>
            <pc:docMk/>
            <pc:sldMk cId="823326882" sldId="380"/>
            <ac:spMk id="36" creationId="{EA89BA08-0A33-C0F4-D436-315D2C5F01BB}"/>
          </ac:spMkLst>
        </pc:spChg>
        <pc:spChg chg="del">
          <ac:chgData name="Sarah Allott" userId="eb87138137533bf5" providerId="LiveId" clId="{B83941E0-230F-4C12-955D-5C0DE614AD06}" dt="2023-10-28T14:13:51.211" v="600" actId="478"/>
          <ac:spMkLst>
            <pc:docMk/>
            <pc:sldMk cId="823326882" sldId="380"/>
            <ac:spMk id="37" creationId="{31C00257-266B-C43C-43D5-B4F996ABA9A6}"/>
          </ac:spMkLst>
        </pc:spChg>
        <pc:spChg chg="add mod">
          <ac:chgData name="Sarah Allott" userId="eb87138137533bf5" providerId="LiveId" clId="{B83941E0-230F-4C12-955D-5C0DE614AD06}" dt="2023-10-31T18:07:13.067" v="11844" actId="1036"/>
          <ac:spMkLst>
            <pc:docMk/>
            <pc:sldMk cId="823326882" sldId="380"/>
            <ac:spMk id="37" creationId="{5D1A987D-9F74-E00D-CF10-CC22E52EAA33}"/>
          </ac:spMkLst>
        </pc:spChg>
        <pc:spChg chg="add mod">
          <ac:chgData name="Sarah Allott" userId="eb87138137533bf5" providerId="LiveId" clId="{B83941E0-230F-4C12-955D-5C0DE614AD06}" dt="2023-10-31T18:07:13.067" v="11844" actId="1036"/>
          <ac:spMkLst>
            <pc:docMk/>
            <pc:sldMk cId="823326882" sldId="380"/>
            <ac:spMk id="38" creationId="{6D556CB5-7DBD-CBE9-B831-8BA4C874BB80}"/>
          </ac:spMkLst>
        </pc:spChg>
        <pc:spChg chg="del">
          <ac:chgData name="Sarah Allott" userId="eb87138137533bf5" providerId="LiveId" clId="{B83941E0-230F-4C12-955D-5C0DE614AD06}" dt="2023-10-28T14:13:51.211" v="600" actId="478"/>
          <ac:spMkLst>
            <pc:docMk/>
            <pc:sldMk cId="823326882" sldId="380"/>
            <ac:spMk id="38" creationId="{B075BE5B-B0A9-575C-400B-B8F4AE9632A2}"/>
          </ac:spMkLst>
        </pc:spChg>
        <pc:spChg chg="del">
          <ac:chgData name="Sarah Allott" userId="eb87138137533bf5" providerId="LiveId" clId="{B83941E0-230F-4C12-955D-5C0DE614AD06}" dt="2023-10-28T14:13:51.211" v="600" actId="478"/>
          <ac:spMkLst>
            <pc:docMk/>
            <pc:sldMk cId="823326882" sldId="380"/>
            <ac:spMk id="39" creationId="{0BDECD64-BFA5-FC90-A078-689BD169991B}"/>
          </ac:spMkLst>
        </pc:spChg>
        <pc:spChg chg="add mod">
          <ac:chgData name="Sarah Allott" userId="eb87138137533bf5" providerId="LiveId" clId="{B83941E0-230F-4C12-955D-5C0DE614AD06}" dt="2023-10-31T18:07:13.067" v="11844" actId="1036"/>
          <ac:spMkLst>
            <pc:docMk/>
            <pc:sldMk cId="823326882" sldId="380"/>
            <ac:spMk id="39" creationId="{42F95B69-328D-E546-96EF-99A0F7244647}"/>
          </ac:spMkLst>
        </pc:spChg>
        <pc:spChg chg="del">
          <ac:chgData name="Sarah Allott" userId="eb87138137533bf5" providerId="LiveId" clId="{B83941E0-230F-4C12-955D-5C0DE614AD06}" dt="2023-10-28T14:13:51.211" v="600" actId="478"/>
          <ac:spMkLst>
            <pc:docMk/>
            <pc:sldMk cId="823326882" sldId="380"/>
            <ac:spMk id="40" creationId="{BA7F0EFA-59C2-DF99-07E6-8C6EA80C8E2D}"/>
          </ac:spMkLst>
        </pc:spChg>
        <pc:spChg chg="add mod">
          <ac:chgData name="Sarah Allott" userId="eb87138137533bf5" providerId="LiveId" clId="{B83941E0-230F-4C12-955D-5C0DE614AD06}" dt="2023-10-31T18:07:13.067" v="11844" actId="1036"/>
          <ac:spMkLst>
            <pc:docMk/>
            <pc:sldMk cId="823326882" sldId="380"/>
            <ac:spMk id="40" creationId="{E48C018B-EC1F-1A54-F203-7ACCDFB4F7FC}"/>
          </ac:spMkLst>
        </pc:spChg>
        <pc:spChg chg="del">
          <ac:chgData name="Sarah Allott" userId="eb87138137533bf5" providerId="LiveId" clId="{B83941E0-230F-4C12-955D-5C0DE614AD06}" dt="2023-10-28T14:13:51.211" v="600" actId="478"/>
          <ac:spMkLst>
            <pc:docMk/>
            <pc:sldMk cId="823326882" sldId="380"/>
            <ac:spMk id="41" creationId="{0E9943A0-126F-48C0-E629-B5E0693FF705}"/>
          </ac:spMkLst>
        </pc:spChg>
        <pc:spChg chg="add mod">
          <ac:chgData name="Sarah Allott" userId="eb87138137533bf5" providerId="LiveId" clId="{B83941E0-230F-4C12-955D-5C0DE614AD06}" dt="2023-10-31T18:07:13.067" v="11844" actId="1036"/>
          <ac:spMkLst>
            <pc:docMk/>
            <pc:sldMk cId="823326882" sldId="380"/>
            <ac:spMk id="41" creationId="{3760D1B2-74EC-3D0C-BEE8-A13859120A06}"/>
          </ac:spMkLst>
        </pc:spChg>
        <pc:spChg chg="add mod">
          <ac:chgData name="Sarah Allott" userId="eb87138137533bf5" providerId="LiveId" clId="{B83941E0-230F-4C12-955D-5C0DE614AD06}" dt="2023-10-31T18:07:13.067" v="11844" actId="1036"/>
          <ac:spMkLst>
            <pc:docMk/>
            <pc:sldMk cId="823326882" sldId="380"/>
            <ac:spMk id="42" creationId="{0407FA56-DFD7-C9B9-6184-65028EB281A8}"/>
          </ac:spMkLst>
        </pc:spChg>
        <pc:spChg chg="add mod">
          <ac:chgData name="Sarah Allott" userId="eb87138137533bf5" providerId="LiveId" clId="{B83941E0-230F-4C12-955D-5C0DE614AD06}" dt="2023-10-31T18:07:13.067" v="11844" actId="1036"/>
          <ac:spMkLst>
            <pc:docMk/>
            <pc:sldMk cId="823326882" sldId="380"/>
            <ac:spMk id="44" creationId="{E290AB0D-B220-050E-0DAF-67C290A988E7}"/>
          </ac:spMkLst>
        </pc:spChg>
        <pc:spChg chg="del">
          <ac:chgData name="Sarah Allott" userId="eb87138137533bf5" providerId="LiveId" clId="{B83941E0-230F-4C12-955D-5C0DE614AD06}" dt="2023-10-28T14:13:51.211" v="600" actId="478"/>
          <ac:spMkLst>
            <pc:docMk/>
            <pc:sldMk cId="823326882" sldId="380"/>
            <ac:spMk id="44" creationId="{FB5F0F5B-42CD-13FF-FDF6-7D5D4C640A86}"/>
          </ac:spMkLst>
        </pc:spChg>
        <pc:spChg chg="add mod">
          <ac:chgData name="Sarah Allott" userId="eb87138137533bf5" providerId="LiveId" clId="{B83941E0-230F-4C12-955D-5C0DE614AD06}" dt="2023-10-31T18:07:13.067" v="11844" actId="1036"/>
          <ac:spMkLst>
            <pc:docMk/>
            <pc:sldMk cId="823326882" sldId="380"/>
            <ac:spMk id="45" creationId="{8317659E-3445-97D8-B300-D9847D26B4E2}"/>
          </ac:spMkLst>
        </pc:spChg>
        <pc:spChg chg="add mod">
          <ac:chgData name="Sarah Allott" userId="eb87138137533bf5" providerId="LiveId" clId="{B83941E0-230F-4C12-955D-5C0DE614AD06}" dt="2023-10-31T18:07:13.067" v="11844" actId="1036"/>
          <ac:spMkLst>
            <pc:docMk/>
            <pc:sldMk cId="823326882" sldId="380"/>
            <ac:spMk id="46" creationId="{590C1EC3-5135-CE1B-D98F-82B5F4FC1DF8}"/>
          </ac:spMkLst>
        </pc:spChg>
        <pc:spChg chg="add mod">
          <ac:chgData name="Sarah Allott" userId="eb87138137533bf5" providerId="LiveId" clId="{B83941E0-230F-4C12-955D-5C0DE614AD06}" dt="2023-10-31T18:07:13.067" v="11844" actId="1036"/>
          <ac:spMkLst>
            <pc:docMk/>
            <pc:sldMk cId="823326882" sldId="380"/>
            <ac:spMk id="47" creationId="{AAF17BDF-A179-04EF-E3A0-0ED4E727B030}"/>
          </ac:spMkLst>
        </pc:spChg>
        <pc:spChg chg="add mod">
          <ac:chgData name="Sarah Allott" userId="eb87138137533bf5" providerId="LiveId" clId="{B83941E0-230F-4C12-955D-5C0DE614AD06}" dt="2023-10-31T18:07:13.067" v="11844" actId="1036"/>
          <ac:spMkLst>
            <pc:docMk/>
            <pc:sldMk cId="823326882" sldId="380"/>
            <ac:spMk id="48" creationId="{B8A7560E-102E-7CF1-9C9B-AA1E55620058}"/>
          </ac:spMkLst>
        </pc:spChg>
        <pc:spChg chg="add mod">
          <ac:chgData name="Sarah Allott" userId="eb87138137533bf5" providerId="LiveId" clId="{B83941E0-230F-4C12-955D-5C0DE614AD06}" dt="2023-10-31T18:07:13.067" v="11844" actId="1036"/>
          <ac:spMkLst>
            <pc:docMk/>
            <pc:sldMk cId="823326882" sldId="380"/>
            <ac:spMk id="49" creationId="{CAF13903-4CC8-8FCC-5D41-2CE8E5A1BDC8}"/>
          </ac:spMkLst>
        </pc:spChg>
        <pc:spChg chg="add mod">
          <ac:chgData name="Sarah Allott" userId="eb87138137533bf5" providerId="LiveId" clId="{B83941E0-230F-4C12-955D-5C0DE614AD06}" dt="2023-10-31T18:07:13.067" v="11844" actId="1036"/>
          <ac:spMkLst>
            <pc:docMk/>
            <pc:sldMk cId="823326882" sldId="380"/>
            <ac:spMk id="50" creationId="{AFEC7DF9-B4C4-62FD-88F5-734A24472D78}"/>
          </ac:spMkLst>
        </pc:spChg>
        <pc:spChg chg="add mod">
          <ac:chgData name="Sarah Allott" userId="eb87138137533bf5" providerId="LiveId" clId="{B83941E0-230F-4C12-955D-5C0DE614AD06}" dt="2023-10-31T18:07:13.067" v="11844" actId="1036"/>
          <ac:spMkLst>
            <pc:docMk/>
            <pc:sldMk cId="823326882" sldId="380"/>
            <ac:spMk id="51" creationId="{AEF70C40-E9EF-E360-8B43-707F296D8F4D}"/>
          </ac:spMkLst>
        </pc:spChg>
        <pc:spChg chg="add mod">
          <ac:chgData name="Sarah Allott" userId="eb87138137533bf5" providerId="LiveId" clId="{B83941E0-230F-4C12-955D-5C0DE614AD06}" dt="2023-10-31T18:07:13.067" v="11844" actId="1036"/>
          <ac:spMkLst>
            <pc:docMk/>
            <pc:sldMk cId="823326882" sldId="380"/>
            <ac:spMk id="52" creationId="{C7FBBFC3-949D-534F-73E8-D1A8AB7F5498}"/>
          </ac:spMkLst>
        </pc:spChg>
        <pc:spChg chg="add mod">
          <ac:chgData name="Sarah Allott" userId="eb87138137533bf5" providerId="LiveId" clId="{B83941E0-230F-4C12-955D-5C0DE614AD06}" dt="2023-10-31T18:07:13.067" v="11844" actId="1036"/>
          <ac:spMkLst>
            <pc:docMk/>
            <pc:sldMk cId="823326882" sldId="380"/>
            <ac:spMk id="53" creationId="{BEB157C1-B15E-4D30-14AB-F74A36478C27}"/>
          </ac:spMkLst>
        </pc:spChg>
        <pc:spChg chg="add mod">
          <ac:chgData name="Sarah Allott" userId="eb87138137533bf5" providerId="LiveId" clId="{B83941E0-230F-4C12-955D-5C0DE614AD06}" dt="2023-10-31T18:07:13.067" v="11844" actId="1036"/>
          <ac:spMkLst>
            <pc:docMk/>
            <pc:sldMk cId="823326882" sldId="380"/>
            <ac:spMk id="54" creationId="{6C4E2D95-2CD5-61EB-EA44-B2D3AEBF6AC6}"/>
          </ac:spMkLst>
        </pc:spChg>
        <pc:spChg chg="add mod">
          <ac:chgData name="Sarah Allott" userId="eb87138137533bf5" providerId="LiveId" clId="{B83941E0-230F-4C12-955D-5C0DE614AD06}" dt="2023-10-31T18:07:13.067" v="11844" actId="1036"/>
          <ac:spMkLst>
            <pc:docMk/>
            <pc:sldMk cId="823326882" sldId="380"/>
            <ac:spMk id="55" creationId="{D4BA2651-1211-92B0-B7E6-67810A6F2BC1}"/>
          </ac:spMkLst>
        </pc:spChg>
        <pc:spChg chg="add mod">
          <ac:chgData name="Sarah Allott" userId="eb87138137533bf5" providerId="LiveId" clId="{B83941E0-230F-4C12-955D-5C0DE614AD06}" dt="2023-10-31T18:07:13.067" v="11844" actId="1036"/>
          <ac:spMkLst>
            <pc:docMk/>
            <pc:sldMk cId="823326882" sldId="380"/>
            <ac:spMk id="56" creationId="{13212066-95B0-462D-F677-4E58DBFDFEA7}"/>
          </ac:spMkLst>
        </pc:spChg>
        <pc:spChg chg="add mod">
          <ac:chgData name="Sarah Allott" userId="eb87138137533bf5" providerId="LiveId" clId="{B83941E0-230F-4C12-955D-5C0DE614AD06}" dt="2023-10-31T18:07:13.067" v="11844" actId="1036"/>
          <ac:spMkLst>
            <pc:docMk/>
            <pc:sldMk cId="823326882" sldId="380"/>
            <ac:spMk id="57" creationId="{F41A1BD3-397D-FF5F-93AA-C69288EE6359}"/>
          </ac:spMkLst>
        </pc:spChg>
        <pc:spChg chg="add mod">
          <ac:chgData name="Sarah Allott" userId="eb87138137533bf5" providerId="LiveId" clId="{B83941E0-230F-4C12-955D-5C0DE614AD06}" dt="2023-10-31T18:07:13.067" v="11844" actId="1036"/>
          <ac:spMkLst>
            <pc:docMk/>
            <pc:sldMk cId="823326882" sldId="380"/>
            <ac:spMk id="58" creationId="{8E58FCB4-4BF0-755D-0DFE-74538706EE5A}"/>
          </ac:spMkLst>
        </pc:spChg>
        <pc:spChg chg="add mod">
          <ac:chgData name="Sarah Allott" userId="eb87138137533bf5" providerId="LiveId" clId="{B83941E0-230F-4C12-955D-5C0DE614AD06}" dt="2023-10-31T18:07:13.067" v="11844" actId="1036"/>
          <ac:spMkLst>
            <pc:docMk/>
            <pc:sldMk cId="823326882" sldId="380"/>
            <ac:spMk id="59" creationId="{E82A4EC7-6CD5-6B03-65B7-AE656737C80C}"/>
          </ac:spMkLst>
        </pc:spChg>
        <pc:graphicFrameChg chg="add mod modGraphic">
          <ac:chgData name="Sarah Allott" userId="eb87138137533bf5" providerId="LiveId" clId="{B83941E0-230F-4C12-955D-5C0DE614AD06}" dt="2023-10-31T18:07:06.815" v="11836" actId="1076"/>
          <ac:graphicFrameMkLst>
            <pc:docMk/>
            <pc:sldMk cId="823326882" sldId="380"/>
            <ac:graphicFrameMk id="3" creationId="{41187EC4-2B6A-7A76-090A-D797484A756D}"/>
          </ac:graphicFrameMkLst>
        </pc:graphicFrameChg>
        <pc:graphicFrameChg chg="del">
          <ac:chgData name="Sarah Allott" userId="eb87138137533bf5" providerId="LiveId" clId="{B83941E0-230F-4C12-955D-5C0DE614AD06}" dt="2023-10-28T14:13:51.211" v="600" actId="478"/>
          <ac:graphicFrameMkLst>
            <pc:docMk/>
            <pc:sldMk cId="823326882" sldId="380"/>
            <ac:graphicFrameMk id="3" creationId="{92228CEB-FAA8-D023-019C-45A8F5A96FF5}"/>
          </ac:graphicFrameMkLst>
        </pc:graphicFrameChg>
        <pc:graphicFrameChg chg="add mod modGraphic">
          <ac:chgData name="Sarah Allott" userId="eb87138137533bf5" providerId="LiveId" clId="{B83941E0-230F-4C12-955D-5C0DE614AD06}" dt="2023-10-31T18:07:13.067" v="11844" actId="1036"/>
          <ac:graphicFrameMkLst>
            <pc:docMk/>
            <pc:sldMk cId="823326882" sldId="380"/>
            <ac:graphicFrameMk id="14" creationId="{B63E77FF-F416-AE23-AD8D-AC48D5FCEC9F}"/>
          </ac:graphicFrameMkLst>
        </pc:graphicFrameChg>
        <pc:graphicFrameChg chg="del">
          <ac:chgData name="Sarah Allott" userId="eb87138137533bf5" providerId="LiveId" clId="{B83941E0-230F-4C12-955D-5C0DE614AD06}" dt="2023-10-28T14:13:51.211" v="600" actId="478"/>
          <ac:graphicFrameMkLst>
            <pc:docMk/>
            <pc:sldMk cId="823326882" sldId="380"/>
            <ac:graphicFrameMk id="22" creationId="{DE7469B1-DA97-77E2-ACA0-3F495FFBA0C2}"/>
          </ac:graphicFrameMkLst>
        </pc:graphicFrameChg>
        <pc:graphicFrameChg chg="add mod modGraphic">
          <ac:chgData name="Sarah Allott" userId="eb87138137533bf5" providerId="LiveId" clId="{B83941E0-230F-4C12-955D-5C0DE614AD06}" dt="2023-10-31T18:07:06.815" v="11836" actId="1076"/>
          <ac:graphicFrameMkLst>
            <pc:docMk/>
            <pc:sldMk cId="823326882" sldId="380"/>
            <ac:graphicFrameMk id="34" creationId="{B708AC0B-4756-1C3D-C57B-23C996C7C0B7}"/>
          </ac:graphicFrameMkLst>
        </pc:graphicFrameChg>
        <pc:graphicFrameChg chg="add mod ord modGraphic">
          <ac:chgData name="Sarah Allott" userId="eb87138137533bf5" providerId="LiveId" clId="{B83941E0-230F-4C12-955D-5C0DE614AD06}" dt="2023-10-31T18:07:13.067" v="11844" actId="1036"/>
          <ac:graphicFrameMkLst>
            <pc:docMk/>
            <pc:sldMk cId="823326882" sldId="380"/>
            <ac:graphicFrameMk id="43" creationId="{6EF845AF-B2BF-45CE-FD92-64B33DA95DB0}"/>
          </ac:graphicFrameMkLst>
        </pc:graphicFrameChg>
      </pc:sldChg>
      <pc:sldChg chg="del">
        <pc:chgData name="Sarah Allott" userId="eb87138137533bf5" providerId="LiveId" clId="{B83941E0-230F-4C12-955D-5C0DE614AD06}" dt="2023-10-28T14:05:56.228" v="262" actId="47"/>
        <pc:sldMkLst>
          <pc:docMk/>
          <pc:sldMk cId="3209500758" sldId="381"/>
        </pc:sldMkLst>
      </pc:sldChg>
      <pc:sldChg chg="addSp delSp modSp add del mod addAnim delAnim modAnim modNotesTx">
        <pc:chgData name="Sarah Allott" userId="eb87138137533bf5" providerId="LiveId" clId="{B83941E0-230F-4C12-955D-5C0DE614AD06}" dt="2023-10-31T18:30:00.231" v="12635" actId="47"/>
        <pc:sldMkLst>
          <pc:docMk/>
          <pc:sldMk cId="462036228" sldId="382"/>
        </pc:sldMkLst>
        <pc:spChg chg="mod">
          <ac:chgData name="Sarah Allott" userId="eb87138137533bf5" providerId="LiveId" clId="{B83941E0-230F-4C12-955D-5C0DE614AD06}" dt="2023-10-29T12:30:01.105" v="6742" actId="20577"/>
          <ac:spMkLst>
            <pc:docMk/>
            <pc:sldMk cId="462036228" sldId="382"/>
            <ac:spMk id="2" creationId="{291D2CDD-562D-8035-4195-AF69204E088E}"/>
          </ac:spMkLst>
        </pc:spChg>
        <pc:spChg chg="add mod">
          <ac:chgData name="Sarah Allott" userId="eb87138137533bf5" providerId="LiveId" clId="{B83941E0-230F-4C12-955D-5C0DE614AD06}" dt="2023-10-29T13:11:30.045" v="7445" actId="20577"/>
          <ac:spMkLst>
            <pc:docMk/>
            <pc:sldMk cId="462036228" sldId="382"/>
            <ac:spMk id="3" creationId="{00FD574F-3C65-87A5-4EA4-B294C103C99F}"/>
          </ac:spMkLst>
        </pc:spChg>
        <pc:spChg chg="del mod">
          <ac:chgData name="Sarah Allott" userId="eb87138137533bf5" providerId="LiveId" clId="{B83941E0-230F-4C12-955D-5C0DE614AD06}" dt="2023-10-28T14:37:18.952" v="3164" actId="478"/>
          <ac:spMkLst>
            <pc:docMk/>
            <pc:sldMk cId="462036228" sldId="382"/>
            <ac:spMk id="3" creationId="{7FA635A9-35CB-600E-C4B8-17CCF9E5535C}"/>
          </ac:spMkLst>
        </pc:spChg>
        <pc:spChg chg="add mod">
          <ac:chgData name="Sarah Allott" userId="eb87138137533bf5" providerId="LiveId" clId="{B83941E0-230F-4C12-955D-5C0DE614AD06}" dt="2023-10-29T14:28:41.061" v="9614" actId="1076"/>
          <ac:spMkLst>
            <pc:docMk/>
            <pc:sldMk cId="462036228" sldId="382"/>
            <ac:spMk id="4" creationId="{ABC431EC-C600-D30D-0A81-2B0FD8444266}"/>
          </ac:spMkLst>
        </pc:spChg>
        <pc:spChg chg="add del mod">
          <ac:chgData name="Sarah Allott" userId="eb87138137533bf5" providerId="LiveId" clId="{B83941E0-230F-4C12-955D-5C0DE614AD06}" dt="2023-10-28T14:37:20.448" v="3165" actId="478"/>
          <ac:spMkLst>
            <pc:docMk/>
            <pc:sldMk cId="462036228" sldId="382"/>
            <ac:spMk id="5" creationId="{DAEF808F-E3FB-70FE-4656-B18A50DCD25D}"/>
          </ac:spMkLst>
        </pc:spChg>
        <pc:spChg chg="add del mod">
          <ac:chgData name="Sarah Allott" userId="eb87138137533bf5" providerId="LiveId" clId="{B83941E0-230F-4C12-955D-5C0DE614AD06}" dt="2023-10-29T12:29:13.293" v="6474" actId="478"/>
          <ac:spMkLst>
            <pc:docMk/>
            <pc:sldMk cId="462036228" sldId="382"/>
            <ac:spMk id="8" creationId="{1BD9E882-1002-5417-EC4C-0DA6A5A72F57}"/>
          </ac:spMkLst>
        </pc:spChg>
        <pc:spChg chg="add del mod">
          <ac:chgData name="Sarah Allott" userId="eb87138137533bf5" providerId="LiveId" clId="{B83941E0-230F-4C12-955D-5C0DE614AD06}" dt="2023-10-29T12:29:13.293" v="6474" actId="478"/>
          <ac:spMkLst>
            <pc:docMk/>
            <pc:sldMk cId="462036228" sldId="382"/>
            <ac:spMk id="9" creationId="{295963BF-8A1E-2CE9-9ADC-A0DC097DA641}"/>
          </ac:spMkLst>
        </pc:spChg>
        <pc:spChg chg="add del mod">
          <ac:chgData name="Sarah Allott" userId="eb87138137533bf5" providerId="LiveId" clId="{B83941E0-230F-4C12-955D-5C0DE614AD06}" dt="2023-10-29T12:29:13.293" v="6474" actId="478"/>
          <ac:spMkLst>
            <pc:docMk/>
            <pc:sldMk cId="462036228" sldId="382"/>
            <ac:spMk id="10" creationId="{8DF4053D-F594-0344-29FC-0CEEDC36B8A7}"/>
          </ac:spMkLst>
        </pc:spChg>
        <pc:spChg chg="add del mod">
          <ac:chgData name="Sarah Allott" userId="eb87138137533bf5" providerId="LiveId" clId="{B83941E0-230F-4C12-955D-5C0DE614AD06}" dt="2023-10-29T12:29:13.293" v="6474" actId="478"/>
          <ac:spMkLst>
            <pc:docMk/>
            <pc:sldMk cId="462036228" sldId="382"/>
            <ac:spMk id="11" creationId="{15E33CEC-83B7-7A61-AF3D-F7EA83857F58}"/>
          </ac:spMkLst>
        </pc:spChg>
        <pc:spChg chg="add del mod">
          <ac:chgData name="Sarah Allott" userId="eb87138137533bf5" providerId="LiveId" clId="{B83941E0-230F-4C12-955D-5C0DE614AD06}" dt="2023-10-29T12:29:13.293" v="6474" actId="478"/>
          <ac:spMkLst>
            <pc:docMk/>
            <pc:sldMk cId="462036228" sldId="382"/>
            <ac:spMk id="12" creationId="{A67D4E69-64D6-8AF7-DCCC-227655FA4E4D}"/>
          </ac:spMkLst>
        </pc:spChg>
        <pc:spChg chg="add del mod">
          <ac:chgData name="Sarah Allott" userId="eb87138137533bf5" providerId="LiveId" clId="{B83941E0-230F-4C12-955D-5C0DE614AD06}" dt="2023-10-29T12:29:13.293" v="6474" actId="478"/>
          <ac:spMkLst>
            <pc:docMk/>
            <pc:sldMk cId="462036228" sldId="382"/>
            <ac:spMk id="13" creationId="{359D0357-9E05-F2C4-70D4-7DC7215FFECE}"/>
          </ac:spMkLst>
        </pc:spChg>
        <pc:spChg chg="add del mod">
          <ac:chgData name="Sarah Allott" userId="eb87138137533bf5" providerId="LiveId" clId="{B83941E0-230F-4C12-955D-5C0DE614AD06}" dt="2023-10-29T12:29:13.293" v="6474" actId="478"/>
          <ac:spMkLst>
            <pc:docMk/>
            <pc:sldMk cId="462036228" sldId="382"/>
            <ac:spMk id="14" creationId="{68EA6C38-BF3E-12D5-F743-46A4ACC7354C}"/>
          </ac:spMkLst>
        </pc:spChg>
        <pc:spChg chg="add del mod">
          <ac:chgData name="Sarah Allott" userId="eb87138137533bf5" providerId="LiveId" clId="{B83941E0-230F-4C12-955D-5C0DE614AD06}" dt="2023-10-29T12:29:13.293" v="6474" actId="478"/>
          <ac:spMkLst>
            <pc:docMk/>
            <pc:sldMk cId="462036228" sldId="382"/>
            <ac:spMk id="15" creationId="{5D9F2193-C3CC-DE73-3B37-0C98A8CF5338}"/>
          </ac:spMkLst>
        </pc:spChg>
        <pc:spChg chg="add del mod">
          <ac:chgData name="Sarah Allott" userId="eb87138137533bf5" providerId="LiveId" clId="{B83941E0-230F-4C12-955D-5C0DE614AD06}" dt="2023-10-28T14:42:32.744" v="3312" actId="478"/>
          <ac:spMkLst>
            <pc:docMk/>
            <pc:sldMk cId="462036228" sldId="382"/>
            <ac:spMk id="16" creationId="{4ED80AE5-CFCD-2DE9-E9D7-9E5DAB1F1891}"/>
          </ac:spMkLst>
        </pc:spChg>
        <pc:spChg chg="add del mod">
          <ac:chgData name="Sarah Allott" userId="eb87138137533bf5" providerId="LiveId" clId="{B83941E0-230F-4C12-955D-5C0DE614AD06}" dt="2023-10-28T14:42:32.744" v="3312" actId="478"/>
          <ac:spMkLst>
            <pc:docMk/>
            <pc:sldMk cId="462036228" sldId="382"/>
            <ac:spMk id="17" creationId="{2E96E1C7-A43D-67AB-4FD7-95A9EAA8CB41}"/>
          </ac:spMkLst>
        </pc:spChg>
        <pc:spChg chg="add del mod">
          <ac:chgData name="Sarah Allott" userId="eb87138137533bf5" providerId="LiveId" clId="{B83941E0-230F-4C12-955D-5C0DE614AD06}" dt="2023-10-28T14:42:32.744" v="3312" actId="478"/>
          <ac:spMkLst>
            <pc:docMk/>
            <pc:sldMk cId="462036228" sldId="382"/>
            <ac:spMk id="18" creationId="{65B5E12E-A2B9-43B2-BE04-617B539F271D}"/>
          </ac:spMkLst>
        </pc:spChg>
        <pc:spChg chg="add del mod">
          <ac:chgData name="Sarah Allott" userId="eb87138137533bf5" providerId="LiveId" clId="{B83941E0-230F-4C12-955D-5C0DE614AD06}" dt="2023-10-29T12:29:13.293" v="6474" actId="478"/>
          <ac:spMkLst>
            <pc:docMk/>
            <pc:sldMk cId="462036228" sldId="382"/>
            <ac:spMk id="19" creationId="{7521F446-26B8-2734-49CF-3867102CC9D6}"/>
          </ac:spMkLst>
        </pc:spChg>
        <pc:spChg chg="add del mod">
          <ac:chgData name="Sarah Allott" userId="eb87138137533bf5" providerId="LiveId" clId="{B83941E0-230F-4C12-955D-5C0DE614AD06}" dt="2023-10-28T14:46:01.733" v="3364" actId="478"/>
          <ac:spMkLst>
            <pc:docMk/>
            <pc:sldMk cId="462036228" sldId="382"/>
            <ac:spMk id="20" creationId="{894440E3-FB18-31F0-330E-63A50162F719}"/>
          </ac:spMkLst>
        </pc:spChg>
        <pc:spChg chg="add del mod">
          <ac:chgData name="Sarah Allott" userId="eb87138137533bf5" providerId="LiveId" clId="{B83941E0-230F-4C12-955D-5C0DE614AD06}" dt="2023-10-29T12:29:13.293" v="6474" actId="478"/>
          <ac:spMkLst>
            <pc:docMk/>
            <pc:sldMk cId="462036228" sldId="382"/>
            <ac:spMk id="21" creationId="{AB2D0860-3CB8-4777-386F-BF2645597940}"/>
          </ac:spMkLst>
        </pc:spChg>
        <pc:spChg chg="add del mod">
          <ac:chgData name="Sarah Allott" userId="eb87138137533bf5" providerId="LiveId" clId="{B83941E0-230F-4C12-955D-5C0DE614AD06}" dt="2023-10-29T12:29:13.293" v="6474" actId="478"/>
          <ac:spMkLst>
            <pc:docMk/>
            <pc:sldMk cId="462036228" sldId="382"/>
            <ac:spMk id="22" creationId="{4E091907-21F5-0900-7278-84D8C700F32D}"/>
          </ac:spMkLst>
        </pc:spChg>
        <pc:spChg chg="add del mod">
          <ac:chgData name="Sarah Allott" userId="eb87138137533bf5" providerId="LiveId" clId="{B83941E0-230F-4C12-955D-5C0DE614AD06}" dt="2023-10-29T12:29:13.293" v="6474" actId="478"/>
          <ac:spMkLst>
            <pc:docMk/>
            <pc:sldMk cId="462036228" sldId="382"/>
            <ac:spMk id="23" creationId="{8C7ED128-406A-21A8-75E7-D2F4F190FB3B}"/>
          </ac:spMkLst>
        </pc:spChg>
        <pc:spChg chg="add del mod">
          <ac:chgData name="Sarah Allott" userId="eb87138137533bf5" providerId="LiveId" clId="{B83941E0-230F-4C12-955D-5C0DE614AD06}" dt="2023-10-29T12:29:13.293" v="6474" actId="478"/>
          <ac:spMkLst>
            <pc:docMk/>
            <pc:sldMk cId="462036228" sldId="382"/>
            <ac:spMk id="24" creationId="{CC357C57-0A43-242D-964C-33B96C73640D}"/>
          </ac:spMkLst>
        </pc:spChg>
        <pc:spChg chg="add del mod">
          <ac:chgData name="Sarah Allott" userId="eb87138137533bf5" providerId="LiveId" clId="{B83941E0-230F-4C12-955D-5C0DE614AD06}" dt="2023-10-29T12:29:13.293" v="6474" actId="478"/>
          <ac:spMkLst>
            <pc:docMk/>
            <pc:sldMk cId="462036228" sldId="382"/>
            <ac:spMk id="25" creationId="{0BDACD82-F6D1-1539-0CBE-D2D3DE45F734}"/>
          </ac:spMkLst>
        </pc:spChg>
        <pc:spChg chg="add del mod">
          <ac:chgData name="Sarah Allott" userId="eb87138137533bf5" providerId="LiveId" clId="{B83941E0-230F-4C12-955D-5C0DE614AD06}" dt="2023-10-28T14:46:58.463" v="3369"/>
          <ac:spMkLst>
            <pc:docMk/>
            <pc:sldMk cId="462036228" sldId="382"/>
            <ac:spMk id="26" creationId="{661C9F8C-878B-E5C0-60F6-8896A95E9E7F}"/>
          </ac:spMkLst>
        </pc:spChg>
        <pc:spChg chg="add del mod ord">
          <ac:chgData name="Sarah Allott" userId="eb87138137533bf5" providerId="LiveId" clId="{B83941E0-230F-4C12-955D-5C0DE614AD06}" dt="2023-10-29T12:29:13.293" v="6474" actId="478"/>
          <ac:spMkLst>
            <pc:docMk/>
            <pc:sldMk cId="462036228" sldId="382"/>
            <ac:spMk id="27" creationId="{F6B74495-0998-FD24-C64A-43A32C5021F9}"/>
          </ac:spMkLst>
        </pc:spChg>
        <pc:spChg chg="add del mod">
          <ac:chgData name="Sarah Allott" userId="eb87138137533bf5" providerId="LiveId" clId="{B83941E0-230F-4C12-955D-5C0DE614AD06}" dt="2023-10-28T14:47:41.911" v="3453"/>
          <ac:spMkLst>
            <pc:docMk/>
            <pc:sldMk cId="462036228" sldId="382"/>
            <ac:spMk id="28" creationId="{FB6C1E20-06B2-3C24-D2E8-129C34D06313}"/>
          </ac:spMkLst>
        </pc:spChg>
        <pc:spChg chg="add del mod">
          <ac:chgData name="Sarah Allott" userId="eb87138137533bf5" providerId="LiveId" clId="{B83941E0-230F-4C12-955D-5C0DE614AD06}" dt="2023-10-29T12:29:13.293" v="6474" actId="478"/>
          <ac:spMkLst>
            <pc:docMk/>
            <pc:sldMk cId="462036228" sldId="382"/>
            <ac:spMk id="30" creationId="{12D17734-F729-DCD3-E213-2B8BF85C8BA7}"/>
          </ac:spMkLst>
        </pc:spChg>
        <pc:spChg chg="add del mod">
          <ac:chgData name="Sarah Allott" userId="eb87138137533bf5" providerId="LiveId" clId="{B83941E0-230F-4C12-955D-5C0DE614AD06}" dt="2023-10-28T14:52:35.489" v="3980" actId="478"/>
          <ac:spMkLst>
            <pc:docMk/>
            <pc:sldMk cId="462036228" sldId="382"/>
            <ac:spMk id="31" creationId="{E789D3E3-728C-9C78-59E0-33140EF7C6F1}"/>
          </ac:spMkLst>
        </pc:spChg>
        <pc:spChg chg="add del mod ord">
          <ac:chgData name="Sarah Allott" userId="eb87138137533bf5" providerId="LiveId" clId="{B83941E0-230F-4C12-955D-5C0DE614AD06}" dt="2023-10-29T12:29:13.293" v="6474" actId="478"/>
          <ac:spMkLst>
            <pc:docMk/>
            <pc:sldMk cId="462036228" sldId="382"/>
            <ac:spMk id="32" creationId="{862286D0-1D2E-B8A5-5359-46C9345E7D33}"/>
          </ac:spMkLst>
        </pc:spChg>
        <pc:spChg chg="add del mod">
          <ac:chgData name="Sarah Allott" userId="eb87138137533bf5" providerId="LiveId" clId="{B83941E0-230F-4C12-955D-5C0DE614AD06}" dt="2023-10-29T12:29:13.293" v="6474" actId="478"/>
          <ac:spMkLst>
            <pc:docMk/>
            <pc:sldMk cId="462036228" sldId="382"/>
            <ac:spMk id="33" creationId="{FC41C42B-FCD5-ED51-59E9-F8DC8A95699E}"/>
          </ac:spMkLst>
        </pc:spChg>
        <pc:spChg chg="add del mod">
          <ac:chgData name="Sarah Allott" userId="eb87138137533bf5" providerId="LiveId" clId="{B83941E0-230F-4C12-955D-5C0DE614AD06}" dt="2023-10-29T12:29:13.293" v="6474" actId="478"/>
          <ac:spMkLst>
            <pc:docMk/>
            <pc:sldMk cId="462036228" sldId="382"/>
            <ac:spMk id="34" creationId="{C7DC4D1E-1161-BB99-92F3-5A5C0E402A2B}"/>
          </ac:spMkLst>
        </pc:spChg>
        <pc:spChg chg="add del mod">
          <ac:chgData name="Sarah Allott" userId="eb87138137533bf5" providerId="LiveId" clId="{B83941E0-230F-4C12-955D-5C0DE614AD06}" dt="2023-10-29T12:29:13.293" v="6474" actId="478"/>
          <ac:spMkLst>
            <pc:docMk/>
            <pc:sldMk cId="462036228" sldId="382"/>
            <ac:spMk id="35" creationId="{FA47D2CB-41EA-D6D7-EE6B-5B2EDB4084D4}"/>
          </ac:spMkLst>
        </pc:spChg>
        <pc:spChg chg="add del mod">
          <ac:chgData name="Sarah Allott" userId="eb87138137533bf5" providerId="LiveId" clId="{B83941E0-230F-4C12-955D-5C0DE614AD06}" dt="2023-10-29T12:29:13.293" v="6474" actId="478"/>
          <ac:spMkLst>
            <pc:docMk/>
            <pc:sldMk cId="462036228" sldId="382"/>
            <ac:spMk id="36" creationId="{D64D8E4C-2B20-D99C-7B97-451EBA3F2CAF}"/>
          </ac:spMkLst>
        </pc:spChg>
        <pc:spChg chg="add del mod">
          <ac:chgData name="Sarah Allott" userId="eb87138137533bf5" providerId="LiveId" clId="{B83941E0-230F-4C12-955D-5C0DE614AD06}" dt="2023-10-29T12:29:13.293" v="6474" actId="478"/>
          <ac:spMkLst>
            <pc:docMk/>
            <pc:sldMk cId="462036228" sldId="382"/>
            <ac:spMk id="37" creationId="{AD78C3D1-3E3A-50F5-04B7-0B19D88C3DD8}"/>
          </ac:spMkLst>
        </pc:spChg>
        <pc:spChg chg="add del mod">
          <ac:chgData name="Sarah Allott" userId="eb87138137533bf5" providerId="LiveId" clId="{B83941E0-230F-4C12-955D-5C0DE614AD06}" dt="2023-10-29T12:29:13.293" v="6474" actId="478"/>
          <ac:spMkLst>
            <pc:docMk/>
            <pc:sldMk cId="462036228" sldId="382"/>
            <ac:spMk id="38" creationId="{53476826-718C-6822-363C-88CD3C9F00AF}"/>
          </ac:spMkLst>
        </pc:spChg>
        <pc:spChg chg="add del mod">
          <ac:chgData name="Sarah Allott" userId="eb87138137533bf5" providerId="LiveId" clId="{B83941E0-230F-4C12-955D-5C0DE614AD06}" dt="2023-10-29T12:29:13.293" v="6474" actId="478"/>
          <ac:spMkLst>
            <pc:docMk/>
            <pc:sldMk cId="462036228" sldId="382"/>
            <ac:spMk id="39" creationId="{65769922-6F4E-1DAF-FCAA-DD2893580575}"/>
          </ac:spMkLst>
        </pc:spChg>
        <pc:spChg chg="add del mod">
          <ac:chgData name="Sarah Allott" userId="eb87138137533bf5" providerId="LiveId" clId="{B83941E0-230F-4C12-955D-5C0DE614AD06}" dt="2023-10-28T14:58:47.490" v="4307" actId="478"/>
          <ac:spMkLst>
            <pc:docMk/>
            <pc:sldMk cId="462036228" sldId="382"/>
            <ac:spMk id="40" creationId="{861EBE14-1287-A7B9-347A-1B92E3DCBCA0}"/>
          </ac:spMkLst>
        </pc:spChg>
        <pc:spChg chg="add del mod">
          <ac:chgData name="Sarah Allott" userId="eb87138137533bf5" providerId="LiveId" clId="{B83941E0-230F-4C12-955D-5C0DE614AD06}" dt="2023-10-29T12:29:13.293" v="6474" actId="478"/>
          <ac:spMkLst>
            <pc:docMk/>
            <pc:sldMk cId="462036228" sldId="382"/>
            <ac:spMk id="41" creationId="{A6E24CA7-6885-25BC-76BA-B2553BFDD144}"/>
          </ac:spMkLst>
        </pc:spChg>
        <pc:spChg chg="add del mod">
          <ac:chgData name="Sarah Allott" userId="eb87138137533bf5" providerId="LiveId" clId="{B83941E0-230F-4C12-955D-5C0DE614AD06}" dt="2023-10-28T14:56:09.428" v="4217" actId="478"/>
          <ac:spMkLst>
            <pc:docMk/>
            <pc:sldMk cId="462036228" sldId="382"/>
            <ac:spMk id="42" creationId="{204575F8-722A-A352-12FD-C098802ADBE9}"/>
          </ac:spMkLst>
        </pc:spChg>
        <pc:spChg chg="add del mod">
          <ac:chgData name="Sarah Allott" userId="eb87138137533bf5" providerId="LiveId" clId="{B83941E0-230F-4C12-955D-5C0DE614AD06}" dt="2023-10-28T14:56:07.456" v="4216" actId="478"/>
          <ac:spMkLst>
            <pc:docMk/>
            <pc:sldMk cId="462036228" sldId="382"/>
            <ac:spMk id="43" creationId="{1369160B-AEB1-B870-9448-6C826A29A2E2}"/>
          </ac:spMkLst>
        </pc:spChg>
        <pc:spChg chg="add del mod">
          <ac:chgData name="Sarah Allott" userId="eb87138137533bf5" providerId="LiveId" clId="{B83941E0-230F-4C12-955D-5C0DE614AD06}" dt="2023-10-29T12:29:13.293" v="6474" actId="478"/>
          <ac:spMkLst>
            <pc:docMk/>
            <pc:sldMk cId="462036228" sldId="382"/>
            <ac:spMk id="44" creationId="{35C1596F-843F-B4A6-F7B2-9AAD97E23C6C}"/>
          </ac:spMkLst>
        </pc:spChg>
        <pc:spChg chg="add del mod">
          <ac:chgData name="Sarah Allott" userId="eb87138137533bf5" providerId="LiveId" clId="{B83941E0-230F-4C12-955D-5C0DE614AD06}" dt="2023-10-29T12:29:13.293" v="6474" actId="478"/>
          <ac:spMkLst>
            <pc:docMk/>
            <pc:sldMk cId="462036228" sldId="382"/>
            <ac:spMk id="45" creationId="{34F01952-97D8-8336-E8C5-1DDF2AF590D1}"/>
          </ac:spMkLst>
        </pc:spChg>
        <pc:spChg chg="add del mod">
          <ac:chgData name="Sarah Allott" userId="eb87138137533bf5" providerId="LiveId" clId="{B83941E0-230F-4C12-955D-5C0DE614AD06}" dt="2023-10-29T12:29:13.293" v="6474" actId="478"/>
          <ac:spMkLst>
            <pc:docMk/>
            <pc:sldMk cId="462036228" sldId="382"/>
            <ac:spMk id="46" creationId="{C650756E-1BE1-0FD3-B923-25E1D52179E5}"/>
          </ac:spMkLst>
        </pc:spChg>
        <pc:spChg chg="add del mod">
          <ac:chgData name="Sarah Allott" userId="eb87138137533bf5" providerId="LiveId" clId="{B83941E0-230F-4C12-955D-5C0DE614AD06}" dt="2023-10-29T12:29:13.293" v="6474" actId="478"/>
          <ac:spMkLst>
            <pc:docMk/>
            <pc:sldMk cId="462036228" sldId="382"/>
            <ac:spMk id="47" creationId="{72A10E45-A84E-BD06-F623-D2BE3D3A88DA}"/>
          </ac:spMkLst>
        </pc:spChg>
        <pc:spChg chg="add del mod">
          <ac:chgData name="Sarah Allott" userId="eb87138137533bf5" providerId="LiveId" clId="{B83941E0-230F-4C12-955D-5C0DE614AD06}" dt="2023-10-28T14:59:44.798" v="4314" actId="478"/>
          <ac:spMkLst>
            <pc:docMk/>
            <pc:sldMk cId="462036228" sldId="382"/>
            <ac:spMk id="48" creationId="{21676AD2-F5AF-74E5-0EBB-8D8018E57635}"/>
          </ac:spMkLst>
        </pc:spChg>
        <pc:spChg chg="add del mod">
          <ac:chgData name="Sarah Allott" userId="eb87138137533bf5" providerId="LiveId" clId="{B83941E0-230F-4C12-955D-5C0DE614AD06}" dt="2023-10-29T12:29:13.293" v="6474" actId="478"/>
          <ac:spMkLst>
            <pc:docMk/>
            <pc:sldMk cId="462036228" sldId="382"/>
            <ac:spMk id="49" creationId="{1196F79E-955D-0A45-2A49-9639D4FEE17D}"/>
          </ac:spMkLst>
        </pc:spChg>
        <pc:spChg chg="add del mod">
          <ac:chgData name="Sarah Allott" userId="eb87138137533bf5" providerId="LiveId" clId="{B83941E0-230F-4C12-955D-5C0DE614AD06}" dt="2023-10-29T12:29:13.293" v="6474" actId="478"/>
          <ac:spMkLst>
            <pc:docMk/>
            <pc:sldMk cId="462036228" sldId="382"/>
            <ac:spMk id="50" creationId="{00190299-FC25-AF1A-B461-E3F36DFAE76A}"/>
          </ac:spMkLst>
        </pc:spChg>
        <pc:spChg chg="add del mod">
          <ac:chgData name="Sarah Allott" userId="eb87138137533bf5" providerId="LiveId" clId="{B83941E0-230F-4C12-955D-5C0DE614AD06}" dt="2023-10-29T12:29:13.293" v="6474" actId="478"/>
          <ac:spMkLst>
            <pc:docMk/>
            <pc:sldMk cId="462036228" sldId="382"/>
            <ac:spMk id="51" creationId="{6F1EC811-82A9-1E6C-0D0B-53D503E26F03}"/>
          </ac:spMkLst>
        </pc:spChg>
        <pc:spChg chg="add del mod">
          <ac:chgData name="Sarah Allott" userId="eb87138137533bf5" providerId="LiveId" clId="{B83941E0-230F-4C12-955D-5C0DE614AD06}" dt="2023-10-28T15:01:57.072" v="4549" actId="478"/>
          <ac:spMkLst>
            <pc:docMk/>
            <pc:sldMk cId="462036228" sldId="382"/>
            <ac:spMk id="52" creationId="{A31541DB-D423-804C-3988-6A0DCFE06BF2}"/>
          </ac:spMkLst>
        </pc:spChg>
        <pc:graphicFrameChg chg="add del mod modGraphic">
          <ac:chgData name="Sarah Allott" userId="eb87138137533bf5" providerId="LiveId" clId="{B83941E0-230F-4C12-955D-5C0DE614AD06}" dt="2023-10-29T12:29:13.293" v="6474" actId="478"/>
          <ac:graphicFrameMkLst>
            <pc:docMk/>
            <pc:sldMk cId="462036228" sldId="382"/>
            <ac:graphicFrameMk id="6" creationId="{E120F9C8-79D2-1120-0B8E-31B6E74020A5}"/>
          </ac:graphicFrameMkLst>
        </pc:graphicFrameChg>
        <pc:graphicFrameChg chg="add del mod modGraphic">
          <ac:chgData name="Sarah Allott" userId="eb87138137533bf5" providerId="LiveId" clId="{B83941E0-230F-4C12-955D-5C0DE614AD06}" dt="2023-10-28T14:40:16.553" v="3214" actId="478"/>
          <ac:graphicFrameMkLst>
            <pc:docMk/>
            <pc:sldMk cId="462036228" sldId="382"/>
            <ac:graphicFrameMk id="7" creationId="{19C1C55F-0D28-282F-165A-F1EFBC7541CD}"/>
          </ac:graphicFrameMkLst>
        </pc:graphicFrameChg>
      </pc:sldChg>
      <pc:sldChg chg="del">
        <pc:chgData name="Sarah Allott" userId="eb87138137533bf5" providerId="LiveId" clId="{B83941E0-230F-4C12-955D-5C0DE614AD06}" dt="2023-10-28T14:06:33.908" v="382" actId="47"/>
        <pc:sldMkLst>
          <pc:docMk/>
          <pc:sldMk cId="3251619334" sldId="391"/>
        </pc:sldMkLst>
      </pc:sldChg>
      <pc:sldChg chg="addSp delSp modSp new mod modAnim">
        <pc:chgData name="Sarah Allott" userId="eb87138137533bf5" providerId="LiveId" clId="{B83941E0-230F-4C12-955D-5C0DE614AD06}" dt="2023-10-29T12:28:38.680" v="6472" actId="408"/>
        <pc:sldMkLst>
          <pc:docMk/>
          <pc:sldMk cId="2619509803" sldId="392"/>
        </pc:sldMkLst>
        <pc:spChg chg="mod">
          <ac:chgData name="Sarah Allott" userId="eb87138137533bf5" providerId="LiveId" clId="{B83941E0-230F-4C12-955D-5C0DE614AD06}" dt="2023-10-28T14:06:26.599" v="365" actId="20577"/>
          <ac:spMkLst>
            <pc:docMk/>
            <pc:sldMk cId="2619509803" sldId="392"/>
            <ac:spMk id="2" creationId="{F0AD0880-EA3F-7463-CF59-471FB9E198BF}"/>
          </ac:spMkLst>
        </pc:spChg>
        <pc:spChg chg="del mod">
          <ac:chgData name="Sarah Allott" userId="eb87138137533bf5" providerId="LiveId" clId="{B83941E0-230F-4C12-955D-5C0DE614AD06}" dt="2023-10-28T15:17:01.027" v="5577" actId="478"/>
          <ac:spMkLst>
            <pc:docMk/>
            <pc:sldMk cId="2619509803" sldId="392"/>
            <ac:spMk id="3" creationId="{57959865-CF69-5653-8436-4E5CAFCD841B}"/>
          </ac:spMkLst>
        </pc:spChg>
        <pc:spChg chg="add mod">
          <ac:chgData name="Sarah Allott" userId="eb87138137533bf5" providerId="LiveId" clId="{B83941E0-230F-4C12-955D-5C0DE614AD06}" dt="2023-10-29T12:09:59.355" v="5930" actId="122"/>
          <ac:spMkLst>
            <pc:docMk/>
            <pc:sldMk cId="2619509803" sldId="392"/>
            <ac:spMk id="3" creationId="{87B95438-BADE-4E5A-BE66-D0DA5417BA0A}"/>
          </ac:spMkLst>
        </pc:spChg>
        <pc:spChg chg="add mod">
          <ac:chgData name="Sarah Allott" userId="eb87138137533bf5" providerId="LiveId" clId="{B83941E0-230F-4C12-955D-5C0DE614AD06}" dt="2023-10-29T12:28:20.254" v="6469" actId="1076"/>
          <ac:spMkLst>
            <pc:docMk/>
            <pc:sldMk cId="2619509803" sldId="392"/>
            <ac:spMk id="4" creationId="{061F437A-AE77-7B87-07A7-CAF7862E3B27}"/>
          </ac:spMkLst>
        </pc:spChg>
        <pc:spChg chg="add mod">
          <ac:chgData name="Sarah Allott" userId="eb87138137533bf5" providerId="LiveId" clId="{B83941E0-230F-4C12-955D-5C0DE614AD06}" dt="2023-10-29T12:28:38.680" v="6472" actId="408"/>
          <ac:spMkLst>
            <pc:docMk/>
            <pc:sldMk cId="2619509803" sldId="392"/>
            <ac:spMk id="5" creationId="{13200FF4-A750-F887-2F38-F22D19F0CCCC}"/>
          </ac:spMkLst>
        </pc:spChg>
        <pc:spChg chg="add del mod">
          <ac:chgData name="Sarah Allott" userId="eb87138137533bf5" providerId="LiveId" clId="{B83941E0-230F-4C12-955D-5C0DE614AD06}" dt="2023-10-28T15:17:02.978" v="5578" actId="478"/>
          <ac:spMkLst>
            <pc:docMk/>
            <pc:sldMk cId="2619509803" sldId="392"/>
            <ac:spMk id="5" creationId="{CA02DDBC-50E3-EDE8-6251-4E49C3C6243C}"/>
          </ac:spMkLst>
        </pc:spChg>
        <pc:spChg chg="add mod">
          <ac:chgData name="Sarah Allott" userId="eb87138137533bf5" providerId="LiveId" clId="{B83941E0-230F-4C12-955D-5C0DE614AD06}" dt="2023-10-29T12:08:33.085" v="5894" actId="20577"/>
          <ac:spMkLst>
            <pc:docMk/>
            <pc:sldMk cId="2619509803" sldId="392"/>
            <ac:spMk id="6" creationId="{15A2F41D-5B51-B797-9418-094D821131B8}"/>
          </ac:spMkLst>
        </pc:spChg>
        <pc:spChg chg="add mod">
          <ac:chgData name="Sarah Allott" userId="eb87138137533bf5" providerId="LiveId" clId="{B83941E0-230F-4C12-955D-5C0DE614AD06}" dt="2023-10-29T12:28:33.381" v="6471" actId="1076"/>
          <ac:spMkLst>
            <pc:docMk/>
            <pc:sldMk cId="2619509803" sldId="392"/>
            <ac:spMk id="7" creationId="{8D9F9E9A-CD5F-FD08-57A9-0FAD9C8BF38C}"/>
          </ac:spMkLst>
        </pc:spChg>
        <pc:spChg chg="add mod">
          <ac:chgData name="Sarah Allott" userId="eb87138137533bf5" providerId="LiveId" clId="{B83941E0-230F-4C12-955D-5C0DE614AD06}" dt="2023-10-29T12:18:13.597" v="6180" actId="20577"/>
          <ac:spMkLst>
            <pc:docMk/>
            <pc:sldMk cId="2619509803" sldId="392"/>
            <ac:spMk id="8" creationId="{E6224D6F-7324-C143-409C-517F97CBE940}"/>
          </ac:spMkLst>
        </pc:spChg>
        <pc:spChg chg="add mod ord">
          <ac:chgData name="Sarah Allott" userId="eb87138137533bf5" providerId="LiveId" clId="{B83941E0-230F-4C12-955D-5C0DE614AD06}" dt="2023-10-29T12:27:12.890" v="6436" actId="1076"/>
          <ac:spMkLst>
            <pc:docMk/>
            <pc:sldMk cId="2619509803" sldId="392"/>
            <ac:spMk id="9" creationId="{C4081D00-F311-5A97-40C6-28244AB7B9BD}"/>
          </ac:spMkLst>
        </pc:spChg>
        <pc:spChg chg="add del mod">
          <ac:chgData name="Sarah Allott" userId="eb87138137533bf5" providerId="LiveId" clId="{B83941E0-230F-4C12-955D-5C0DE614AD06}" dt="2023-10-29T12:18:06.477" v="6177" actId="478"/>
          <ac:spMkLst>
            <pc:docMk/>
            <pc:sldMk cId="2619509803" sldId="392"/>
            <ac:spMk id="10" creationId="{9AF5707D-3D14-C494-DF74-BD0575F78179}"/>
          </ac:spMkLst>
        </pc:spChg>
        <pc:spChg chg="add mod">
          <ac:chgData name="Sarah Allott" userId="eb87138137533bf5" providerId="LiveId" clId="{B83941E0-230F-4C12-955D-5C0DE614AD06}" dt="2023-10-29T12:18:26.087" v="6184" actId="1076"/>
          <ac:spMkLst>
            <pc:docMk/>
            <pc:sldMk cId="2619509803" sldId="392"/>
            <ac:spMk id="11" creationId="{F56B989A-7D39-16A6-4413-11E1E0BE8F85}"/>
          </ac:spMkLst>
        </pc:spChg>
        <pc:spChg chg="add mod">
          <ac:chgData name="Sarah Allott" userId="eb87138137533bf5" providerId="LiveId" clId="{B83941E0-230F-4C12-955D-5C0DE614AD06}" dt="2023-10-29T12:20:15.167" v="6403" actId="553"/>
          <ac:spMkLst>
            <pc:docMk/>
            <pc:sldMk cId="2619509803" sldId="392"/>
            <ac:spMk id="12" creationId="{5CABDB9E-BD87-3702-33ED-A2EAED713B05}"/>
          </ac:spMkLst>
        </pc:spChg>
        <pc:spChg chg="add mod">
          <ac:chgData name="Sarah Allott" userId="eb87138137533bf5" providerId="LiveId" clId="{B83941E0-230F-4C12-955D-5C0DE614AD06}" dt="2023-10-29T12:20:15.167" v="6403" actId="553"/>
          <ac:spMkLst>
            <pc:docMk/>
            <pc:sldMk cId="2619509803" sldId="392"/>
            <ac:spMk id="13" creationId="{85C0DA6B-48DD-171B-20D8-6D924E19E1A4}"/>
          </ac:spMkLst>
        </pc:spChg>
        <pc:spChg chg="add mod">
          <ac:chgData name="Sarah Allott" userId="eb87138137533bf5" providerId="LiveId" clId="{B83941E0-230F-4C12-955D-5C0DE614AD06}" dt="2023-10-29T12:20:25.535" v="6407" actId="20577"/>
          <ac:spMkLst>
            <pc:docMk/>
            <pc:sldMk cId="2619509803" sldId="392"/>
            <ac:spMk id="14" creationId="{E641A5AF-A367-4A91-B505-4C2C25DA3BC2}"/>
          </ac:spMkLst>
        </pc:spChg>
        <pc:cxnChg chg="add mod">
          <ac:chgData name="Sarah Allott" userId="eb87138137533bf5" providerId="LiveId" clId="{B83941E0-230F-4C12-955D-5C0DE614AD06}" dt="2023-10-29T12:20:15.167" v="6403" actId="553"/>
          <ac:cxnSpMkLst>
            <pc:docMk/>
            <pc:sldMk cId="2619509803" sldId="392"/>
            <ac:cxnSpMk id="16" creationId="{6CCA5ED7-FA81-0583-48FE-F542148BF18D}"/>
          </ac:cxnSpMkLst>
        </pc:cxnChg>
        <pc:cxnChg chg="add mod">
          <ac:chgData name="Sarah Allott" userId="eb87138137533bf5" providerId="LiveId" clId="{B83941E0-230F-4C12-955D-5C0DE614AD06}" dt="2023-10-29T12:20:21.021" v="6406" actId="14100"/>
          <ac:cxnSpMkLst>
            <pc:docMk/>
            <pc:sldMk cId="2619509803" sldId="392"/>
            <ac:cxnSpMk id="17" creationId="{A9DB8DBC-C3DB-4B29-0B62-1A2935767B2C}"/>
          </ac:cxnSpMkLst>
        </pc:cxnChg>
        <pc:cxnChg chg="add mod">
          <ac:chgData name="Sarah Allott" userId="eb87138137533bf5" providerId="LiveId" clId="{B83941E0-230F-4C12-955D-5C0DE614AD06}" dt="2023-10-29T12:20:40.088" v="6412" actId="14100"/>
          <ac:cxnSpMkLst>
            <pc:docMk/>
            <pc:sldMk cId="2619509803" sldId="392"/>
            <ac:cxnSpMk id="19" creationId="{AE059772-700F-0654-49CD-7D5EB19288C7}"/>
          </ac:cxnSpMkLst>
        </pc:cxnChg>
      </pc:sldChg>
      <pc:sldChg chg="addSp delSp modSp add del mod delAnim modAnim">
        <pc:chgData name="Sarah Allott" userId="eb87138137533bf5" providerId="LiveId" clId="{B83941E0-230F-4C12-955D-5C0DE614AD06}" dt="2023-10-29T13:45:21.133" v="7491" actId="47"/>
        <pc:sldMkLst>
          <pc:docMk/>
          <pc:sldMk cId="2356578005" sldId="393"/>
        </pc:sldMkLst>
        <pc:spChg chg="del mod">
          <ac:chgData name="Sarah Allott" userId="eb87138137533bf5" providerId="LiveId" clId="{B83941E0-230F-4C12-955D-5C0DE614AD06}" dt="2023-10-29T13:15:53.418" v="7483" actId="478"/>
          <ac:spMkLst>
            <pc:docMk/>
            <pc:sldMk cId="2356578005" sldId="393"/>
            <ac:spMk id="2" creationId="{BE1BC3CA-B8DF-2228-1D2F-5E0C97A0CCB0}"/>
          </ac:spMkLst>
        </pc:spChg>
        <pc:spChg chg="del mod">
          <ac:chgData name="Sarah Allott" userId="eb87138137533bf5" providerId="LiveId" clId="{B83941E0-230F-4C12-955D-5C0DE614AD06}" dt="2023-10-29T13:15:53.418" v="7483" actId="478"/>
          <ac:spMkLst>
            <pc:docMk/>
            <pc:sldMk cId="2356578005" sldId="393"/>
            <ac:spMk id="3" creationId="{6790EFBA-4463-C2A0-4482-D10CC114C52C}"/>
          </ac:spMkLst>
        </pc:spChg>
        <pc:spChg chg="add del mod">
          <ac:chgData name="Sarah Allott" userId="eb87138137533bf5" providerId="LiveId" clId="{B83941E0-230F-4C12-955D-5C0DE614AD06}" dt="2023-10-29T13:15:56.936" v="7484" actId="478"/>
          <ac:spMkLst>
            <pc:docMk/>
            <pc:sldMk cId="2356578005" sldId="393"/>
            <ac:spMk id="6" creationId="{D0CC1415-37B7-BFEF-177E-4088DEDF0A45}"/>
          </ac:spMkLst>
        </pc:spChg>
        <pc:spChg chg="add del mod">
          <ac:chgData name="Sarah Allott" userId="eb87138137533bf5" providerId="LiveId" clId="{B83941E0-230F-4C12-955D-5C0DE614AD06}" dt="2023-10-29T13:15:56.936" v="7484" actId="478"/>
          <ac:spMkLst>
            <pc:docMk/>
            <pc:sldMk cId="2356578005" sldId="393"/>
            <ac:spMk id="8" creationId="{71D46491-816C-A1E6-07E5-9F933061A5B8}"/>
          </ac:spMkLst>
        </pc:spChg>
        <pc:spChg chg="add mod">
          <ac:chgData name="Sarah Allott" userId="eb87138137533bf5" providerId="LiveId" clId="{B83941E0-230F-4C12-955D-5C0DE614AD06}" dt="2023-10-29T13:45:14.451" v="7489" actId="20577"/>
          <ac:spMkLst>
            <pc:docMk/>
            <pc:sldMk cId="2356578005" sldId="393"/>
            <ac:spMk id="9" creationId="{7A67D6F3-A39C-296F-44B8-2108DA127F38}"/>
          </ac:spMkLst>
        </pc:spChg>
        <pc:spChg chg="add del mod">
          <ac:chgData name="Sarah Allott" userId="eb87138137533bf5" providerId="LiveId" clId="{B83941E0-230F-4C12-955D-5C0DE614AD06}" dt="2023-10-29T13:16:08.584" v="7487" actId="478"/>
          <ac:spMkLst>
            <pc:docMk/>
            <pc:sldMk cId="2356578005" sldId="393"/>
            <ac:spMk id="10" creationId="{2AC74587-30F4-299C-298E-683E35EB9DC8}"/>
          </ac:spMkLst>
        </pc:spChg>
        <pc:spChg chg="add mod">
          <ac:chgData name="Sarah Allott" userId="eb87138137533bf5" providerId="LiveId" clId="{B83941E0-230F-4C12-955D-5C0DE614AD06}" dt="2023-10-29T13:15:58.059" v="7485"/>
          <ac:spMkLst>
            <pc:docMk/>
            <pc:sldMk cId="2356578005" sldId="393"/>
            <ac:spMk id="11" creationId="{F841D609-C196-423E-79DD-CC9113317009}"/>
          </ac:spMkLst>
        </pc:spChg>
        <pc:spChg chg="add mod">
          <ac:chgData name="Sarah Allott" userId="eb87138137533bf5" providerId="LiveId" clId="{B83941E0-230F-4C12-955D-5C0DE614AD06}" dt="2023-10-29T13:15:58.059" v="7485"/>
          <ac:spMkLst>
            <pc:docMk/>
            <pc:sldMk cId="2356578005" sldId="393"/>
            <ac:spMk id="12" creationId="{466B2BA5-FF0B-69D5-5254-7F03A5A67615}"/>
          </ac:spMkLst>
        </pc:spChg>
        <pc:spChg chg="add mod">
          <ac:chgData name="Sarah Allott" userId="eb87138137533bf5" providerId="LiveId" clId="{B83941E0-230F-4C12-955D-5C0DE614AD06}" dt="2023-10-29T13:15:58.059" v="7485"/>
          <ac:spMkLst>
            <pc:docMk/>
            <pc:sldMk cId="2356578005" sldId="393"/>
            <ac:spMk id="13" creationId="{C7BEC60E-E170-ED7F-DCC4-4CA32723B5DF}"/>
          </ac:spMkLst>
        </pc:spChg>
        <pc:spChg chg="add mod">
          <ac:chgData name="Sarah Allott" userId="eb87138137533bf5" providerId="LiveId" clId="{B83941E0-230F-4C12-955D-5C0DE614AD06}" dt="2023-10-29T13:15:58.059" v="7485"/>
          <ac:spMkLst>
            <pc:docMk/>
            <pc:sldMk cId="2356578005" sldId="393"/>
            <ac:spMk id="14" creationId="{3CF61F11-690E-6131-A0CA-DA158D438D93}"/>
          </ac:spMkLst>
        </pc:spChg>
        <pc:spChg chg="add mod">
          <ac:chgData name="Sarah Allott" userId="eb87138137533bf5" providerId="LiveId" clId="{B83941E0-230F-4C12-955D-5C0DE614AD06}" dt="2023-10-29T13:15:58.059" v="7485"/>
          <ac:spMkLst>
            <pc:docMk/>
            <pc:sldMk cId="2356578005" sldId="393"/>
            <ac:spMk id="16" creationId="{BC591854-DBDA-22DE-ABAF-5DB12AB37F61}"/>
          </ac:spMkLst>
        </pc:spChg>
        <pc:spChg chg="add mod">
          <ac:chgData name="Sarah Allott" userId="eb87138137533bf5" providerId="LiveId" clId="{B83941E0-230F-4C12-955D-5C0DE614AD06}" dt="2023-10-29T13:15:58.059" v="7485"/>
          <ac:spMkLst>
            <pc:docMk/>
            <pc:sldMk cId="2356578005" sldId="393"/>
            <ac:spMk id="18" creationId="{26A20115-48B5-0575-B3C5-F7BE41605E60}"/>
          </ac:spMkLst>
        </pc:spChg>
        <pc:spChg chg="add del mod">
          <ac:chgData name="Sarah Allott" userId="eb87138137533bf5" providerId="LiveId" clId="{B83941E0-230F-4C12-955D-5C0DE614AD06}" dt="2023-10-29T13:16:06.180" v="7486" actId="478"/>
          <ac:spMkLst>
            <pc:docMk/>
            <pc:sldMk cId="2356578005" sldId="393"/>
            <ac:spMk id="20" creationId="{245B9F7C-EBEB-0E3F-E46D-DD5535CAC1A5}"/>
          </ac:spMkLst>
        </pc:spChg>
        <pc:spChg chg="add del mod">
          <ac:chgData name="Sarah Allott" userId="eb87138137533bf5" providerId="LiveId" clId="{B83941E0-230F-4C12-955D-5C0DE614AD06}" dt="2023-10-29T13:16:06.180" v="7486" actId="478"/>
          <ac:spMkLst>
            <pc:docMk/>
            <pc:sldMk cId="2356578005" sldId="393"/>
            <ac:spMk id="21" creationId="{995EFD12-564E-D88F-4BFF-F36CA643AB81}"/>
          </ac:spMkLst>
        </pc:spChg>
        <pc:spChg chg="add del mod">
          <ac:chgData name="Sarah Allott" userId="eb87138137533bf5" providerId="LiveId" clId="{B83941E0-230F-4C12-955D-5C0DE614AD06}" dt="2023-10-29T13:16:06.180" v="7486" actId="478"/>
          <ac:spMkLst>
            <pc:docMk/>
            <pc:sldMk cId="2356578005" sldId="393"/>
            <ac:spMk id="23" creationId="{C47BAF93-40F9-3FE9-AA57-9B85A3D13EF8}"/>
          </ac:spMkLst>
        </pc:spChg>
        <pc:spChg chg="add del mod">
          <ac:chgData name="Sarah Allott" userId="eb87138137533bf5" providerId="LiveId" clId="{B83941E0-230F-4C12-955D-5C0DE614AD06}" dt="2023-10-29T13:16:06.180" v="7486" actId="478"/>
          <ac:spMkLst>
            <pc:docMk/>
            <pc:sldMk cId="2356578005" sldId="393"/>
            <ac:spMk id="25" creationId="{96396FA8-66AF-5FD0-1696-A2EDC675DB6E}"/>
          </ac:spMkLst>
        </pc:spChg>
        <pc:spChg chg="add mod">
          <ac:chgData name="Sarah Allott" userId="eb87138137533bf5" providerId="LiveId" clId="{B83941E0-230F-4C12-955D-5C0DE614AD06}" dt="2023-10-29T13:15:58.059" v="7485"/>
          <ac:spMkLst>
            <pc:docMk/>
            <pc:sldMk cId="2356578005" sldId="393"/>
            <ac:spMk id="27" creationId="{12E61B6D-463D-698D-F08A-58E38789CD7C}"/>
          </ac:spMkLst>
        </pc:spChg>
        <pc:spChg chg="add mod">
          <ac:chgData name="Sarah Allott" userId="eb87138137533bf5" providerId="LiveId" clId="{B83941E0-230F-4C12-955D-5C0DE614AD06}" dt="2023-10-29T13:15:58.059" v="7485"/>
          <ac:spMkLst>
            <pc:docMk/>
            <pc:sldMk cId="2356578005" sldId="393"/>
            <ac:spMk id="28" creationId="{3375CC7C-7C48-8BB0-8A8A-C9C2A1947304}"/>
          </ac:spMkLst>
        </pc:spChg>
        <pc:spChg chg="add mod">
          <ac:chgData name="Sarah Allott" userId="eb87138137533bf5" providerId="LiveId" clId="{B83941E0-230F-4C12-955D-5C0DE614AD06}" dt="2023-10-29T13:15:58.059" v="7485"/>
          <ac:spMkLst>
            <pc:docMk/>
            <pc:sldMk cId="2356578005" sldId="393"/>
            <ac:spMk id="29" creationId="{00441995-1659-5D3F-A965-39A0F255612F}"/>
          </ac:spMkLst>
        </pc:spChg>
        <pc:spChg chg="add mod">
          <ac:chgData name="Sarah Allott" userId="eb87138137533bf5" providerId="LiveId" clId="{B83941E0-230F-4C12-955D-5C0DE614AD06}" dt="2023-10-29T13:15:58.059" v="7485"/>
          <ac:spMkLst>
            <pc:docMk/>
            <pc:sldMk cId="2356578005" sldId="393"/>
            <ac:spMk id="30" creationId="{E35572A1-0CAB-43F0-237F-6A784D28A58B}"/>
          </ac:spMkLst>
        </pc:spChg>
        <pc:cxnChg chg="add mod">
          <ac:chgData name="Sarah Allott" userId="eb87138137533bf5" providerId="LiveId" clId="{B83941E0-230F-4C12-955D-5C0DE614AD06}" dt="2023-10-29T13:15:58.059" v="7485"/>
          <ac:cxnSpMkLst>
            <pc:docMk/>
            <pc:sldMk cId="2356578005" sldId="393"/>
            <ac:cxnSpMk id="15" creationId="{D437200A-8542-59CF-EF89-613414D20E7C}"/>
          </ac:cxnSpMkLst>
        </pc:cxnChg>
        <pc:cxnChg chg="add mod">
          <ac:chgData name="Sarah Allott" userId="eb87138137533bf5" providerId="LiveId" clId="{B83941E0-230F-4C12-955D-5C0DE614AD06}" dt="2023-10-29T13:15:58.059" v="7485"/>
          <ac:cxnSpMkLst>
            <pc:docMk/>
            <pc:sldMk cId="2356578005" sldId="393"/>
            <ac:cxnSpMk id="17" creationId="{6F9F53B8-4C8D-BA28-EE78-187AB65EE924}"/>
          </ac:cxnSpMkLst>
        </pc:cxnChg>
        <pc:cxnChg chg="add mod">
          <ac:chgData name="Sarah Allott" userId="eb87138137533bf5" providerId="LiveId" clId="{B83941E0-230F-4C12-955D-5C0DE614AD06}" dt="2023-10-29T13:15:58.059" v="7485"/>
          <ac:cxnSpMkLst>
            <pc:docMk/>
            <pc:sldMk cId="2356578005" sldId="393"/>
            <ac:cxnSpMk id="19" creationId="{63037E5A-6B00-3ABA-40CC-2463FF3B0AD9}"/>
          </ac:cxnSpMkLst>
        </pc:cxnChg>
        <pc:cxnChg chg="add del mod">
          <ac:chgData name="Sarah Allott" userId="eb87138137533bf5" providerId="LiveId" clId="{B83941E0-230F-4C12-955D-5C0DE614AD06}" dt="2023-10-29T13:16:06.180" v="7486" actId="478"/>
          <ac:cxnSpMkLst>
            <pc:docMk/>
            <pc:sldMk cId="2356578005" sldId="393"/>
            <ac:cxnSpMk id="22" creationId="{5D81F8E1-CEA9-A04E-9069-8B2E204793C6}"/>
          </ac:cxnSpMkLst>
        </pc:cxnChg>
        <pc:cxnChg chg="add del mod">
          <ac:chgData name="Sarah Allott" userId="eb87138137533bf5" providerId="LiveId" clId="{B83941E0-230F-4C12-955D-5C0DE614AD06}" dt="2023-10-29T13:16:06.180" v="7486" actId="478"/>
          <ac:cxnSpMkLst>
            <pc:docMk/>
            <pc:sldMk cId="2356578005" sldId="393"/>
            <ac:cxnSpMk id="24" creationId="{E166AAAB-E95E-4939-C297-8A5268E11F62}"/>
          </ac:cxnSpMkLst>
        </pc:cxnChg>
        <pc:cxnChg chg="add del mod">
          <ac:chgData name="Sarah Allott" userId="eb87138137533bf5" providerId="LiveId" clId="{B83941E0-230F-4C12-955D-5C0DE614AD06}" dt="2023-10-29T13:16:06.180" v="7486" actId="478"/>
          <ac:cxnSpMkLst>
            <pc:docMk/>
            <pc:sldMk cId="2356578005" sldId="393"/>
            <ac:cxnSpMk id="26" creationId="{78E1772C-E8A2-C531-2D4B-08C1BB794C8D}"/>
          </ac:cxnSpMkLst>
        </pc:cxnChg>
      </pc:sldChg>
      <pc:sldChg chg="addSp delSp modSp add mod ord modAnim modNotesTx">
        <pc:chgData name="Sarah Allott" userId="eb87138137533bf5" providerId="LiveId" clId="{B83941E0-230F-4C12-955D-5C0DE614AD06}" dt="2023-10-29T13:50:13.306" v="7820" actId="20577"/>
        <pc:sldMkLst>
          <pc:docMk/>
          <pc:sldMk cId="1509912587" sldId="394"/>
        </pc:sldMkLst>
        <pc:spChg chg="del mod">
          <ac:chgData name="Sarah Allott" userId="eb87138137533bf5" providerId="LiveId" clId="{B83941E0-230F-4C12-955D-5C0DE614AD06}" dt="2023-10-29T12:33:44.246" v="6848" actId="478"/>
          <ac:spMkLst>
            <pc:docMk/>
            <pc:sldMk cId="1509912587" sldId="394"/>
            <ac:spMk id="2" creationId="{BE1BC3CA-B8DF-2228-1D2F-5E0C97A0CCB0}"/>
          </ac:spMkLst>
        </pc:spChg>
        <pc:spChg chg="del mod">
          <ac:chgData name="Sarah Allott" userId="eb87138137533bf5" providerId="LiveId" clId="{B83941E0-230F-4C12-955D-5C0DE614AD06}" dt="2023-10-29T12:36:03.987" v="6924" actId="478"/>
          <ac:spMkLst>
            <pc:docMk/>
            <pc:sldMk cId="1509912587" sldId="394"/>
            <ac:spMk id="3" creationId="{6790EFBA-4463-C2A0-4482-D10CC114C52C}"/>
          </ac:spMkLst>
        </pc:spChg>
        <pc:spChg chg="add mod">
          <ac:chgData name="Sarah Allott" userId="eb87138137533bf5" providerId="LiveId" clId="{B83941E0-230F-4C12-955D-5C0DE614AD06}" dt="2023-10-29T12:34:11.135" v="6869" actId="20577"/>
          <ac:spMkLst>
            <pc:docMk/>
            <pc:sldMk cId="1509912587" sldId="394"/>
            <ac:spMk id="5" creationId="{93F6030B-2760-6D52-C633-568670EF2999}"/>
          </ac:spMkLst>
        </pc:spChg>
        <pc:spChg chg="add mod">
          <ac:chgData name="Sarah Allott" userId="eb87138137533bf5" providerId="LiveId" clId="{B83941E0-230F-4C12-955D-5C0DE614AD06}" dt="2023-10-29T12:34:22.042" v="6876" actId="20577"/>
          <ac:spMkLst>
            <pc:docMk/>
            <pc:sldMk cId="1509912587" sldId="394"/>
            <ac:spMk id="6" creationId="{8BF74972-33D3-824C-9A5D-F069BB466D01}"/>
          </ac:spMkLst>
        </pc:spChg>
        <pc:spChg chg="add del mod">
          <ac:chgData name="Sarah Allott" userId="eb87138137533bf5" providerId="LiveId" clId="{B83941E0-230F-4C12-955D-5C0DE614AD06}" dt="2023-10-29T12:36:05.914" v="6925" actId="478"/>
          <ac:spMkLst>
            <pc:docMk/>
            <pc:sldMk cId="1509912587" sldId="394"/>
            <ac:spMk id="8" creationId="{64D0D2B5-1B3E-287A-7F0B-492E42635FD9}"/>
          </ac:spMkLst>
        </pc:spChg>
        <pc:spChg chg="add mod">
          <ac:chgData name="Sarah Allott" userId="eb87138137533bf5" providerId="LiveId" clId="{B83941E0-230F-4C12-955D-5C0DE614AD06}" dt="2023-10-29T12:36:19.932" v="6939" actId="20577"/>
          <ac:spMkLst>
            <pc:docMk/>
            <pc:sldMk cId="1509912587" sldId="394"/>
            <ac:spMk id="9" creationId="{7E31BE73-A17D-6342-7E21-8392765374B4}"/>
          </ac:spMkLst>
        </pc:spChg>
        <pc:spChg chg="add mod">
          <ac:chgData name="Sarah Allott" userId="eb87138137533bf5" providerId="LiveId" clId="{B83941E0-230F-4C12-955D-5C0DE614AD06}" dt="2023-10-29T12:36:39.169" v="6945" actId="20577"/>
          <ac:spMkLst>
            <pc:docMk/>
            <pc:sldMk cId="1509912587" sldId="394"/>
            <ac:spMk id="10" creationId="{08C95972-BB80-91D7-22F0-0B94471FE87E}"/>
          </ac:spMkLst>
        </pc:spChg>
        <pc:spChg chg="add mod">
          <ac:chgData name="Sarah Allott" userId="eb87138137533bf5" providerId="LiveId" clId="{B83941E0-230F-4C12-955D-5C0DE614AD06}" dt="2023-10-29T12:45:28.047" v="7096" actId="14100"/>
          <ac:spMkLst>
            <pc:docMk/>
            <pc:sldMk cId="1509912587" sldId="394"/>
            <ac:spMk id="11" creationId="{88D28FB3-DEE8-B361-1C09-2A350A7A196A}"/>
          </ac:spMkLst>
        </pc:spChg>
        <pc:spChg chg="add mod">
          <ac:chgData name="Sarah Allott" userId="eb87138137533bf5" providerId="LiveId" clId="{B83941E0-230F-4C12-955D-5C0DE614AD06}" dt="2023-10-29T12:46:15.316" v="7147" actId="1076"/>
          <ac:spMkLst>
            <pc:docMk/>
            <pc:sldMk cId="1509912587" sldId="394"/>
            <ac:spMk id="12" creationId="{30AEC636-127A-79F0-91E4-FE65E9B7D275}"/>
          </ac:spMkLst>
        </pc:spChg>
        <pc:spChg chg="add mod">
          <ac:chgData name="Sarah Allott" userId="eb87138137533bf5" providerId="LiveId" clId="{B83941E0-230F-4C12-955D-5C0DE614AD06}" dt="2023-10-29T12:46:37.061" v="7203" actId="20577"/>
          <ac:spMkLst>
            <pc:docMk/>
            <pc:sldMk cId="1509912587" sldId="394"/>
            <ac:spMk id="17" creationId="{6C7098DB-7951-5C0E-F4CE-CE619110CA3C}"/>
          </ac:spMkLst>
        </pc:spChg>
        <pc:spChg chg="add mod">
          <ac:chgData name="Sarah Allott" userId="eb87138137533bf5" providerId="LiveId" clId="{B83941E0-230F-4C12-955D-5C0DE614AD06}" dt="2023-10-29T13:50:10.274" v="7810" actId="20577"/>
          <ac:spMkLst>
            <pc:docMk/>
            <pc:sldMk cId="1509912587" sldId="394"/>
            <ac:spMk id="21" creationId="{1259B8F1-821B-2B32-681C-75AD5ED42882}"/>
          </ac:spMkLst>
        </pc:spChg>
        <pc:spChg chg="add mod">
          <ac:chgData name="Sarah Allott" userId="eb87138137533bf5" providerId="LiveId" clId="{B83941E0-230F-4C12-955D-5C0DE614AD06}" dt="2023-10-29T13:10:20.705" v="7412" actId="1035"/>
          <ac:spMkLst>
            <pc:docMk/>
            <pc:sldMk cId="1509912587" sldId="394"/>
            <ac:spMk id="24" creationId="{D6BA08AB-24D4-2FDE-C928-63153BE4D1C6}"/>
          </ac:spMkLst>
        </pc:spChg>
        <pc:spChg chg="add mod">
          <ac:chgData name="Sarah Allott" userId="eb87138137533bf5" providerId="LiveId" clId="{B83941E0-230F-4C12-955D-5C0DE614AD06}" dt="2023-10-29T13:10:20.705" v="7412" actId="1035"/>
          <ac:spMkLst>
            <pc:docMk/>
            <pc:sldMk cId="1509912587" sldId="394"/>
            <ac:spMk id="25" creationId="{9E2E61AC-28BB-AA58-5060-4C7B2AC1EF14}"/>
          </ac:spMkLst>
        </pc:spChg>
        <pc:spChg chg="add mod">
          <ac:chgData name="Sarah Allott" userId="eb87138137533bf5" providerId="LiveId" clId="{B83941E0-230F-4C12-955D-5C0DE614AD06}" dt="2023-10-29T13:10:20.705" v="7412" actId="1035"/>
          <ac:spMkLst>
            <pc:docMk/>
            <pc:sldMk cId="1509912587" sldId="394"/>
            <ac:spMk id="27" creationId="{3F85B667-45E5-29E2-4916-1303C3697EEA}"/>
          </ac:spMkLst>
        </pc:spChg>
        <pc:spChg chg="add mod">
          <ac:chgData name="Sarah Allott" userId="eb87138137533bf5" providerId="LiveId" clId="{B83941E0-230F-4C12-955D-5C0DE614AD06}" dt="2023-10-29T13:50:13.306" v="7820" actId="20577"/>
          <ac:spMkLst>
            <pc:docMk/>
            <pc:sldMk cId="1509912587" sldId="394"/>
            <ac:spMk id="29" creationId="{E1443B67-D3C6-5737-3B5B-6895762C2584}"/>
          </ac:spMkLst>
        </pc:spChg>
        <pc:spChg chg="add mod">
          <ac:chgData name="Sarah Allott" userId="eb87138137533bf5" providerId="LiveId" clId="{B83941E0-230F-4C12-955D-5C0DE614AD06}" dt="2023-10-29T13:11:59.306" v="7453" actId="20577"/>
          <ac:spMkLst>
            <pc:docMk/>
            <pc:sldMk cId="1509912587" sldId="394"/>
            <ac:spMk id="37" creationId="{9AB50492-A444-4CD8-A5D8-F3A02418ECB3}"/>
          </ac:spMkLst>
        </pc:spChg>
        <pc:spChg chg="add mod">
          <ac:chgData name="Sarah Allott" userId="eb87138137533bf5" providerId="LiveId" clId="{B83941E0-230F-4C12-955D-5C0DE614AD06}" dt="2023-10-29T13:12:27.631" v="7467" actId="1035"/>
          <ac:spMkLst>
            <pc:docMk/>
            <pc:sldMk cId="1509912587" sldId="394"/>
            <ac:spMk id="38" creationId="{9B98D2E2-E209-E5AC-C7F1-0FCE7EC120C1}"/>
          </ac:spMkLst>
        </pc:spChg>
        <pc:spChg chg="add mod">
          <ac:chgData name="Sarah Allott" userId="eb87138137533bf5" providerId="LiveId" clId="{B83941E0-230F-4C12-955D-5C0DE614AD06}" dt="2023-10-29T13:12:16.674" v="7462" actId="14100"/>
          <ac:spMkLst>
            <pc:docMk/>
            <pc:sldMk cId="1509912587" sldId="394"/>
            <ac:spMk id="39" creationId="{B6C326DF-6089-3BA9-6566-2E0C0C43C6C3}"/>
          </ac:spMkLst>
        </pc:spChg>
        <pc:spChg chg="add mod">
          <ac:chgData name="Sarah Allott" userId="eb87138137533bf5" providerId="LiveId" clId="{B83941E0-230F-4C12-955D-5C0DE614AD06}" dt="2023-10-29T13:12:27.631" v="7467" actId="1035"/>
          <ac:spMkLst>
            <pc:docMk/>
            <pc:sldMk cId="1509912587" sldId="394"/>
            <ac:spMk id="40" creationId="{00E04497-1D7B-668A-EDD8-D43154ABD0C4}"/>
          </ac:spMkLst>
        </pc:spChg>
        <pc:cxnChg chg="add mod">
          <ac:chgData name="Sarah Allott" userId="eb87138137533bf5" providerId="LiveId" clId="{B83941E0-230F-4C12-955D-5C0DE614AD06}" dt="2023-10-29T12:46:17.349" v="7148" actId="14100"/>
          <ac:cxnSpMkLst>
            <pc:docMk/>
            <pc:sldMk cId="1509912587" sldId="394"/>
            <ac:cxnSpMk id="13" creationId="{A93E1857-6183-5466-79F6-62C1C05E84DB}"/>
          </ac:cxnSpMkLst>
        </pc:cxnChg>
        <pc:cxnChg chg="add del mod">
          <ac:chgData name="Sarah Allott" userId="eb87138137533bf5" providerId="LiveId" clId="{B83941E0-230F-4C12-955D-5C0DE614AD06}" dt="2023-10-29T12:46:18.772" v="7150"/>
          <ac:cxnSpMkLst>
            <pc:docMk/>
            <pc:sldMk cId="1509912587" sldId="394"/>
            <ac:cxnSpMk id="16" creationId="{BCC1EFD4-2C24-0420-FFAB-92DAD450A39D}"/>
          </ac:cxnSpMkLst>
        </pc:cxnChg>
        <pc:cxnChg chg="add mod">
          <ac:chgData name="Sarah Allott" userId="eb87138137533bf5" providerId="LiveId" clId="{B83941E0-230F-4C12-955D-5C0DE614AD06}" dt="2023-10-29T12:46:46.760" v="7205" actId="14100"/>
          <ac:cxnSpMkLst>
            <pc:docMk/>
            <pc:sldMk cId="1509912587" sldId="394"/>
            <ac:cxnSpMk id="18" creationId="{7BEA025B-C68B-6DB8-220B-64E3265A1834}"/>
          </ac:cxnSpMkLst>
        </pc:cxnChg>
        <pc:cxnChg chg="add mod">
          <ac:chgData name="Sarah Allott" userId="eb87138137533bf5" providerId="LiveId" clId="{B83941E0-230F-4C12-955D-5C0DE614AD06}" dt="2023-10-29T12:47:08.235" v="7231" actId="20577"/>
          <ac:cxnSpMkLst>
            <pc:docMk/>
            <pc:sldMk cId="1509912587" sldId="394"/>
            <ac:cxnSpMk id="22" creationId="{A2C56411-0B02-A4FF-89D9-401FE572F0B1}"/>
          </ac:cxnSpMkLst>
        </pc:cxnChg>
        <pc:cxnChg chg="add mod">
          <ac:chgData name="Sarah Allott" userId="eb87138137533bf5" providerId="LiveId" clId="{B83941E0-230F-4C12-955D-5C0DE614AD06}" dt="2023-10-29T13:10:20.705" v="7412" actId="1035"/>
          <ac:cxnSpMkLst>
            <pc:docMk/>
            <pc:sldMk cId="1509912587" sldId="394"/>
            <ac:cxnSpMk id="26" creationId="{3F9CB0CA-7E4C-0F30-8D6E-DE0B1A7B392B}"/>
          </ac:cxnSpMkLst>
        </pc:cxnChg>
        <pc:cxnChg chg="add mod">
          <ac:chgData name="Sarah Allott" userId="eb87138137533bf5" providerId="LiveId" clId="{B83941E0-230F-4C12-955D-5C0DE614AD06}" dt="2023-10-29T13:10:20.705" v="7412" actId="1035"/>
          <ac:cxnSpMkLst>
            <pc:docMk/>
            <pc:sldMk cId="1509912587" sldId="394"/>
            <ac:cxnSpMk id="28" creationId="{78022125-3FA0-E0CD-DA4B-690CC547AA1C}"/>
          </ac:cxnSpMkLst>
        </pc:cxnChg>
        <pc:cxnChg chg="add mod">
          <ac:chgData name="Sarah Allott" userId="eb87138137533bf5" providerId="LiveId" clId="{B83941E0-230F-4C12-955D-5C0DE614AD06}" dt="2023-10-29T13:10:20.705" v="7412" actId="1035"/>
          <ac:cxnSpMkLst>
            <pc:docMk/>
            <pc:sldMk cId="1509912587" sldId="394"/>
            <ac:cxnSpMk id="30" creationId="{029C5229-FA6D-AC4D-8B65-CFBBE3CC4CED}"/>
          </ac:cxnSpMkLst>
        </pc:cxnChg>
      </pc:sldChg>
      <pc:sldChg chg="modSp add del mod">
        <pc:chgData name="Sarah Allott" userId="eb87138137533bf5" providerId="LiveId" clId="{B83941E0-230F-4C12-955D-5C0DE614AD06}" dt="2023-10-29T13:54:21.574" v="7987" actId="47"/>
        <pc:sldMkLst>
          <pc:docMk/>
          <pc:sldMk cId="3921641924" sldId="395"/>
        </pc:sldMkLst>
        <pc:spChg chg="mod">
          <ac:chgData name="Sarah Allott" userId="eb87138137533bf5" providerId="LiveId" clId="{B83941E0-230F-4C12-955D-5C0DE614AD06}" dt="2023-10-28T14:07:19.229" v="424" actId="20577"/>
          <ac:spMkLst>
            <pc:docMk/>
            <pc:sldMk cId="3921641924" sldId="395"/>
            <ac:spMk id="2" creationId="{BE1BC3CA-B8DF-2228-1D2F-5E0C97A0CCB0}"/>
          </ac:spMkLst>
        </pc:spChg>
        <pc:spChg chg="mod">
          <ac:chgData name="Sarah Allott" userId="eb87138137533bf5" providerId="LiveId" clId="{B83941E0-230F-4C12-955D-5C0DE614AD06}" dt="2023-10-28T14:18:43.055" v="1338" actId="20577"/>
          <ac:spMkLst>
            <pc:docMk/>
            <pc:sldMk cId="3921641924" sldId="395"/>
            <ac:spMk id="3" creationId="{6790EFBA-4463-C2A0-4482-D10CC114C52C}"/>
          </ac:spMkLst>
        </pc:spChg>
      </pc:sldChg>
      <pc:sldChg chg="addSp delSp modSp add del mod">
        <pc:chgData name="Sarah Allott" userId="eb87138137533bf5" providerId="LiveId" clId="{B83941E0-230F-4C12-955D-5C0DE614AD06}" dt="2023-10-30T17:41:15.027" v="10346" actId="47"/>
        <pc:sldMkLst>
          <pc:docMk/>
          <pc:sldMk cId="3541982388" sldId="396"/>
        </pc:sldMkLst>
        <pc:spChg chg="mod">
          <ac:chgData name="Sarah Allott" userId="eb87138137533bf5" providerId="LiveId" clId="{B83941E0-230F-4C12-955D-5C0DE614AD06}" dt="2023-10-28T14:17:47.185" v="1187" actId="20577"/>
          <ac:spMkLst>
            <pc:docMk/>
            <pc:sldMk cId="3541982388" sldId="396"/>
            <ac:spMk id="2" creationId="{BE1BC3CA-B8DF-2228-1D2F-5E0C97A0CCB0}"/>
          </ac:spMkLst>
        </pc:spChg>
        <pc:spChg chg="mod">
          <ac:chgData name="Sarah Allott" userId="eb87138137533bf5" providerId="LiveId" clId="{B83941E0-230F-4C12-955D-5C0DE614AD06}" dt="2023-10-28T14:18:21.935" v="1262" actId="20577"/>
          <ac:spMkLst>
            <pc:docMk/>
            <pc:sldMk cId="3541982388" sldId="396"/>
            <ac:spMk id="3" creationId="{6790EFBA-4463-C2A0-4482-D10CC114C52C}"/>
          </ac:spMkLst>
        </pc:spChg>
        <pc:spChg chg="add del mod">
          <ac:chgData name="Sarah Allott" userId="eb87138137533bf5" providerId="LiveId" clId="{B83941E0-230F-4C12-955D-5C0DE614AD06}" dt="2023-10-30T17:40:53.758" v="10342" actId="478"/>
          <ac:spMkLst>
            <pc:docMk/>
            <pc:sldMk cId="3541982388" sldId="396"/>
            <ac:spMk id="5" creationId="{6B52086F-FF47-4984-9A8A-0D580A714210}"/>
          </ac:spMkLst>
        </pc:spChg>
      </pc:sldChg>
      <pc:sldChg chg="modSp add del mod">
        <pc:chgData name="Sarah Allott" userId="eb87138137533bf5" providerId="LiveId" clId="{B83941E0-230F-4C12-955D-5C0DE614AD06}" dt="2023-10-30T17:41:15.027" v="10346" actId="47"/>
        <pc:sldMkLst>
          <pc:docMk/>
          <pc:sldMk cId="2954943387" sldId="397"/>
        </pc:sldMkLst>
        <pc:spChg chg="mod">
          <ac:chgData name="Sarah Allott" userId="eb87138137533bf5" providerId="LiveId" clId="{B83941E0-230F-4C12-955D-5C0DE614AD06}" dt="2023-10-28T14:18:08.773" v="1221" actId="20577"/>
          <ac:spMkLst>
            <pc:docMk/>
            <pc:sldMk cId="2954943387" sldId="397"/>
            <ac:spMk id="2" creationId="{BE1BC3CA-B8DF-2228-1D2F-5E0C97A0CCB0}"/>
          </ac:spMkLst>
        </pc:spChg>
        <pc:spChg chg="mod">
          <ac:chgData name="Sarah Allott" userId="eb87138137533bf5" providerId="LiveId" clId="{B83941E0-230F-4C12-955D-5C0DE614AD06}" dt="2023-10-28T14:18:16.935" v="1246" actId="20577"/>
          <ac:spMkLst>
            <pc:docMk/>
            <pc:sldMk cId="2954943387" sldId="397"/>
            <ac:spMk id="3" creationId="{6790EFBA-4463-C2A0-4482-D10CC114C52C}"/>
          </ac:spMkLst>
        </pc:spChg>
      </pc:sldChg>
      <pc:sldChg chg="modSp add del mod">
        <pc:chgData name="Sarah Allott" userId="eb87138137533bf5" providerId="LiveId" clId="{B83941E0-230F-4C12-955D-5C0DE614AD06}" dt="2023-10-29T14:04:31.165" v="8133" actId="47"/>
        <pc:sldMkLst>
          <pc:docMk/>
          <pc:sldMk cId="4083627699" sldId="398"/>
        </pc:sldMkLst>
        <pc:spChg chg="mod">
          <ac:chgData name="Sarah Allott" userId="eb87138137533bf5" providerId="LiveId" clId="{B83941E0-230F-4C12-955D-5C0DE614AD06}" dt="2023-10-28T14:07:42.255" v="443" actId="20577"/>
          <ac:spMkLst>
            <pc:docMk/>
            <pc:sldMk cId="4083627699" sldId="398"/>
            <ac:spMk id="2" creationId="{BE1BC3CA-B8DF-2228-1D2F-5E0C97A0CCB0}"/>
          </ac:spMkLst>
        </pc:spChg>
        <pc:spChg chg="mod">
          <ac:chgData name="Sarah Allott" userId="eb87138137533bf5" providerId="LiveId" clId="{B83941E0-230F-4C12-955D-5C0DE614AD06}" dt="2023-10-28T14:18:13.239" v="1233" actId="20577"/>
          <ac:spMkLst>
            <pc:docMk/>
            <pc:sldMk cId="4083627699" sldId="398"/>
            <ac:spMk id="3" creationId="{6790EFBA-4463-C2A0-4482-D10CC114C52C}"/>
          </ac:spMkLst>
        </pc:spChg>
      </pc:sldChg>
      <pc:sldChg chg="addSp delSp modSp add mod ord delAnim modAnim modNotesTx">
        <pc:chgData name="Sarah Allott" userId="eb87138137533bf5" providerId="LiveId" clId="{B83941E0-230F-4C12-955D-5C0DE614AD06}" dt="2023-10-29T14:32:53.406" v="10341" actId="20577"/>
        <pc:sldMkLst>
          <pc:docMk/>
          <pc:sldMk cId="3873899623" sldId="498"/>
        </pc:sldMkLst>
        <pc:spChg chg="mod">
          <ac:chgData name="Sarah Allott" userId="eb87138137533bf5" providerId="LiveId" clId="{B83941E0-230F-4C12-955D-5C0DE614AD06}" dt="2023-10-29T12:37:23.334" v="6970" actId="20577"/>
          <ac:spMkLst>
            <pc:docMk/>
            <pc:sldMk cId="3873899623" sldId="498"/>
            <ac:spMk id="2" creationId="{722A18FB-B607-B418-86FC-09529385E374}"/>
          </ac:spMkLst>
        </pc:spChg>
        <pc:spChg chg="add del mod">
          <ac:chgData name="Sarah Allott" userId="eb87138137533bf5" providerId="LiveId" clId="{B83941E0-230F-4C12-955D-5C0DE614AD06}" dt="2023-10-29T14:07:37.235" v="8134" actId="478"/>
          <ac:spMkLst>
            <pc:docMk/>
            <pc:sldMk cId="3873899623" sldId="498"/>
            <ac:spMk id="3" creationId="{BB1DF52B-ABA2-F4F1-FCFE-F0FC490851C2}"/>
          </ac:spMkLst>
        </pc:spChg>
        <pc:spChg chg="del">
          <ac:chgData name="Sarah Allott" userId="eb87138137533bf5" providerId="LiveId" clId="{B83941E0-230F-4C12-955D-5C0DE614AD06}" dt="2023-10-29T12:37:15.987" v="6948" actId="478"/>
          <ac:spMkLst>
            <pc:docMk/>
            <pc:sldMk cId="3873899623" sldId="498"/>
            <ac:spMk id="8" creationId="{623F8937-44C7-CDF9-F9D2-76A085A7A7D9}"/>
          </ac:spMkLst>
        </pc:spChg>
        <pc:spChg chg="del">
          <ac:chgData name="Sarah Allott" userId="eb87138137533bf5" providerId="LiveId" clId="{B83941E0-230F-4C12-955D-5C0DE614AD06}" dt="2023-10-29T12:37:15.987" v="6948" actId="478"/>
          <ac:spMkLst>
            <pc:docMk/>
            <pc:sldMk cId="3873899623" sldId="498"/>
            <ac:spMk id="9" creationId="{51AEF436-656B-C370-3C4D-5FA2F928D61D}"/>
          </ac:spMkLst>
        </pc:spChg>
        <pc:spChg chg="del">
          <ac:chgData name="Sarah Allott" userId="eb87138137533bf5" providerId="LiveId" clId="{B83941E0-230F-4C12-955D-5C0DE614AD06}" dt="2023-10-29T12:37:07.094" v="6947" actId="478"/>
          <ac:spMkLst>
            <pc:docMk/>
            <pc:sldMk cId="3873899623" sldId="498"/>
            <ac:spMk id="10" creationId="{47EA5407-9655-B978-FFDB-9E58B9045CDC}"/>
          </ac:spMkLst>
        </pc:spChg>
        <pc:spChg chg="del">
          <ac:chgData name="Sarah Allott" userId="eb87138137533bf5" providerId="LiveId" clId="{B83941E0-230F-4C12-955D-5C0DE614AD06}" dt="2023-10-29T12:37:15.987" v="6948" actId="478"/>
          <ac:spMkLst>
            <pc:docMk/>
            <pc:sldMk cId="3873899623" sldId="498"/>
            <ac:spMk id="12" creationId="{5690AAC3-23A1-C923-3F15-603D19D902E2}"/>
          </ac:spMkLst>
        </pc:spChg>
        <pc:spChg chg="del">
          <ac:chgData name="Sarah Allott" userId="eb87138137533bf5" providerId="LiveId" clId="{B83941E0-230F-4C12-955D-5C0DE614AD06}" dt="2023-10-29T12:37:07.094" v="6947" actId="478"/>
          <ac:spMkLst>
            <pc:docMk/>
            <pc:sldMk cId="3873899623" sldId="498"/>
            <ac:spMk id="13" creationId="{8C8DAA98-A5CB-399E-EB1D-AA5C4AED68CD}"/>
          </ac:spMkLst>
        </pc:spChg>
        <pc:spChg chg="del">
          <ac:chgData name="Sarah Allott" userId="eb87138137533bf5" providerId="LiveId" clId="{B83941E0-230F-4C12-955D-5C0DE614AD06}" dt="2023-10-29T12:37:15.987" v="6948" actId="478"/>
          <ac:spMkLst>
            <pc:docMk/>
            <pc:sldMk cId="3873899623" sldId="498"/>
            <ac:spMk id="15" creationId="{44CBF3D0-C829-C996-40E2-D2EC4DEEB149}"/>
          </ac:spMkLst>
        </pc:spChg>
        <pc:spChg chg="del">
          <ac:chgData name="Sarah Allott" userId="eb87138137533bf5" providerId="LiveId" clId="{B83941E0-230F-4C12-955D-5C0DE614AD06}" dt="2023-10-29T12:37:07.094" v="6947" actId="478"/>
          <ac:spMkLst>
            <pc:docMk/>
            <pc:sldMk cId="3873899623" sldId="498"/>
            <ac:spMk id="17" creationId="{DDD0567A-6EFC-F9B2-C5F8-3E815AB5FB41}"/>
          </ac:spMkLst>
        </pc:spChg>
        <pc:spChg chg="del">
          <ac:chgData name="Sarah Allott" userId="eb87138137533bf5" providerId="LiveId" clId="{B83941E0-230F-4C12-955D-5C0DE614AD06}" dt="2023-10-29T12:37:07.094" v="6947" actId="478"/>
          <ac:spMkLst>
            <pc:docMk/>
            <pc:sldMk cId="3873899623" sldId="498"/>
            <ac:spMk id="18" creationId="{19EF0758-5B05-B8F3-E9FF-E4A017322A68}"/>
          </ac:spMkLst>
        </pc:spChg>
        <pc:spChg chg="del">
          <ac:chgData name="Sarah Allott" userId="eb87138137533bf5" providerId="LiveId" clId="{B83941E0-230F-4C12-955D-5C0DE614AD06}" dt="2023-10-29T12:37:07.094" v="6947" actId="478"/>
          <ac:spMkLst>
            <pc:docMk/>
            <pc:sldMk cId="3873899623" sldId="498"/>
            <ac:spMk id="19" creationId="{BB308D0A-4180-0F84-D0C7-2AF77AC4E761}"/>
          </ac:spMkLst>
        </pc:spChg>
        <pc:spChg chg="del">
          <ac:chgData name="Sarah Allott" userId="eb87138137533bf5" providerId="LiveId" clId="{B83941E0-230F-4C12-955D-5C0DE614AD06}" dt="2023-10-29T12:37:07.094" v="6947" actId="478"/>
          <ac:spMkLst>
            <pc:docMk/>
            <pc:sldMk cId="3873899623" sldId="498"/>
            <ac:spMk id="22" creationId="{9E26BFB5-1596-CB7B-BAD1-C3BB68071389}"/>
          </ac:spMkLst>
        </pc:spChg>
        <pc:spChg chg="del">
          <ac:chgData name="Sarah Allott" userId="eb87138137533bf5" providerId="LiveId" clId="{B83941E0-230F-4C12-955D-5C0DE614AD06}" dt="2023-10-29T12:37:07.094" v="6947" actId="478"/>
          <ac:spMkLst>
            <pc:docMk/>
            <pc:sldMk cId="3873899623" sldId="498"/>
            <ac:spMk id="26" creationId="{A8299869-68BC-F680-0E82-9BF75C91B990}"/>
          </ac:spMkLst>
        </pc:spChg>
        <pc:spChg chg="add mod">
          <ac:chgData name="Sarah Allott" userId="eb87138137533bf5" providerId="LiveId" clId="{B83941E0-230F-4C12-955D-5C0DE614AD06}" dt="2023-10-29T14:12:57.388" v="8359" actId="1076"/>
          <ac:spMkLst>
            <pc:docMk/>
            <pc:sldMk cId="3873899623" sldId="498"/>
            <ac:spMk id="27" creationId="{2161CE3D-6C4A-0210-8A1C-D12241BC8D5F}"/>
          </ac:spMkLst>
        </pc:spChg>
        <pc:spChg chg="add mod">
          <ac:chgData name="Sarah Allott" userId="eb87138137533bf5" providerId="LiveId" clId="{B83941E0-230F-4C12-955D-5C0DE614AD06}" dt="2023-10-29T14:17:08.741" v="8545" actId="1076"/>
          <ac:spMkLst>
            <pc:docMk/>
            <pc:sldMk cId="3873899623" sldId="498"/>
            <ac:spMk id="28" creationId="{7D647CB4-D9FE-338B-8669-B9A4D0ACDF94}"/>
          </ac:spMkLst>
        </pc:spChg>
        <pc:spChg chg="del">
          <ac:chgData name="Sarah Allott" userId="eb87138137533bf5" providerId="LiveId" clId="{B83941E0-230F-4C12-955D-5C0DE614AD06}" dt="2023-10-29T12:37:07.094" v="6947" actId="478"/>
          <ac:spMkLst>
            <pc:docMk/>
            <pc:sldMk cId="3873899623" sldId="498"/>
            <ac:spMk id="29" creationId="{B9F53639-AF56-323C-CA98-4A8365BFAA4E}"/>
          </ac:spMkLst>
        </pc:spChg>
        <pc:spChg chg="add mod">
          <ac:chgData name="Sarah Allott" userId="eb87138137533bf5" providerId="LiveId" clId="{B83941E0-230F-4C12-955D-5C0DE614AD06}" dt="2023-10-29T14:07:56.335" v="8155" actId="20577"/>
          <ac:spMkLst>
            <pc:docMk/>
            <pc:sldMk cId="3873899623" sldId="498"/>
            <ac:spMk id="30" creationId="{DB487746-C4D4-6076-5746-C9954816ABFD}"/>
          </ac:spMkLst>
        </pc:spChg>
        <pc:spChg chg="del">
          <ac:chgData name="Sarah Allott" userId="eb87138137533bf5" providerId="LiveId" clId="{B83941E0-230F-4C12-955D-5C0DE614AD06}" dt="2023-10-29T12:37:07.094" v="6947" actId="478"/>
          <ac:spMkLst>
            <pc:docMk/>
            <pc:sldMk cId="3873899623" sldId="498"/>
            <ac:spMk id="31" creationId="{474B0680-C69A-F54B-7983-D9C2C2706F99}"/>
          </ac:spMkLst>
        </pc:spChg>
        <pc:spChg chg="mod topLvl">
          <ac:chgData name="Sarah Allott" userId="eb87138137533bf5" providerId="LiveId" clId="{B83941E0-230F-4C12-955D-5C0DE614AD06}" dt="2023-10-29T14:14:19.290" v="8372" actId="14100"/>
          <ac:spMkLst>
            <pc:docMk/>
            <pc:sldMk cId="3873899623" sldId="498"/>
            <ac:spMk id="33" creationId="{DA9C3A74-72AD-659E-8CAF-92CE966B6F22}"/>
          </ac:spMkLst>
        </pc:spChg>
        <pc:spChg chg="del">
          <ac:chgData name="Sarah Allott" userId="eb87138137533bf5" providerId="LiveId" clId="{B83941E0-230F-4C12-955D-5C0DE614AD06}" dt="2023-10-29T12:37:07.094" v="6947" actId="478"/>
          <ac:spMkLst>
            <pc:docMk/>
            <pc:sldMk cId="3873899623" sldId="498"/>
            <ac:spMk id="34" creationId="{CACD1888-5D17-C59E-429D-1C84D1C043C1}"/>
          </ac:spMkLst>
        </pc:spChg>
        <pc:spChg chg="del">
          <ac:chgData name="Sarah Allott" userId="eb87138137533bf5" providerId="LiveId" clId="{B83941E0-230F-4C12-955D-5C0DE614AD06}" dt="2023-10-29T12:37:07.094" v="6947" actId="478"/>
          <ac:spMkLst>
            <pc:docMk/>
            <pc:sldMk cId="3873899623" sldId="498"/>
            <ac:spMk id="35" creationId="{32E63983-9B66-3677-A3C4-B6B3A9D93441}"/>
          </ac:spMkLst>
        </pc:spChg>
        <pc:spChg chg="mod topLvl">
          <ac:chgData name="Sarah Allott" userId="eb87138137533bf5" providerId="LiveId" clId="{B83941E0-230F-4C12-955D-5C0DE614AD06}" dt="2023-10-29T14:14:18.862" v="8371" actId="165"/>
          <ac:spMkLst>
            <pc:docMk/>
            <pc:sldMk cId="3873899623" sldId="498"/>
            <ac:spMk id="36" creationId="{9D9BE98F-C3C2-604A-7EE7-646F93187E43}"/>
          </ac:spMkLst>
        </pc:spChg>
        <pc:spChg chg="del">
          <ac:chgData name="Sarah Allott" userId="eb87138137533bf5" providerId="LiveId" clId="{B83941E0-230F-4C12-955D-5C0DE614AD06}" dt="2023-10-29T12:37:07.094" v="6947" actId="478"/>
          <ac:spMkLst>
            <pc:docMk/>
            <pc:sldMk cId="3873899623" sldId="498"/>
            <ac:spMk id="38" creationId="{27905D1B-DEA8-A237-4DDC-0DF6ACEFD089}"/>
          </ac:spMkLst>
        </pc:spChg>
        <pc:spChg chg="mod">
          <ac:chgData name="Sarah Allott" userId="eb87138137533bf5" providerId="LiveId" clId="{B83941E0-230F-4C12-955D-5C0DE614AD06}" dt="2023-10-29T14:09:20.179" v="8168"/>
          <ac:spMkLst>
            <pc:docMk/>
            <pc:sldMk cId="3873899623" sldId="498"/>
            <ac:spMk id="39" creationId="{7FBBFA46-F754-A895-5FFC-9C4E1DAAAC90}"/>
          </ac:spMkLst>
        </pc:spChg>
        <pc:spChg chg="mod">
          <ac:chgData name="Sarah Allott" userId="eb87138137533bf5" providerId="LiveId" clId="{B83941E0-230F-4C12-955D-5C0DE614AD06}" dt="2023-10-29T14:09:20.179" v="8168"/>
          <ac:spMkLst>
            <pc:docMk/>
            <pc:sldMk cId="3873899623" sldId="498"/>
            <ac:spMk id="40" creationId="{DC9B5574-DAD2-0C48-3EB6-72FEC762AC73}"/>
          </ac:spMkLst>
        </pc:spChg>
        <pc:spChg chg="add mod">
          <ac:chgData name="Sarah Allott" userId="eb87138137533bf5" providerId="LiveId" clId="{B83941E0-230F-4C12-955D-5C0DE614AD06}" dt="2023-10-29T14:17:20.536" v="8567" actId="20577"/>
          <ac:spMkLst>
            <pc:docMk/>
            <pc:sldMk cId="3873899623" sldId="498"/>
            <ac:spMk id="41" creationId="{BC31B8B3-DD5A-2055-008D-648B5902C955}"/>
          </ac:spMkLst>
        </pc:spChg>
        <pc:spChg chg="add mod">
          <ac:chgData name="Sarah Allott" userId="eb87138137533bf5" providerId="LiveId" clId="{B83941E0-230F-4C12-955D-5C0DE614AD06}" dt="2023-10-29T14:16:54.760" v="8544" actId="1076"/>
          <ac:spMkLst>
            <pc:docMk/>
            <pc:sldMk cId="3873899623" sldId="498"/>
            <ac:spMk id="42" creationId="{04504A4D-A2E9-3F64-2E6D-BB168A092750}"/>
          </ac:spMkLst>
        </pc:spChg>
        <pc:spChg chg="mod">
          <ac:chgData name="Sarah Allott" userId="eb87138137533bf5" providerId="LiveId" clId="{B83941E0-230F-4C12-955D-5C0DE614AD06}" dt="2023-10-29T14:15:02.616" v="8385"/>
          <ac:spMkLst>
            <pc:docMk/>
            <pc:sldMk cId="3873899623" sldId="498"/>
            <ac:spMk id="44" creationId="{67646C7A-A40B-E43B-4423-5C03F7F95B3E}"/>
          </ac:spMkLst>
        </pc:spChg>
        <pc:spChg chg="mod">
          <ac:chgData name="Sarah Allott" userId="eb87138137533bf5" providerId="LiveId" clId="{B83941E0-230F-4C12-955D-5C0DE614AD06}" dt="2023-10-29T14:15:02.616" v="8385"/>
          <ac:spMkLst>
            <pc:docMk/>
            <pc:sldMk cId="3873899623" sldId="498"/>
            <ac:spMk id="45" creationId="{EA142C33-9ABD-34C9-4AA0-BF0E7ED441D8}"/>
          </ac:spMkLst>
        </pc:spChg>
        <pc:spChg chg="add mod">
          <ac:chgData name="Sarah Allott" userId="eb87138137533bf5" providerId="LiveId" clId="{B83941E0-230F-4C12-955D-5C0DE614AD06}" dt="2023-10-29T14:21:41.909" v="9135" actId="255"/>
          <ac:spMkLst>
            <pc:docMk/>
            <pc:sldMk cId="3873899623" sldId="498"/>
            <ac:spMk id="46" creationId="{D0FEE36D-E752-BEDE-3F7A-1F30B1410795}"/>
          </ac:spMkLst>
        </pc:spChg>
        <pc:spChg chg="add del mod">
          <ac:chgData name="Sarah Allott" userId="eb87138137533bf5" providerId="LiveId" clId="{B83941E0-230F-4C12-955D-5C0DE614AD06}" dt="2023-10-29T14:21:47.985" v="9143" actId="1035"/>
          <ac:spMkLst>
            <pc:docMk/>
            <pc:sldMk cId="3873899623" sldId="498"/>
            <ac:spMk id="47" creationId="{5A2C6705-3D51-4E0E-AE91-B872FF030762}"/>
          </ac:spMkLst>
        </pc:spChg>
        <pc:spChg chg="add mod">
          <ac:chgData name="Sarah Allott" userId="eb87138137533bf5" providerId="LiveId" clId="{B83941E0-230F-4C12-955D-5C0DE614AD06}" dt="2023-10-29T14:21:47.985" v="9143" actId="1035"/>
          <ac:spMkLst>
            <pc:docMk/>
            <pc:sldMk cId="3873899623" sldId="498"/>
            <ac:spMk id="48" creationId="{A028EB56-5970-D53C-C49C-61E55AEA3CDE}"/>
          </ac:spMkLst>
        </pc:spChg>
        <pc:grpChg chg="add mod">
          <ac:chgData name="Sarah Allott" userId="eb87138137533bf5" providerId="LiveId" clId="{B83941E0-230F-4C12-955D-5C0DE614AD06}" dt="2023-10-29T14:12:57.388" v="8359" actId="1076"/>
          <ac:grpSpMkLst>
            <pc:docMk/>
            <pc:sldMk cId="3873899623" sldId="498"/>
            <ac:grpSpMk id="6" creationId="{E4814139-5B7C-45FF-DCB4-06FFCFA1B5FA}"/>
          </ac:grpSpMkLst>
        </pc:grpChg>
        <pc:grpChg chg="add mod">
          <ac:chgData name="Sarah Allott" userId="eb87138137533bf5" providerId="LiveId" clId="{B83941E0-230F-4C12-955D-5C0DE614AD06}" dt="2023-10-29T14:17:08.741" v="8545" actId="1076"/>
          <ac:grpSpMkLst>
            <pc:docMk/>
            <pc:sldMk cId="3873899623" sldId="498"/>
            <ac:grpSpMk id="16" creationId="{28B430EE-66BB-CDC9-F039-E2E976BF1824}"/>
          </ac:grpSpMkLst>
        </pc:grpChg>
        <pc:grpChg chg="mod">
          <ac:chgData name="Sarah Allott" userId="eb87138137533bf5" providerId="LiveId" clId="{B83941E0-230F-4C12-955D-5C0DE614AD06}" dt="2023-10-29T14:07:37.645" v="8135"/>
          <ac:grpSpMkLst>
            <pc:docMk/>
            <pc:sldMk cId="3873899623" sldId="498"/>
            <ac:grpSpMk id="20" creationId="{C9380CC2-A183-126D-2506-70932CA1C19E}"/>
          </ac:grpSpMkLst>
        </pc:grpChg>
        <pc:grpChg chg="add del mod">
          <ac:chgData name="Sarah Allott" userId="eb87138137533bf5" providerId="LiveId" clId="{B83941E0-230F-4C12-955D-5C0DE614AD06}" dt="2023-10-29T14:14:34.023" v="8377" actId="1076"/>
          <ac:grpSpMkLst>
            <pc:docMk/>
            <pc:sldMk cId="3873899623" sldId="498"/>
            <ac:grpSpMk id="32" creationId="{D7790180-57E4-8B3A-659E-0ABCDF0B163C}"/>
          </ac:grpSpMkLst>
        </pc:grpChg>
        <pc:grpChg chg="add del mod">
          <ac:chgData name="Sarah Allott" userId="eb87138137533bf5" providerId="LiveId" clId="{B83941E0-230F-4C12-955D-5C0DE614AD06}" dt="2023-10-29T14:15:01.010" v="8384" actId="478"/>
          <ac:grpSpMkLst>
            <pc:docMk/>
            <pc:sldMk cId="3873899623" sldId="498"/>
            <ac:grpSpMk id="37" creationId="{17C1C516-161D-3525-7C90-96B61120106A}"/>
          </ac:grpSpMkLst>
        </pc:grpChg>
        <pc:grpChg chg="add mod ord">
          <ac:chgData name="Sarah Allott" userId="eb87138137533bf5" providerId="LiveId" clId="{B83941E0-230F-4C12-955D-5C0DE614AD06}" dt="2023-10-29T14:15:07.792" v="8387" actId="167"/>
          <ac:grpSpMkLst>
            <pc:docMk/>
            <pc:sldMk cId="3873899623" sldId="498"/>
            <ac:grpSpMk id="43" creationId="{C744DE54-244B-48E1-A151-F00BE8419403}"/>
          </ac:grpSpMkLst>
        </pc:grpChg>
        <pc:picChg chg="mod">
          <ac:chgData name="Sarah Allott" userId="eb87138137533bf5" providerId="LiveId" clId="{B83941E0-230F-4C12-955D-5C0DE614AD06}" dt="2023-10-29T14:07:37.645" v="8135"/>
          <ac:picMkLst>
            <pc:docMk/>
            <pc:sldMk cId="3873899623" sldId="498"/>
            <ac:picMk id="7" creationId="{F3F8CD55-D744-A542-1256-60B34D795FD5}"/>
          </ac:picMkLst>
        </pc:picChg>
        <pc:picChg chg="mod">
          <ac:chgData name="Sarah Allott" userId="eb87138137533bf5" providerId="LiveId" clId="{B83941E0-230F-4C12-955D-5C0DE614AD06}" dt="2023-10-29T14:07:37.645" v="8135"/>
          <ac:picMkLst>
            <pc:docMk/>
            <pc:sldMk cId="3873899623" sldId="498"/>
            <ac:picMk id="11" creationId="{A20AC683-2A8B-14AE-DB8A-86AADB71D28D}"/>
          </ac:picMkLst>
        </pc:picChg>
        <pc:picChg chg="mod">
          <ac:chgData name="Sarah Allott" userId="eb87138137533bf5" providerId="LiveId" clId="{B83941E0-230F-4C12-955D-5C0DE614AD06}" dt="2023-10-29T14:07:37.645" v="8135"/>
          <ac:picMkLst>
            <pc:docMk/>
            <pc:sldMk cId="3873899623" sldId="498"/>
            <ac:picMk id="14" creationId="{404F1965-0E03-E461-CF45-3FF536BAAD42}"/>
          </ac:picMkLst>
        </pc:picChg>
        <pc:picChg chg="mod">
          <ac:chgData name="Sarah Allott" userId="eb87138137533bf5" providerId="LiveId" clId="{B83941E0-230F-4C12-955D-5C0DE614AD06}" dt="2023-10-29T14:07:37.645" v="8135"/>
          <ac:picMkLst>
            <pc:docMk/>
            <pc:sldMk cId="3873899623" sldId="498"/>
            <ac:picMk id="21" creationId="{1B14537E-09BE-D66D-5CE0-DF4A881C82E2}"/>
          </ac:picMkLst>
        </pc:picChg>
        <pc:picChg chg="mod">
          <ac:chgData name="Sarah Allott" userId="eb87138137533bf5" providerId="LiveId" clId="{B83941E0-230F-4C12-955D-5C0DE614AD06}" dt="2023-10-29T14:07:37.645" v="8135"/>
          <ac:picMkLst>
            <pc:docMk/>
            <pc:sldMk cId="3873899623" sldId="498"/>
            <ac:picMk id="23" creationId="{CEF02508-B752-E7E3-F02E-EDC8059CE987}"/>
          </ac:picMkLst>
        </pc:picChg>
        <pc:picChg chg="mod">
          <ac:chgData name="Sarah Allott" userId="eb87138137533bf5" providerId="LiveId" clId="{B83941E0-230F-4C12-955D-5C0DE614AD06}" dt="2023-10-29T14:07:37.645" v="8135"/>
          <ac:picMkLst>
            <pc:docMk/>
            <pc:sldMk cId="3873899623" sldId="498"/>
            <ac:picMk id="24" creationId="{F34AB2D0-4DB6-B06B-ED0D-9AB75B7BBF24}"/>
          </ac:picMkLst>
        </pc:picChg>
        <pc:picChg chg="mod">
          <ac:chgData name="Sarah Allott" userId="eb87138137533bf5" providerId="LiveId" clId="{B83941E0-230F-4C12-955D-5C0DE614AD06}" dt="2023-10-29T14:07:37.645" v="8135"/>
          <ac:picMkLst>
            <pc:docMk/>
            <pc:sldMk cId="3873899623" sldId="498"/>
            <ac:picMk id="25" creationId="{A8586641-01A5-D721-04D9-B3BB61090410}"/>
          </ac:picMkLst>
        </pc:picChg>
        <pc:cxnChg chg="del">
          <ac:chgData name="Sarah Allott" userId="eb87138137533bf5" providerId="LiveId" clId="{B83941E0-230F-4C12-955D-5C0DE614AD06}" dt="2023-10-29T12:37:15.987" v="6948" actId="478"/>
          <ac:cxnSpMkLst>
            <pc:docMk/>
            <pc:sldMk cId="3873899623" sldId="498"/>
            <ac:cxnSpMk id="4" creationId="{2F4E56FD-0C86-3E77-F53C-778BB374B123}"/>
          </ac:cxnSpMkLst>
        </pc:cxnChg>
        <pc:cxnChg chg="del">
          <ac:chgData name="Sarah Allott" userId="eb87138137533bf5" providerId="LiveId" clId="{B83941E0-230F-4C12-955D-5C0DE614AD06}" dt="2023-10-29T12:37:07.094" v="6947" actId="478"/>
          <ac:cxnSpMkLst>
            <pc:docMk/>
            <pc:sldMk cId="3873899623" sldId="498"/>
            <ac:cxnSpMk id="5" creationId="{73848356-5484-7028-B5ED-15B99573F89A}"/>
          </ac:cxnSpMkLst>
        </pc:cxnChg>
      </pc:sldChg>
      <pc:sldChg chg="addSp delSp modSp add mod delAnim modAnim">
        <pc:chgData name="Sarah Allott" userId="eb87138137533bf5" providerId="LiveId" clId="{B83941E0-230F-4C12-955D-5C0DE614AD06}" dt="2023-10-30T17:55:54.079" v="10762" actId="1076"/>
        <pc:sldMkLst>
          <pc:docMk/>
          <pc:sldMk cId="372381482" sldId="499"/>
        </pc:sldMkLst>
        <pc:spChg chg="add mod">
          <ac:chgData name="Sarah Allott" userId="eb87138137533bf5" providerId="LiveId" clId="{B83941E0-230F-4C12-955D-5C0DE614AD06}" dt="2023-10-30T17:54:45.473" v="10720" actId="20577"/>
          <ac:spMkLst>
            <pc:docMk/>
            <pc:sldMk cId="372381482" sldId="499"/>
            <ac:spMk id="3" creationId="{BF6D562B-B7B4-3200-AE1E-327DFE32A909}"/>
          </ac:spMkLst>
        </pc:spChg>
        <pc:spChg chg="add mod">
          <ac:chgData name="Sarah Allott" userId="eb87138137533bf5" providerId="LiveId" clId="{B83941E0-230F-4C12-955D-5C0DE614AD06}" dt="2023-10-30T17:55:36.357" v="10757" actId="1076"/>
          <ac:spMkLst>
            <pc:docMk/>
            <pc:sldMk cId="372381482" sldId="499"/>
            <ac:spMk id="6" creationId="{E17BADF0-C31C-3732-523D-691EA06C43A2}"/>
          </ac:spMkLst>
        </pc:spChg>
        <pc:spChg chg="add mod">
          <ac:chgData name="Sarah Allott" userId="eb87138137533bf5" providerId="LiveId" clId="{B83941E0-230F-4C12-955D-5C0DE614AD06}" dt="2023-10-30T17:54:51.055" v="10727" actId="20577"/>
          <ac:spMkLst>
            <pc:docMk/>
            <pc:sldMk cId="372381482" sldId="499"/>
            <ac:spMk id="7" creationId="{00F4EC96-859C-FC2C-1FC5-B83A81DB6199}"/>
          </ac:spMkLst>
        </pc:spChg>
        <pc:spChg chg="add mod">
          <ac:chgData name="Sarah Allott" userId="eb87138137533bf5" providerId="LiveId" clId="{B83941E0-230F-4C12-955D-5C0DE614AD06}" dt="2023-10-30T17:55:36.357" v="10757" actId="1076"/>
          <ac:spMkLst>
            <pc:docMk/>
            <pc:sldMk cId="372381482" sldId="499"/>
            <ac:spMk id="11" creationId="{9AB87E0F-EDC0-F3B9-DE21-7EB15C380FC2}"/>
          </ac:spMkLst>
        </pc:spChg>
        <pc:spChg chg="mod">
          <ac:chgData name="Sarah Allott" userId="eb87138137533bf5" providerId="LiveId" clId="{B83941E0-230F-4C12-955D-5C0DE614AD06}" dt="2023-10-30T17:54:42.075" v="10713" actId="20577"/>
          <ac:spMkLst>
            <pc:docMk/>
            <pc:sldMk cId="372381482" sldId="499"/>
            <ac:spMk id="12" creationId="{5690AAC3-23A1-C923-3F15-603D19D902E2}"/>
          </ac:spMkLst>
        </pc:spChg>
        <pc:spChg chg="add mod">
          <ac:chgData name="Sarah Allott" userId="eb87138137533bf5" providerId="LiveId" clId="{B83941E0-230F-4C12-955D-5C0DE614AD06}" dt="2023-10-30T17:54:57.930" v="10734" actId="20577"/>
          <ac:spMkLst>
            <pc:docMk/>
            <pc:sldMk cId="372381482" sldId="499"/>
            <ac:spMk id="14" creationId="{378A8D07-63C4-6579-99E1-E624BD101FE8}"/>
          </ac:spMkLst>
        </pc:spChg>
        <pc:spChg chg="mod">
          <ac:chgData name="Sarah Allott" userId="eb87138137533bf5" providerId="LiveId" clId="{B83941E0-230F-4C12-955D-5C0DE614AD06}" dt="2023-10-30T17:53:27.129" v="10681" actId="20577"/>
          <ac:spMkLst>
            <pc:docMk/>
            <pc:sldMk cId="372381482" sldId="499"/>
            <ac:spMk id="15" creationId="{44CBF3D0-C829-C996-40E2-D2EC4DEEB149}"/>
          </ac:spMkLst>
        </pc:spChg>
        <pc:spChg chg="add mod">
          <ac:chgData name="Sarah Allott" userId="eb87138137533bf5" providerId="LiveId" clId="{B83941E0-230F-4C12-955D-5C0DE614AD06}" dt="2023-10-30T17:55:36.357" v="10757" actId="1076"/>
          <ac:spMkLst>
            <pc:docMk/>
            <pc:sldMk cId="372381482" sldId="499"/>
            <ac:spMk id="16" creationId="{9AFA2BC9-CF7B-7987-0A59-0455C3BF136C}"/>
          </ac:spMkLst>
        </pc:spChg>
        <pc:spChg chg="mod">
          <ac:chgData name="Sarah Allott" userId="eb87138137533bf5" providerId="LiveId" clId="{B83941E0-230F-4C12-955D-5C0DE614AD06}" dt="2023-10-30T17:53:42.654" v="10692" actId="20577"/>
          <ac:spMkLst>
            <pc:docMk/>
            <pc:sldMk cId="372381482" sldId="499"/>
            <ac:spMk id="17" creationId="{DDD0567A-6EFC-F9B2-C5F8-3E815AB5FB41}"/>
          </ac:spMkLst>
        </pc:spChg>
        <pc:spChg chg="mod">
          <ac:chgData name="Sarah Allott" userId="eb87138137533bf5" providerId="LiveId" clId="{B83941E0-230F-4C12-955D-5C0DE614AD06}" dt="2023-10-30T17:53:51.510" v="10698" actId="20577"/>
          <ac:spMkLst>
            <pc:docMk/>
            <pc:sldMk cId="372381482" sldId="499"/>
            <ac:spMk id="18" creationId="{19EF0758-5B05-B8F3-E9FF-E4A017322A68}"/>
          </ac:spMkLst>
        </pc:spChg>
        <pc:spChg chg="del">
          <ac:chgData name="Sarah Allott" userId="eb87138137533bf5" providerId="LiveId" clId="{B83941E0-230F-4C12-955D-5C0DE614AD06}" dt="2023-10-30T17:54:04.462" v="10699" actId="478"/>
          <ac:spMkLst>
            <pc:docMk/>
            <pc:sldMk cId="372381482" sldId="499"/>
            <ac:spMk id="19" creationId="{BB308D0A-4180-0F84-D0C7-2AF77AC4E761}"/>
          </ac:spMkLst>
        </pc:spChg>
        <pc:spChg chg="add mod">
          <ac:chgData name="Sarah Allott" userId="eb87138137533bf5" providerId="LiveId" clId="{B83941E0-230F-4C12-955D-5C0DE614AD06}" dt="2023-10-30T17:55:54.079" v="10762" actId="1076"/>
          <ac:spMkLst>
            <pc:docMk/>
            <pc:sldMk cId="372381482" sldId="499"/>
            <ac:spMk id="20" creationId="{05B9CD5C-F0A5-3AC3-1EAD-5E500ABDD5A6}"/>
          </ac:spMkLst>
        </pc:spChg>
        <pc:spChg chg="add mod">
          <ac:chgData name="Sarah Allott" userId="eb87138137533bf5" providerId="LiveId" clId="{B83941E0-230F-4C12-955D-5C0DE614AD06}" dt="2023-10-30T17:55:54.079" v="10762" actId="1076"/>
          <ac:spMkLst>
            <pc:docMk/>
            <pc:sldMk cId="372381482" sldId="499"/>
            <ac:spMk id="21" creationId="{B53E2AD1-3792-80C9-F120-A2582B52592F}"/>
          </ac:spMkLst>
        </pc:spChg>
        <pc:spChg chg="del">
          <ac:chgData name="Sarah Allott" userId="eb87138137533bf5" providerId="LiveId" clId="{B83941E0-230F-4C12-955D-5C0DE614AD06}" dt="2023-10-30T17:54:04.462" v="10699" actId="478"/>
          <ac:spMkLst>
            <pc:docMk/>
            <pc:sldMk cId="372381482" sldId="499"/>
            <ac:spMk id="22" creationId="{9E26BFB5-1596-CB7B-BAD1-C3BB68071389}"/>
          </ac:spMkLst>
        </pc:spChg>
        <pc:spChg chg="del">
          <ac:chgData name="Sarah Allott" userId="eb87138137533bf5" providerId="LiveId" clId="{B83941E0-230F-4C12-955D-5C0DE614AD06}" dt="2023-10-30T17:54:04.462" v="10699" actId="478"/>
          <ac:spMkLst>
            <pc:docMk/>
            <pc:sldMk cId="372381482" sldId="499"/>
            <ac:spMk id="26" creationId="{A8299869-68BC-F680-0E82-9BF75C91B990}"/>
          </ac:spMkLst>
        </pc:spChg>
        <pc:spChg chg="del">
          <ac:chgData name="Sarah Allott" userId="eb87138137533bf5" providerId="LiveId" clId="{B83941E0-230F-4C12-955D-5C0DE614AD06}" dt="2023-10-30T17:54:04.462" v="10699" actId="478"/>
          <ac:spMkLst>
            <pc:docMk/>
            <pc:sldMk cId="372381482" sldId="499"/>
            <ac:spMk id="29" creationId="{B9F53639-AF56-323C-CA98-4A8365BFAA4E}"/>
          </ac:spMkLst>
        </pc:spChg>
        <pc:spChg chg="del">
          <ac:chgData name="Sarah Allott" userId="eb87138137533bf5" providerId="LiveId" clId="{B83941E0-230F-4C12-955D-5C0DE614AD06}" dt="2023-10-30T17:54:05.908" v="10700" actId="478"/>
          <ac:spMkLst>
            <pc:docMk/>
            <pc:sldMk cId="372381482" sldId="499"/>
            <ac:spMk id="31" creationId="{474B0680-C69A-F54B-7983-D9C2C2706F99}"/>
          </ac:spMkLst>
        </pc:spChg>
        <pc:spChg chg="del">
          <ac:chgData name="Sarah Allott" userId="eb87138137533bf5" providerId="LiveId" clId="{B83941E0-230F-4C12-955D-5C0DE614AD06}" dt="2023-10-30T17:54:05.908" v="10700" actId="478"/>
          <ac:spMkLst>
            <pc:docMk/>
            <pc:sldMk cId="372381482" sldId="499"/>
            <ac:spMk id="34" creationId="{CACD1888-5D17-C59E-429D-1C84D1C043C1}"/>
          </ac:spMkLst>
        </pc:spChg>
        <pc:spChg chg="del">
          <ac:chgData name="Sarah Allott" userId="eb87138137533bf5" providerId="LiveId" clId="{B83941E0-230F-4C12-955D-5C0DE614AD06}" dt="2023-10-30T17:54:05.908" v="10700" actId="478"/>
          <ac:spMkLst>
            <pc:docMk/>
            <pc:sldMk cId="372381482" sldId="499"/>
            <ac:spMk id="35" creationId="{32E63983-9B66-3677-A3C4-B6B3A9D93441}"/>
          </ac:spMkLst>
        </pc:spChg>
        <pc:spChg chg="del">
          <ac:chgData name="Sarah Allott" userId="eb87138137533bf5" providerId="LiveId" clId="{B83941E0-230F-4C12-955D-5C0DE614AD06}" dt="2023-10-30T17:54:05.908" v="10700" actId="478"/>
          <ac:spMkLst>
            <pc:docMk/>
            <pc:sldMk cId="372381482" sldId="499"/>
            <ac:spMk id="38" creationId="{27905D1B-DEA8-A237-4DDC-0DF6ACEFD089}"/>
          </ac:spMkLst>
        </pc:spChg>
      </pc:sldChg>
      <pc:sldChg chg="modSp add mod modNotesTx">
        <pc:chgData name="Sarah Allott" userId="eb87138137533bf5" providerId="LiveId" clId="{B83941E0-230F-4C12-955D-5C0DE614AD06}" dt="2023-10-28T14:34:45.847" v="2761" actId="20577"/>
        <pc:sldMkLst>
          <pc:docMk/>
          <pc:sldMk cId="2419073552" sldId="500"/>
        </pc:sldMkLst>
        <pc:spChg chg="mod">
          <ac:chgData name="Sarah Allott" userId="eb87138137533bf5" providerId="LiveId" clId="{B83941E0-230F-4C12-955D-5C0DE614AD06}" dt="2023-10-28T14:22:13.121" v="1716" actId="20577"/>
          <ac:spMkLst>
            <pc:docMk/>
            <pc:sldMk cId="2419073552" sldId="500"/>
            <ac:spMk id="3" creationId="{3BB634CF-1F4C-12DA-8992-804C72927DBF}"/>
          </ac:spMkLst>
        </pc:spChg>
        <pc:spChg chg="mod">
          <ac:chgData name="Sarah Allott" userId="eb87138137533bf5" providerId="LiveId" clId="{B83941E0-230F-4C12-955D-5C0DE614AD06}" dt="2023-10-28T14:22:20.472" v="1729" actId="20577"/>
          <ac:spMkLst>
            <pc:docMk/>
            <pc:sldMk cId="2419073552" sldId="500"/>
            <ac:spMk id="4" creationId="{C85E9F27-422F-175A-B42F-4090789942E8}"/>
          </ac:spMkLst>
        </pc:spChg>
        <pc:spChg chg="mod">
          <ac:chgData name="Sarah Allott" userId="eb87138137533bf5" providerId="LiveId" clId="{B83941E0-230F-4C12-955D-5C0DE614AD06}" dt="2023-10-28T14:22:16.745" v="1724" actId="20577"/>
          <ac:spMkLst>
            <pc:docMk/>
            <pc:sldMk cId="2419073552" sldId="500"/>
            <ac:spMk id="5" creationId="{4107B210-9904-4851-B200-62F227B0ECB2}"/>
          </ac:spMkLst>
        </pc:spChg>
        <pc:spChg chg="mod">
          <ac:chgData name="Sarah Allott" userId="eb87138137533bf5" providerId="LiveId" clId="{B83941E0-230F-4C12-955D-5C0DE614AD06}" dt="2023-10-28T14:22:25.392" v="1738" actId="20577"/>
          <ac:spMkLst>
            <pc:docMk/>
            <pc:sldMk cId="2419073552" sldId="500"/>
            <ac:spMk id="6" creationId="{07E8CE94-24A1-B5E8-DE70-83FC4CC612F0}"/>
          </ac:spMkLst>
        </pc:spChg>
      </pc:sldChg>
      <pc:sldChg chg="modSp add mod modNotesTx">
        <pc:chgData name="Sarah Allott" userId="eb87138137533bf5" providerId="LiveId" clId="{B83941E0-230F-4C12-955D-5C0DE614AD06}" dt="2023-10-28T14:28:13.664" v="2565" actId="20577"/>
        <pc:sldMkLst>
          <pc:docMk/>
          <pc:sldMk cId="2100821475" sldId="501"/>
        </pc:sldMkLst>
        <pc:spChg chg="mod">
          <ac:chgData name="Sarah Allott" userId="eb87138137533bf5" providerId="LiveId" clId="{B83941E0-230F-4C12-955D-5C0DE614AD06}" dt="2023-10-28T14:13:29.419" v="591" actId="20577"/>
          <ac:spMkLst>
            <pc:docMk/>
            <pc:sldMk cId="2100821475" sldId="501"/>
            <ac:spMk id="2" creationId="{0F655626-4E57-6C40-B0E9-6E6968F733CC}"/>
          </ac:spMkLst>
        </pc:spChg>
        <pc:spChg chg="mod">
          <ac:chgData name="Sarah Allott" userId="eb87138137533bf5" providerId="LiveId" clId="{B83941E0-230F-4C12-955D-5C0DE614AD06}" dt="2023-10-28T14:22:48.604" v="1771" actId="27636"/>
          <ac:spMkLst>
            <pc:docMk/>
            <pc:sldMk cId="2100821475" sldId="501"/>
            <ac:spMk id="3" creationId="{3BB634CF-1F4C-12DA-8992-804C72927DBF}"/>
          </ac:spMkLst>
        </pc:spChg>
        <pc:spChg chg="mod">
          <ac:chgData name="Sarah Allott" userId="eb87138137533bf5" providerId="LiveId" clId="{B83941E0-230F-4C12-955D-5C0DE614AD06}" dt="2023-10-28T14:22:40.800" v="1757" actId="20577"/>
          <ac:spMkLst>
            <pc:docMk/>
            <pc:sldMk cId="2100821475" sldId="501"/>
            <ac:spMk id="4" creationId="{C85E9F27-422F-175A-B42F-4090789942E8}"/>
          </ac:spMkLst>
        </pc:spChg>
        <pc:spChg chg="mod">
          <ac:chgData name="Sarah Allott" userId="eb87138137533bf5" providerId="LiveId" clId="{B83941E0-230F-4C12-955D-5C0DE614AD06}" dt="2023-10-28T14:22:45.505" v="1766" actId="20577"/>
          <ac:spMkLst>
            <pc:docMk/>
            <pc:sldMk cId="2100821475" sldId="501"/>
            <ac:spMk id="5" creationId="{4107B210-9904-4851-B200-62F227B0ECB2}"/>
          </ac:spMkLst>
        </pc:spChg>
        <pc:spChg chg="mod">
          <ac:chgData name="Sarah Allott" userId="eb87138137533bf5" providerId="LiveId" clId="{B83941E0-230F-4C12-955D-5C0DE614AD06}" dt="2023-10-28T14:22:37.523" v="1748" actId="27636"/>
          <ac:spMkLst>
            <pc:docMk/>
            <pc:sldMk cId="2100821475" sldId="501"/>
            <ac:spMk id="6" creationId="{07E8CE94-24A1-B5E8-DE70-83FC4CC612F0}"/>
          </ac:spMkLst>
        </pc:spChg>
        <pc:spChg chg="mod">
          <ac:chgData name="Sarah Allott" userId="eb87138137533bf5" providerId="LiveId" clId="{B83941E0-230F-4C12-955D-5C0DE614AD06}" dt="2023-10-28T14:21:35.096" v="1678" actId="1076"/>
          <ac:spMkLst>
            <pc:docMk/>
            <pc:sldMk cId="2100821475" sldId="501"/>
            <ac:spMk id="8" creationId="{35FDF6EB-02A0-122D-9375-E20387B4F563}"/>
          </ac:spMkLst>
        </pc:spChg>
      </pc:sldChg>
      <pc:sldChg chg="modSp add mod modNotesTx">
        <pc:chgData name="Sarah Allott" userId="eb87138137533bf5" providerId="LiveId" clId="{B83941E0-230F-4C12-955D-5C0DE614AD06}" dt="2023-10-28T14:26:58.957" v="2306" actId="20577"/>
        <pc:sldMkLst>
          <pc:docMk/>
          <pc:sldMk cId="1498137055" sldId="502"/>
        </pc:sldMkLst>
        <pc:spChg chg="mod">
          <ac:chgData name="Sarah Allott" userId="eb87138137533bf5" providerId="LiveId" clId="{B83941E0-230F-4C12-955D-5C0DE614AD06}" dt="2023-10-28T14:12:36.093" v="554" actId="20577"/>
          <ac:spMkLst>
            <pc:docMk/>
            <pc:sldMk cId="1498137055" sldId="502"/>
            <ac:spMk id="2" creationId="{0F655626-4E57-6C40-B0E9-6E6968F733CC}"/>
          </ac:spMkLst>
        </pc:spChg>
        <pc:spChg chg="mod">
          <ac:chgData name="Sarah Allott" userId="eb87138137533bf5" providerId="LiveId" clId="{B83941E0-230F-4C12-955D-5C0DE614AD06}" dt="2023-10-28T14:23:03.601" v="1785" actId="20577"/>
          <ac:spMkLst>
            <pc:docMk/>
            <pc:sldMk cId="1498137055" sldId="502"/>
            <ac:spMk id="3" creationId="{3BB634CF-1F4C-12DA-8992-804C72927DBF}"/>
          </ac:spMkLst>
        </pc:spChg>
        <pc:spChg chg="mod">
          <ac:chgData name="Sarah Allott" userId="eb87138137533bf5" providerId="LiveId" clId="{B83941E0-230F-4C12-955D-5C0DE614AD06}" dt="2023-10-28T14:23:06.409" v="1793" actId="20577"/>
          <ac:spMkLst>
            <pc:docMk/>
            <pc:sldMk cId="1498137055" sldId="502"/>
            <ac:spMk id="4" creationId="{C85E9F27-422F-175A-B42F-4090789942E8}"/>
          </ac:spMkLst>
        </pc:spChg>
        <pc:spChg chg="mod">
          <ac:chgData name="Sarah Allott" userId="eb87138137533bf5" providerId="LiveId" clId="{B83941E0-230F-4C12-955D-5C0DE614AD06}" dt="2023-10-28T14:23:10.392" v="1805" actId="20577"/>
          <ac:spMkLst>
            <pc:docMk/>
            <pc:sldMk cId="1498137055" sldId="502"/>
            <ac:spMk id="5" creationId="{4107B210-9904-4851-B200-62F227B0ECB2}"/>
          </ac:spMkLst>
        </pc:spChg>
        <pc:spChg chg="mod">
          <ac:chgData name="Sarah Allott" userId="eb87138137533bf5" providerId="LiveId" clId="{B83941E0-230F-4C12-955D-5C0DE614AD06}" dt="2023-10-28T14:22:57.070" v="1778" actId="20577"/>
          <ac:spMkLst>
            <pc:docMk/>
            <pc:sldMk cId="1498137055" sldId="502"/>
            <ac:spMk id="6" creationId="{07E8CE94-24A1-B5E8-DE70-83FC4CC612F0}"/>
          </ac:spMkLst>
        </pc:spChg>
        <pc:spChg chg="mod">
          <ac:chgData name="Sarah Allott" userId="eb87138137533bf5" providerId="LiveId" clId="{B83941E0-230F-4C12-955D-5C0DE614AD06}" dt="2023-10-28T14:21:38.801" v="1679" actId="1076"/>
          <ac:spMkLst>
            <pc:docMk/>
            <pc:sldMk cId="1498137055" sldId="502"/>
            <ac:spMk id="8" creationId="{35FDF6EB-02A0-122D-9375-E20387B4F563}"/>
          </ac:spMkLst>
        </pc:spChg>
      </pc:sldChg>
      <pc:sldChg chg="addSp delSp modSp add mod modAnim modNotesTx">
        <pc:chgData name="Sarah Allott" userId="eb87138137533bf5" providerId="LiveId" clId="{B83941E0-230F-4C12-955D-5C0DE614AD06}" dt="2023-10-28T14:24:54.353" v="1957" actId="20577"/>
        <pc:sldMkLst>
          <pc:docMk/>
          <pc:sldMk cId="2111658129" sldId="503"/>
        </pc:sldMkLst>
        <pc:spChg chg="mod">
          <ac:chgData name="Sarah Allott" userId="eb87138137533bf5" providerId="LiveId" clId="{B83941E0-230F-4C12-955D-5C0DE614AD06}" dt="2023-10-28T14:12:44.465" v="561" actId="20577"/>
          <ac:spMkLst>
            <pc:docMk/>
            <pc:sldMk cId="2111658129" sldId="503"/>
            <ac:spMk id="2" creationId="{0F655626-4E57-6C40-B0E9-6E6968F733CC}"/>
          </ac:spMkLst>
        </pc:spChg>
        <pc:spChg chg="mod">
          <ac:chgData name="Sarah Allott" userId="eb87138137533bf5" providerId="LiveId" clId="{B83941E0-230F-4C12-955D-5C0DE614AD06}" dt="2023-10-28T14:23:57.560" v="1857" actId="20577"/>
          <ac:spMkLst>
            <pc:docMk/>
            <pc:sldMk cId="2111658129" sldId="503"/>
            <ac:spMk id="3" creationId="{3BB634CF-1F4C-12DA-8992-804C72927DBF}"/>
          </ac:spMkLst>
        </pc:spChg>
        <pc:spChg chg="mod">
          <ac:chgData name="Sarah Allott" userId="eb87138137533bf5" providerId="LiveId" clId="{B83941E0-230F-4C12-955D-5C0DE614AD06}" dt="2023-10-28T14:24:00.564" v="1864" actId="20577"/>
          <ac:spMkLst>
            <pc:docMk/>
            <pc:sldMk cId="2111658129" sldId="503"/>
            <ac:spMk id="4" creationId="{C85E9F27-422F-175A-B42F-4090789942E8}"/>
          </ac:spMkLst>
        </pc:spChg>
        <pc:spChg chg="mod">
          <ac:chgData name="Sarah Allott" userId="eb87138137533bf5" providerId="LiveId" clId="{B83941E0-230F-4C12-955D-5C0DE614AD06}" dt="2023-10-28T14:23:54.584" v="1854" actId="20577"/>
          <ac:spMkLst>
            <pc:docMk/>
            <pc:sldMk cId="2111658129" sldId="503"/>
            <ac:spMk id="5" creationId="{4107B210-9904-4851-B200-62F227B0ECB2}"/>
          </ac:spMkLst>
        </pc:spChg>
        <pc:spChg chg="mod">
          <ac:chgData name="Sarah Allott" userId="eb87138137533bf5" providerId="LiveId" clId="{B83941E0-230F-4C12-955D-5C0DE614AD06}" dt="2023-10-28T14:24:12.407" v="1879" actId="20577"/>
          <ac:spMkLst>
            <pc:docMk/>
            <pc:sldMk cId="2111658129" sldId="503"/>
            <ac:spMk id="6" creationId="{07E8CE94-24A1-B5E8-DE70-83FC4CC612F0}"/>
          </ac:spMkLst>
        </pc:spChg>
        <pc:spChg chg="add del mod">
          <ac:chgData name="Sarah Allott" userId="eb87138137533bf5" providerId="LiveId" clId="{B83941E0-230F-4C12-955D-5C0DE614AD06}" dt="2023-10-28T14:24:17.667" v="1881"/>
          <ac:spMkLst>
            <pc:docMk/>
            <pc:sldMk cId="2111658129" sldId="503"/>
            <ac:spMk id="7" creationId="{33956227-6DE0-107C-FEBF-7684DE897AC9}"/>
          </ac:spMkLst>
        </pc:spChg>
        <pc:spChg chg="mod">
          <ac:chgData name="Sarah Allott" userId="eb87138137533bf5" providerId="LiveId" clId="{B83941E0-230F-4C12-955D-5C0DE614AD06}" dt="2023-10-28T14:21:46.427" v="1681" actId="1076"/>
          <ac:spMkLst>
            <pc:docMk/>
            <pc:sldMk cId="2111658129" sldId="503"/>
            <ac:spMk id="8" creationId="{35FDF6EB-02A0-122D-9375-E20387B4F563}"/>
          </ac:spMkLst>
        </pc:spChg>
        <pc:spChg chg="add del mod">
          <ac:chgData name="Sarah Allott" userId="eb87138137533bf5" providerId="LiveId" clId="{B83941E0-230F-4C12-955D-5C0DE614AD06}" dt="2023-10-28T14:24:17.667" v="1881"/>
          <ac:spMkLst>
            <pc:docMk/>
            <pc:sldMk cId="2111658129" sldId="503"/>
            <ac:spMk id="9" creationId="{4FFE2F51-B369-87BB-0CD8-99A430DBBC41}"/>
          </ac:spMkLst>
        </pc:spChg>
        <pc:spChg chg="add mod">
          <ac:chgData name="Sarah Allott" userId="eb87138137533bf5" providerId="LiveId" clId="{B83941E0-230F-4C12-955D-5C0DE614AD06}" dt="2023-10-28T14:24:23.916" v="1883" actId="1076"/>
          <ac:spMkLst>
            <pc:docMk/>
            <pc:sldMk cId="2111658129" sldId="503"/>
            <ac:spMk id="10" creationId="{6378DCAE-66A3-F19C-187B-8628E9DF52BF}"/>
          </ac:spMkLst>
        </pc:spChg>
      </pc:sldChg>
      <pc:sldChg chg="modSp add mod ord modNotesTx">
        <pc:chgData name="Sarah Allott" userId="eb87138137533bf5" providerId="LiveId" clId="{B83941E0-230F-4C12-955D-5C0DE614AD06}" dt="2023-10-28T14:26:14.537" v="2109"/>
        <pc:sldMkLst>
          <pc:docMk/>
          <pc:sldMk cId="3904980279" sldId="504"/>
        </pc:sldMkLst>
        <pc:spChg chg="mod">
          <ac:chgData name="Sarah Allott" userId="eb87138137533bf5" providerId="LiveId" clId="{B83941E0-230F-4C12-955D-5C0DE614AD06}" dt="2023-10-28T14:13:43.077" v="597" actId="20577"/>
          <ac:spMkLst>
            <pc:docMk/>
            <pc:sldMk cId="3904980279" sldId="504"/>
            <ac:spMk id="2" creationId="{0F655626-4E57-6C40-B0E9-6E6968F733CC}"/>
          </ac:spMkLst>
        </pc:spChg>
        <pc:spChg chg="mod">
          <ac:chgData name="Sarah Allott" userId="eb87138137533bf5" providerId="LiveId" clId="{B83941E0-230F-4C12-955D-5C0DE614AD06}" dt="2023-10-28T14:23:41.768" v="1845" actId="20577"/>
          <ac:spMkLst>
            <pc:docMk/>
            <pc:sldMk cId="3904980279" sldId="504"/>
            <ac:spMk id="3" creationId="{3BB634CF-1F4C-12DA-8992-804C72927DBF}"/>
          </ac:spMkLst>
        </pc:spChg>
        <pc:spChg chg="mod">
          <ac:chgData name="Sarah Allott" userId="eb87138137533bf5" providerId="LiveId" clId="{B83941E0-230F-4C12-955D-5C0DE614AD06}" dt="2023-10-28T14:23:22.192" v="1809" actId="27636"/>
          <ac:spMkLst>
            <pc:docMk/>
            <pc:sldMk cId="3904980279" sldId="504"/>
            <ac:spMk id="4" creationId="{C85E9F27-422F-175A-B42F-4090789942E8}"/>
          </ac:spMkLst>
        </pc:spChg>
        <pc:spChg chg="mod">
          <ac:chgData name="Sarah Allott" userId="eb87138137533bf5" providerId="LiveId" clId="{B83941E0-230F-4C12-955D-5C0DE614AD06}" dt="2023-10-28T14:23:33.604" v="1829" actId="20577"/>
          <ac:spMkLst>
            <pc:docMk/>
            <pc:sldMk cId="3904980279" sldId="504"/>
            <ac:spMk id="5" creationId="{4107B210-9904-4851-B200-62F227B0ECB2}"/>
          </ac:spMkLst>
        </pc:spChg>
        <pc:spChg chg="mod">
          <ac:chgData name="Sarah Allott" userId="eb87138137533bf5" providerId="LiveId" clId="{B83941E0-230F-4C12-955D-5C0DE614AD06}" dt="2023-10-28T14:23:25.425" v="1816" actId="20577"/>
          <ac:spMkLst>
            <pc:docMk/>
            <pc:sldMk cId="3904980279" sldId="504"/>
            <ac:spMk id="6" creationId="{07E8CE94-24A1-B5E8-DE70-83FC4CC612F0}"/>
          </ac:spMkLst>
        </pc:spChg>
        <pc:spChg chg="mod">
          <ac:chgData name="Sarah Allott" userId="eb87138137533bf5" providerId="LiveId" clId="{B83941E0-230F-4C12-955D-5C0DE614AD06}" dt="2023-10-28T14:21:42.603" v="1680" actId="1076"/>
          <ac:spMkLst>
            <pc:docMk/>
            <pc:sldMk cId="3904980279" sldId="504"/>
            <ac:spMk id="8" creationId="{35FDF6EB-02A0-122D-9375-E20387B4F563}"/>
          </ac:spMkLst>
        </pc:spChg>
      </pc:sldChg>
      <pc:sldChg chg="modSp add mod modNotesTx">
        <pc:chgData name="Sarah Allott" userId="eb87138137533bf5" providerId="LiveId" clId="{B83941E0-230F-4C12-955D-5C0DE614AD06}" dt="2023-10-28T14:21:26.058" v="1676" actId="1076"/>
        <pc:sldMkLst>
          <pc:docMk/>
          <pc:sldMk cId="1205472980" sldId="505"/>
        </pc:sldMkLst>
        <pc:spChg chg="mod">
          <ac:chgData name="Sarah Allott" userId="eb87138137533bf5" providerId="LiveId" clId="{B83941E0-230F-4C12-955D-5C0DE614AD06}" dt="2023-10-28T14:13:07.048" v="575" actId="20577"/>
          <ac:spMkLst>
            <pc:docMk/>
            <pc:sldMk cId="1205472980" sldId="505"/>
            <ac:spMk id="2" creationId="{0F655626-4E57-6C40-B0E9-6E6968F733CC}"/>
          </ac:spMkLst>
        </pc:spChg>
        <pc:spChg chg="mod">
          <ac:chgData name="Sarah Allott" userId="eb87138137533bf5" providerId="LiveId" clId="{B83941E0-230F-4C12-955D-5C0DE614AD06}" dt="2023-10-28T14:20:50.144" v="1632" actId="20577"/>
          <ac:spMkLst>
            <pc:docMk/>
            <pc:sldMk cId="1205472980" sldId="505"/>
            <ac:spMk id="3" creationId="{3BB634CF-1F4C-12DA-8992-804C72927DBF}"/>
          </ac:spMkLst>
        </pc:spChg>
        <pc:spChg chg="mod">
          <ac:chgData name="Sarah Allott" userId="eb87138137533bf5" providerId="LiveId" clId="{B83941E0-230F-4C12-955D-5C0DE614AD06}" dt="2023-10-28T14:20:00.297" v="1508" actId="20577"/>
          <ac:spMkLst>
            <pc:docMk/>
            <pc:sldMk cId="1205472980" sldId="505"/>
            <ac:spMk id="4" creationId="{C85E9F27-422F-175A-B42F-4090789942E8}"/>
          </ac:spMkLst>
        </pc:spChg>
        <pc:spChg chg="mod">
          <ac:chgData name="Sarah Allott" userId="eb87138137533bf5" providerId="LiveId" clId="{B83941E0-230F-4C12-955D-5C0DE614AD06}" dt="2023-10-28T14:20:09.750" v="1527" actId="20577"/>
          <ac:spMkLst>
            <pc:docMk/>
            <pc:sldMk cId="1205472980" sldId="505"/>
            <ac:spMk id="5" creationId="{4107B210-9904-4851-B200-62F227B0ECB2}"/>
          </ac:spMkLst>
        </pc:spChg>
        <pc:spChg chg="mod">
          <ac:chgData name="Sarah Allott" userId="eb87138137533bf5" providerId="LiveId" clId="{B83941E0-230F-4C12-955D-5C0DE614AD06}" dt="2023-10-28T14:20:04.454" v="1516" actId="20577"/>
          <ac:spMkLst>
            <pc:docMk/>
            <pc:sldMk cId="1205472980" sldId="505"/>
            <ac:spMk id="6" creationId="{07E8CE94-24A1-B5E8-DE70-83FC4CC612F0}"/>
          </ac:spMkLst>
        </pc:spChg>
        <pc:spChg chg="mod">
          <ac:chgData name="Sarah Allott" userId="eb87138137533bf5" providerId="LiveId" clId="{B83941E0-230F-4C12-955D-5C0DE614AD06}" dt="2023-10-28T14:21:26.058" v="1676" actId="1076"/>
          <ac:spMkLst>
            <pc:docMk/>
            <pc:sldMk cId="1205472980" sldId="505"/>
            <ac:spMk id="8" creationId="{35FDF6EB-02A0-122D-9375-E20387B4F563}"/>
          </ac:spMkLst>
        </pc:spChg>
      </pc:sldChg>
      <pc:sldChg chg="modSp add mod modNotesTx">
        <pc:chgData name="Sarah Allott" userId="eb87138137533bf5" providerId="LiveId" clId="{B83941E0-230F-4C12-955D-5C0DE614AD06}" dt="2023-10-28T14:35:53.762" v="3020" actId="20577"/>
        <pc:sldMkLst>
          <pc:docMk/>
          <pc:sldMk cId="3604215997" sldId="506"/>
        </pc:sldMkLst>
        <pc:spChg chg="mod">
          <ac:chgData name="Sarah Allott" userId="eb87138137533bf5" providerId="LiveId" clId="{B83941E0-230F-4C12-955D-5C0DE614AD06}" dt="2023-10-28T14:13:15.185" v="584" actId="20577"/>
          <ac:spMkLst>
            <pc:docMk/>
            <pc:sldMk cId="3604215997" sldId="506"/>
            <ac:spMk id="2" creationId="{0F655626-4E57-6C40-B0E9-6E6968F733CC}"/>
          </ac:spMkLst>
        </pc:spChg>
        <pc:spChg chg="mod">
          <ac:chgData name="Sarah Allott" userId="eb87138137533bf5" providerId="LiveId" clId="{B83941E0-230F-4C12-955D-5C0DE614AD06}" dt="2023-10-28T14:21:59.037" v="1693" actId="20577"/>
          <ac:spMkLst>
            <pc:docMk/>
            <pc:sldMk cId="3604215997" sldId="506"/>
            <ac:spMk id="3" creationId="{3BB634CF-1F4C-12DA-8992-804C72927DBF}"/>
          </ac:spMkLst>
        </pc:spChg>
        <pc:spChg chg="mod">
          <ac:chgData name="Sarah Allott" userId="eb87138137533bf5" providerId="LiveId" clId="{B83941E0-230F-4C12-955D-5C0DE614AD06}" dt="2023-10-28T14:22:02.050" v="1701" actId="20577"/>
          <ac:spMkLst>
            <pc:docMk/>
            <pc:sldMk cId="3604215997" sldId="506"/>
            <ac:spMk id="4" creationId="{C85E9F27-422F-175A-B42F-4090789942E8}"/>
          </ac:spMkLst>
        </pc:spChg>
        <pc:spChg chg="mod">
          <ac:chgData name="Sarah Allott" userId="eb87138137533bf5" providerId="LiveId" clId="{B83941E0-230F-4C12-955D-5C0DE614AD06}" dt="2023-10-28T14:21:55.939" v="1686" actId="27636"/>
          <ac:spMkLst>
            <pc:docMk/>
            <pc:sldMk cId="3604215997" sldId="506"/>
            <ac:spMk id="5" creationId="{4107B210-9904-4851-B200-62F227B0ECB2}"/>
          </ac:spMkLst>
        </pc:spChg>
        <pc:spChg chg="mod">
          <ac:chgData name="Sarah Allott" userId="eb87138137533bf5" providerId="LiveId" clId="{B83941E0-230F-4C12-955D-5C0DE614AD06}" dt="2023-10-28T14:22:04.577" v="1706" actId="20577"/>
          <ac:spMkLst>
            <pc:docMk/>
            <pc:sldMk cId="3604215997" sldId="506"/>
            <ac:spMk id="6" creationId="{07E8CE94-24A1-B5E8-DE70-83FC4CC612F0}"/>
          </ac:spMkLst>
        </pc:spChg>
        <pc:spChg chg="mod">
          <ac:chgData name="Sarah Allott" userId="eb87138137533bf5" providerId="LiveId" clId="{B83941E0-230F-4C12-955D-5C0DE614AD06}" dt="2023-10-28T14:21:30.159" v="1677" actId="1076"/>
          <ac:spMkLst>
            <pc:docMk/>
            <pc:sldMk cId="3604215997" sldId="506"/>
            <ac:spMk id="8" creationId="{35FDF6EB-02A0-122D-9375-E20387B4F563}"/>
          </ac:spMkLst>
        </pc:spChg>
      </pc:sldChg>
      <pc:sldChg chg="modSp add mod modNotesTx">
        <pc:chgData name="Sarah Allott" userId="eb87138137533bf5" providerId="LiveId" clId="{B83941E0-230F-4C12-955D-5C0DE614AD06}" dt="2023-10-28T14:19:52.514" v="1501" actId="1076"/>
        <pc:sldMkLst>
          <pc:docMk/>
          <pc:sldMk cId="258888768" sldId="507"/>
        </pc:sldMkLst>
        <pc:spChg chg="mod">
          <ac:chgData name="Sarah Allott" userId="eb87138137533bf5" providerId="LiveId" clId="{B83941E0-230F-4C12-955D-5C0DE614AD06}" dt="2023-10-28T14:16:57.506" v="1079" actId="20577"/>
          <ac:spMkLst>
            <pc:docMk/>
            <pc:sldMk cId="258888768" sldId="507"/>
            <ac:spMk id="2" creationId="{0F655626-4E57-6C40-B0E9-6E6968F733CC}"/>
          </ac:spMkLst>
        </pc:spChg>
        <pc:spChg chg="mod">
          <ac:chgData name="Sarah Allott" userId="eb87138137533bf5" providerId="LiveId" clId="{B83941E0-230F-4C12-955D-5C0DE614AD06}" dt="2023-10-28T14:17:19.887" v="1108" actId="27636"/>
          <ac:spMkLst>
            <pc:docMk/>
            <pc:sldMk cId="258888768" sldId="507"/>
            <ac:spMk id="3" creationId="{3BB634CF-1F4C-12DA-8992-804C72927DBF}"/>
          </ac:spMkLst>
        </pc:spChg>
        <pc:spChg chg="mod">
          <ac:chgData name="Sarah Allott" userId="eb87138137533bf5" providerId="LiveId" clId="{B83941E0-230F-4C12-955D-5C0DE614AD06}" dt="2023-10-28T14:17:08.162" v="1096" actId="20577"/>
          <ac:spMkLst>
            <pc:docMk/>
            <pc:sldMk cId="258888768" sldId="507"/>
            <ac:spMk id="4" creationId="{C85E9F27-422F-175A-B42F-4090789942E8}"/>
          </ac:spMkLst>
        </pc:spChg>
        <pc:spChg chg="mod">
          <ac:chgData name="Sarah Allott" userId="eb87138137533bf5" providerId="LiveId" clId="{B83941E0-230F-4C12-955D-5C0DE614AD06}" dt="2023-10-28T14:17:12.231" v="1103" actId="20577"/>
          <ac:spMkLst>
            <pc:docMk/>
            <pc:sldMk cId="258888768" sldId="507"/>
            <ac:spMk id="5" creationId="{4107B210-9904-4851-B200-62F227B0ECB2}"/>
          </ac:spMkLst>
        </pc:spChg>
        <pc:spChg chg="mod">
          <ac:chgData name="Sarah Allott" userId="eb87138137533bf5" providerId="LiveId" clId="{B83941E0-230F-4C12-955D-5C0DE614AD06}" dt="2023-10-28T14:17:02.469" v="1082" actId="20577"/>
          <ac:spMkLst>
            <pc:docMk/>
            <pc:sldMk cId="258888768" sldId="507"/>
            <ac:spMk id="6" creationId="{07E8CE94-24A1-B5E8-DE70-83FC4CC612F0}"/>
          </ac:spMkLst>
        </pc:spChg>
        <pc:spChg chg="mod">
          <ac:chgData name="Sarah Allott" userId="eb87138137533bf5" providerId="LiveId" clId="{B83941E0-230F-4C12-955D-5C0DE614AD06}" dt="2023-10-28T14:19:52.514" v="1501" actId="1076"/>
          <ac:spMkLst>
            <pc:docMk/>
            <pc:sldMk cId="258888768" sldId="507"/>
            <ac:spMk id="8" creationId="{35FDF6EB-02A0-122D-9375-E20387B4F563}"/>
          </ac:spMkLst>
        </pc:spChg>
      </pc:sldChg>
      <pc:sldChg chg="addSp delSp modSp add mod modAnim modNotesTx">
        <pc:chgData name="Sarah Allott" userId="eb87138137533bf5" providerId="LiveId" clId="{B83941E0-230F-4C12-955D-5C0DE614AD06}" dt="2023-10-28T15:17:13.810" v="5580"/>
        <pc:sldMkLst>
          <pc:docMk/>
          <pc:sldMk cId="2906788442" sldId="508"/>
        </pc:sldMkLst>
        <pc:spChg chg="add mod">
          <ac:chgData name="Sarah Allott" userId="eb87138137533bf5" providerId="LiveId" clId="{B83941E0-230F-4C12-955D-5C0DE614AD06}" dt="2023-10-28T15:17:13.810" v="5580"/>
          <ac:spMkLst>
            <pc:docMk/>
            <pc:sldMk cId="2906788442" sldId="508"/>
            <ac:spMk id="3" creationId="{5D16D122-1F5D-E7E3-E99D-A7E572193F28}"/>
          </ac:spMkLst>
        </pc:spChg>
        <pc:spChg chg="add mod">
          <ac:chgData name="Sarah Allott" userId="eb87138137533bf5" providerId="LiveId" clId="{B83941E0-230F-4C12-955D-5C0DE614AD06}" dt="2023-10-28T15:16:35.706" v="5568" actId="1076"/>
          <ac:spMkLst>
            <pc:docMk/>
            <pc:sldMk cId="2906788442" sldId="508"/>
            <ac:spMk id="4" creationId="{536D73EC-6629-C05C-120A-85F40A0235D3}"/>
          </ac:spMkLst>
        </pc:spChg>
        <pc:spChg chg="add mod">
          <ac:chgData name="Sarah Allott" userId="eb87138137533bf5" providerId="LiveId" clId="{B83941E0-230F-4C12-955D-5C0DE614AD06}" dt="2023-10-28T15:16:35.706" v="5568" actId="1076"/>
          <ac:spMkLst>
            <pc:docMk/>
            <pc:sldMk cId="2906788442" sldId="508"/>
            <ac:spMk id="5" creationId="{B57D8354-EA10-2805-7331-798E20120613}"/>
          </ac:spMkLst>
        </pc:spChg>
        <pc:spChg chg="add mod">
          <ac:chgData name="Sarah Allott" userId="eb87138137533bf5" providerId="LiveId" clId="{B83941E0-230F-4C12-955D-5C0DE614AD06}" dt="2023-10-28T15:16:35.706" v="5568" actId="1076"/>
          <ac:spMkLst>
            <pc:docMk/>
            <pc:sldMk cId="2906788442" sldId="508"/>
            <ac:spMk id="7" creationId="{4D8A99D6-6378-CDDD-79B2-7403E4EC8562}"/>
          </ac:spMkLst>
        </pc:spChg>
        <pc:spChg chg="add del mod">
          <ac:chgData name="Sarah Allott" userId="eb87138137533bf5" providerId="LiveId" clId="{B83941E0-230F-4C12-955D-5C0DE614AD06}" dt="2023-10-28T15:16:35.706" v="5568" actId="1076"/>
          <ac:spMkLst>
            <pc:docMk/>
            <pc:sldMk cId="2906788442" sldId="508"/>
            <ac:spMk id="8" creationId="{2B4597C3-6D49-D1D6-06D1-3AB1112A3030}"/>
          </ac:spMkLst>
        </pc:spChg>
        <pc:spChg chg="add mod">
          <ac:chgData name="Sarah Allott" userId="eb87138137533bf5" providerId="LiveId" clId="{B83941E0-230F-4C12-955D-5C0DE614AD06}" dt="2023-10-28T15:16:35.706" v="5568" actId="1076"/>
          <ac:spMkLst>
            <pc:docMk/>
            <pc:sldMk cId="2906788442" sldId="508"/>
            <ac:spMk id="9" creationId="{FE2ABDEB-9E81-9BA7-E9C8-F5789BDAE24D}"/>
          </ac:spMkLst>
        </pc:spChg>
        <pc:spChg chg="add mod">
          <ac:chgData name="Sarah Allott" userId="eb87138137533bf5" providerId="LiveId" clId="{B83941E0-230F-4C12-955D-5C0DE614AD06}" dt="2023-10-28T15:16:44.855" v="5570" actId="1036"/>
          <ac:spMkLst>
            <pc:docMk/>
            <pc:sldMk cId="2906788442" sldId="508"/>
            <ac:spMk id="10" creationId="{DD857953-3DD8-273C-DBF8-7156DAAB65F0}"/>
          </ac:spMkLst>
        </pc:spChg>
        <pc:spChg chg="add mod">
          <ac:chgData name="Sarah Allott" userId="eb87138137533bf5" providerId="LiveId" clId="{B83941E0-230F-4C12-955D-5C0DE614AD06}" dt="2023-10-28T15:16:35.706" v="5568" actId="1076"/>
          <ac:spMkLst>
            <pc:docMk/>
            <pc:sldMk cId="2906788442" sldId="508"/>
            <ac:spMk id="11" creationId="{E175583E-9FBE-D770-BD0A-0DEB5068CC0C}"/>
          </ac:spMkLst>
        </pc:spChg>
        <pc:spChg chg="add mod">
          <ac:chgData name="Sarah Allott" userId="eb87138137533bf5" providerId="LiveId" clId="{B83941E0-230F-4C12-955D-5C0DE614AD06}" dt="2023-10-28T15:16:35.706" v="5568" actId="1076"/>
          <ac:spMkLst>
            <pc:docMk/>
            <pc:sldMk cId="2906788442" sldId="508"/>
            <ac:spMk id="12" creationId="{38B53799-7651-87EC-5250-05134E4741B4}"/>
          </ac:spMkLst>
        </pc:spChg>
        <pc:spChg chg="add mod">
          <ac:chgData name="Sarah Allott" userId="eb87138137533bf5" providerId="LiveId" clId="{B83941E0-230F-4C12-955D-5C0DE614AD06}" dt="2023-10-28T15:16:35.706" v="5568" actId="1076"/>
          <ac:spMkLst>
            <pc:docMk/>
            <pc:sldMk cId="2906788442" sldId="508"/>
            <ac:spMk id="13" creationId="{BC888FA4-7E5F-C169-E374-46DD9A3ACC41}"/>
          </ac:spMkLst>
        </pc:spChg>
        <pc:spChg chg="add mod">
          <ac:chgData name="Sarah Allott" userId="eb87138137533bf5" providerId="LiveId" clId="{B83941E0-230F-4C12-955D-5C0DE614AD06}" dt="2023-10-28T15:16:48.126" v="5572" actId="1037"/>
          <ac:spMkLst>
            <pc:docMk/>
            <pc:sldMk cId="2906788442" sldId="508"/>
            <ac:spMk id="14" creationId="{FCDA8463-B115-C27E-7A8D-031C8259AF75}"/>
          </ac:spMkLst>
        </pc:spChg>
        <pc:spChg chg="add mod">
          <ac:chgData name="Sarah Allott" userId="eb87138137533bf5" providerId="LiveId" clId="{B83941E0-230F-4C12-955D-5C0DE614AD06}" dt="2023-10-28T15:16:50.042" v="5574" actId="1037"/>
          <ac:spMkLst>
            <pc:docMk/>
            <pc:sldMk cId="2906788442" sldId="508"/>
            <ac:spMk id="15" creationId="{B1C32D62-74E9-BCD3-09AE-036215155E70}"/>
          </ac:spMkLst>
        </pc:spChg>
        <pc:spChg chg="add mod">
          <ac:chgData name="Sarah Allott" userId="eb87138137533bf5" providerId="LiveId" clId="{B83941E0-230F-4C12-955D-5C0DE614AD06}" dt="2023-10-28T15:16:51.712" v="5576" actId="1037"/>
          <ac:spMkLst>
            <pc:docMk/>
            <pc:sldMk cId="2906788442" sldId="508"/>
            <ac:spMk id="16" creationId="{D8A4AD9C-1D18-227E-E92B-8E9C9F9C24D7}"/>
          </ac:spMkLst>
        </pc:spChg>
        <pc:spChg chg="add mod">
          <ac:chgData name="Sarah Allott" userId="eb87138137533bf5" providerId="LiveId" clId="{B83941E0-230F-4C12-955D-5C0DE614AD06}" dt="2023-10-28T15:16:35.706" v="5568" actId="1076"/>
          <ac:spMkLst>
            <pc:docMk/>
            <pc:sldMk cId="2906788442" sldId="508"/>
            <ac:spMk id="17" creationId="{BF966111-99A0-AFFC-918D-972205103D79}"/>
          </ac:spMkLst>
        </pc:spChg>
        <pc:spChg chg="add mod">
          <ac:chgData name="Sarah Allott" userId="eb87138137533bf5" providerId="LiveId" clId="{B83941E0-230F-4C12-955D-5C0DE614AD06}" dt="2023-10-28T15:16:35.706" v="5568" actId="1076"/>
          <ac:spMkLst>
            <pc:docMk/>
            <pc:sldMk cId="2906788442" sldId="508"/>
            <ac:spMk id="18" creationId="{4856A0BD-5B24-967E-0AE3-56C26ECF3CC0}"/>
          </ac:spMkLst>
        </pc:spChg>
        <pc:graphicFrameChg chg="add del mod modGraphic">
          <ac:chgData name="Sarah Allott" userId="eb87138137533bf5" providerId="LiveId" clId="{B83941E0-230F-4C12-955D-5C0DE614AD06}" dt="2023-10-28T15:16:35.706" v="5568" actId="1076"/>
          <ac:graphicFrameMkLst>
            <pc:docMk/>
            <pc:sldMk cId="2906788442" sldId="508"/>
            <ac:graphicFrameMk id="6" creationId="{E120F9C8-79D2-1120-0B8E-31B6E74020A5}"/>
          </ac:graphicFrameMkLst>
        </pc:graphicFrameChg>
      </pc:sldChg>
      <pc:sldChg chg="addSp delSp modSp add del mod ord delAnim modAnim">
        <pc:chgData name="Sarah Allott" userId="eb87138137533bf5" providerId="LiveId" clId="{B83941E0-230F-4C12-955D-5C0DE614AD06}" dt="2023-10-28T14:56:12.610" v="4218" actId="47"/>
        <pc:sldMkLst>
          <pc:docMk/>
          <pc:sldMk cId="2559321536" sldId="509"/>
        </pc:sldMkLst>
        <pc:spChg chg="add mod">
          <ac:chgData name="Sarah Allott" userId="eb87138137533bf5" providerId="LiveId" clId="{B83941E0-230F-4C12-955D-5C0DE614AD06}" dt="2023-10-28T14:50:21.781" v="3736" actId="20577"/>
          <ac:spMkLst>
            <pc:docMk/>
            <pc:sldMk cId="2559321536" sldId="509"/>
            <ac:spMk id="3" creationId="{C0424A5D-CFC3-6388-282D-BCF81FECEFE9}"/>
          </ac:spMkLst>
        </pc:spChg>
        <pc:spChg chg="add del mod">
          <ac:chgData name="Sarah Allott" userId="eb87138137533bf5" providerId="LiveId" clId="{B83941E0-230F-4C12-955D-5C0DE614AD06}" dt="2023-10-28T14:52:31.285" v="3979" actId="478"/>
          <ac:spMkLst>
            <pc:docMk/>
            <pc:sldMk cId="2559321536" sldId="509"/>
            <ac:spMk id="4" creationId="{85EBE6B7-68EF-E91C-E009-C7883619D663}"/>
          </ac:spMkLst>
        </pc:spChg>
        <pc:spChg chg="add mod">
          <ac:chgData name="Sarah Allott" userId="eb87138137533bf5" providerId="LiveId" clId="{B83941E0-230F-4C12-955D-5C0DE614AD06}" dt="2023-10-28T14:54:09.150" v="4091" actId="12788"/>
          <ac:spMkLst>
            <pc:docMk/>
            <pc:sldMk cId="2559321536" sldId="509"/>
            <ac:spMk id="5" creationId="{407B80A7-082C-71DF-3DD3-DDA3D8964D38}"/>
          </ac:spMkLst>
        </pc:spChg>
        <pc:spChg chg="add mod">
          <ac:chgData name="Sarah Allott" userId="eb87138137533bf5" providerId="LiveId" clId="{B83941E0-230F-4C12-955D-5C0DE614AD06}" dt="2023-10-28T14:54:09.150" v="4091" actId="12788"/>
          <ac:spMkLst>
            <pc:docMk/>
            <pc:sldMk cId="2559321536" sldId="509"/>
            <ac:spMk id="7" creationId="{DCE621FB-EC5E-940E-FB6B-6D7D1D648164}"/>
          </ac:spMkLst>
        </pc:spChg>
        <pc:spChg chg="del">
          <ac:chgData name="Sarah Allott" userId="eb87138137533bf5" providerId="LiveId" clId="{B83941E0-230F-4C12-955D-5C0DE614AD06}" dt="2023-10-28T14:49:26.317" v="3580" actId="478"/>
          <ac:spMkLst>
            <pc:docMk/>
            <pc:sldMk cId="2559321536" sldId="509"/>
            <ac:spMk id="12" creationId="{A67D4E69-64D6-8AF7-DCCC-227655FA4E4D}"/>
          </ac:spMkLst>
        </pc:spChg>
        <pc:spChg chg="del">
          <ac:chgData name="Sarah Allott" userId="eb87138137533bf5" providerId="LiveId" clId="{B83941E0-230F-4C12-955D-5C0DE614AD06}" dt="2023-10-28T14:49:26.317" v="3580" actId="478"/>
          <ac:spMkLst>
            <pc:docMk/>
            <pc:sldMk cId="2559321536" sldId="509"/>
            <ac:spMk id="13" creationId="{359D0357-9E05-F2C4-70D4-7DC7215FFECE}"/>
          </ac:spMkLst>
        </pc:spChg>
        <pc:spChg chg="del">
          <ac:chgData name="Sarah Allott" userId="eb87138137533bf5" providerId="LiveId" clId="{B83941E0-230F-4C12-955D-5C0DE614AD06}" dt="2023-10-28T14:49:26.317" v="3580" actId="478"/>
          <ac:spMkLst>
            <pc:docMk/>
            <pc:sldMk cId="2559321536" sldId="509"/>
            <ac:spMk id="14" creationId="{68EA6C38-BF3E-12D5-F743-46A4ACC7354C}"/>
          </ac:spMkLst>
        </pc:spChg>
        <pc:spChg chg="del">
          <ac:chgData name="Sarah Allott" userId="eb87138137533bf5" providerId="LiveId" clId="{B83941E0-230F-4C12-955D-5C0DE614AD06}" dt="2023-10-28T14:49:26.317" v="3580" actId="478"/>
          <ac:spMkLst>
            <pc:docMk/>
            <pc:sldMk cId="2559321536" sldId="509"/>
            <ac:spMk id="15" creationId="{5D9F2193-C3CC-DE73-3B37-0C98A8CF5338}"/>
          </ac:spMkLst>
        </pc:spChg>
        <pc:spChg chg="add mod">
          <ac:chgData name="Sarah Allott" userId="eb87138137533bf5" providerId="LiveId" clId="{B83941E0-230F-4C12-955D-5C0DE614AD06}" dt="2023-10-28T14:54:09.150" v="4091" actId="12788"/>
          <ac:spMkLst>
            <pc:docMk/>
            <pc:sldMk cId="2559321536" sldId="509"/>
            <ac:spMk id="16" creationId="{22714D37-7085-25CB-A827-5792D6593386}"/>
          </ac:spMkLst>
        </pc:spChg>
        <pc:spChg chg="add mod">
          <ac:chgData name="Sarah Allott" userId="eb87138137533bf5" providerId="LiveId" clId="{B83941E0-230F-4C12-955D-5C0DE614AD06}" dt="2023-10-28T14:54:42.772" v="4104" actId="1035"/>
          <ac:spMkLst>
            <pc:docMk/>
            <pc:sldMk cId="2559321536" sldId="509"/>
            <ac:spMk id="17" creationId="{A5CDD8C9-1D88-5761-F622-3DFF30D00AA0}"/>
          </ac:spMkLst>
        </pc:spChg>
        <pc:spChg chg="del">
          <ac:chgData name="Sarah Allott" userId="eb87138137533bf5" providerId="LiveId" clId="{B83941E0-230F-4C12-955D-5C0DE614AD06}" dt="2023-10-28T14:49:26.317" v="3580" actId="478"/>
          <ac:spMkLst>
            <pc:docMk/>
            <pc:sldMk cId="2559321536" sldId="509"/>
            <ac:spMk id="19" creationId="{7521F446-26B8-2734-49CF-3867102CC9D6}"/>
          </ac:spMkLst>
        </pc:spChg>
        <pc:spChg chg="del">
          <ac:chgData name="Sarah Allott" userId="eb87138137533bf5" providerId="LiveId" clId="{B83941E0-230F-4C12-955D-5C0DE614AD06}" dt="2023-10-28T14:49:26.317" v="3580" actId="478"/>
          <ac:spMkLst>
            <pc:docMk/>
            <pc:sldMk cId="2559321536" sldId="509"/>
            <ac:spMk id="21" creationId="{AB2D0860-3CB8-4777-386F-BF2645597940}"/>
          </ac:spMkLst>
        </pc:spChg>
        <pc:spChg chg="del">
          <ac:chgData name="Sarah Allott" userId="eb87138137533bf5" providerId="LiveId" clId="{B83941E0-230F-4C12-955D-5C0DE614AD06}" dt="2023-10-28T14:49:26.317" v="3580" actId="478"/>
          <ac:spMkLst>
            <pc:docMk/>
            <pc:sldMk cId="2559321536" sldId="509"/>
            <ac:spMk id="22" creationId="{4E091907-21F5-0900-7278-84D8C700F32D}"/>
          </ac:spMkLst>
        </pc:spChg>
        <pc:spChg chg="del">
          <ac:chgData name="Sarah Allott" userId="eb87138137533bf5" providerId="LiveId" clId="{B83941E0-230F-4C12-955D-5C0DE614AD06}" dt="2023-10-28T14:49:26.317" v="3580" actId="478"/>
          <ac:spMkLst>
            <pc:docMk/>
            <pc:sldMk cId="2559321536" sldId="509"/>
            <ac:spMk id="23" creationId="{8C7ED128-406A-21A8-75E7-D2F4F190FB3B}"/>
          </ac:spMkLst>
        </pc:spChg>
        <pc:spChg chg="del">
          <ac:chgData name="Sarah Allott" userId="eb87138137533bf5" providerId="LiveId" clId="{B83941E0-230F-4C12-955D-5C0DE614AD06}" dt="2023-10-28T14:49:26.317" v="3580" actId="478"/>
          <ac:spMkLst>
            <pc:docMk/>
            <pc:sldMk cId="2559321536" sldId="509"/>
            <ac:spMk id="24" creationId="{CC357C57-0A43-242D-964C-33B96C73640D}"/>
          </ac:spMkLst>
        </pc:spChg>
        <pc:spChg chg="del">
          <ac:chgData name="Sarah Allott" userId="eb87138137533bf5" providerId="LiveId" clId="{B83941E0-230F-4C12-955D-5C0DE614AD06}" dt="2023-10-28T14:49:26.317" v="3580" actId="478"/>
          <ac:spMkLst>
            <pc:docMk/>
            <pc:sldMk cId="2559321536" sldId="509"/>
            <ac:spMk id="25" creationId="{0BDACD82-F6D1-1539-0CBE-D2D3DE45F734}"/>
          </ac:spMkLst>
        </pc:spChg>
        <pc:spChg chg="del mod">
          <ac:chgData name="Sarah Allott" userId="eb87138137533bf5" providerId="LiveId" clId="{B83941E0-230F-4C12-955D-5C0DE614AD06}" dt="2023-10-28T14:52:31.285" v="3979" actId="478"/>
          <ac:spMkLst>
            <pc:docMk/>
            <pc:sldMk cId="2559321536" sldId="509"/>
            <ac:spMk id="31" creationId="{E789D3E3-728C-9C78-59E0-33140EF7C6F1}"/>
          </ac:spMkLst>
        </pc:spChg>
        <pc:graphicFrameChg chg="mod modGraphic">
          <ac:chgData name="Sarah Allott" userId="eb87138137533bf5" providerId="LiveId" clId="{B83941E0-230F-4C12-955D-5C0DE614AD06}" dt="2023-10-28T14:53:23.279" v="4080"/>
          <ac:graphicFrameMkLst>
            <pc:docMk/>
            <pc:sldMk cId="2559321536" sldId="509"/>
            <ac:graphicFrameMk id="6" creationId="{E120F9C8-79D2-1120-0B8E-31B6E74020A5}"/>
          </ac:graphicFrameMkLst>
        </pc:graphicFrameChg>
      </pc:sldChg>
      <pc:sldChg chg="add">
        <pc:chgData name="Sarah Allott" userId="eb87138137533bf5" providerId="LiveId" clId="{B83941E0-230F-4C12-955D-5C0DE614AD06}" dt="2023-10-29T12:29:09.737" v="6473" actId="2890"/>
        <pc:sldMkLst>
          <pc:docMk/>
          <pc:sldMk cId="3521023486" sldId="509"/>
        </pc:sldMkLst>
      </pc:sldChg>
      <pc:sldChg chg="modSp add mod">
        <pc:chgData name="Sarah Allott" userId="eb87138137533bf5" providerId="LiveId" clId="{B83941E0-230F-4C12-955D-5C0DE614AD06}" dt="2023-10-29T14:04:16.097" v="8132" actId="14100"/>
        <pc:sldMkLst>
          <pc:docMk/>
          <pc:sldMk cId="3765929451" sldId="510"/>
        </pc:sldMkLst>
        <pc:spChg chg="mod">
          <ac:chgData name="Sarah Allott" userId="eb87138137533bf5" providerId="LiveId" clId="{B83941E0-230F-4C12-955D-5C0DE614AD06}" dt="2023-10-29T13:57:09.336" v="8006" actId="20577"/>
          <ac:spMkLst>
            <pc:docMk/>
            <pc:sldMk cId="3765929451" sldId="510"/>
            <ac:spMk id="12" creationId="{5690AAC3-23A1-C923-3F15-603D19D902E2}"/>
          </ac:spMkLst>
        </pc:spChg>
        <pc:spChg chg="mod">
          <ac:chgData name="Sarah Allott" userId="eb87138137533bf5" providerId="LiveId" clId="{B83941E0-230F-4C12-955D-5C0DE614AD06}" dt="2023-10-29T13:57:22.130" v="8019" actId="20577"/>
          <ac:spMkLst>
            <pc:docMk/>
            <pc:sldMk cId="3765929451" sldId="510"/>
            <ac:spMk id="15" creationId="{44CBF3D0-C829-C996-40E2-D2EC4DEEB149}"/>
          </ac:spMkLst>
        </pc:spChg>
        <pc:spChg chg="mod">
          <ac:chgData name="Sarah Allott" userId="eb87138137533bf5" providerId="LiveId" clId="{B83941E0-230F-4C12-955D-5C0DE614AD06}" dt="2023-10-29T13:57:36.057" v="8026" actId="20577"/>
          <ac:spMkLst>
            <pc:docMk/>
            <pc:sldMk cId="3765929451" sldId="510"/>
            <ac:spMk id="17" creationId="{DDD0567A-6EFC-F9B2-C5F8-3E815AB5FB41}"/>
          </ac:spMkLst>
        </pc:spChg>
        <pc:spChg chg="mod">
          <ac:chgData name="Sarah Allott" userId="eb87138137533bf5" providerId="LiveId" clId="{B83941E0-230F-4C12-955D-5C0DE614AD06}" dt="2023-10-29T13:59:18.757" v="8043" actId="20577"/>
          <ac:spMkLst>
            <pc:docMk/>
            <pc:sldMk cId="3765929451" sldId="510"/>
            <ac:spMk id="18" creationId="{19EF0758-5B05-B8F3-E9FF-E4A017322A68}"/>
          </ac:spMkLst>
        </pc:spChg>
        <pc:spChg chg="mod">
          <ac:chgData name="Sarah Allott" userId="eb87138137533bf5" providerId="LiveId" clId="{B83941E0-230F-4C12-955D-5C0DE614AD06}" dt="2023-10-29T14:04:04.179" v="8129" actId="1076"/>
          <ac:spMkLst>
            <pc:docMk/>
            <pc:sldMk cId="3765929451" sldId="510"/>
            <ac:spMk id="19" creationId="{BB308D0A-4180-0F84-D0C7-2AF77AC4E761}"/>
          </ac:spMkLst>
        </pc:spChg>
        <pc:spChg chg="mod">
          <ac:chgData name="Sarah Allott" userId="eb87138137533bf5" providerId="LiveId" clId="{B83941E0-230F-4C12-955D-5C0DE614AD06}" dt="2023-10-29T14:03:58.519" v="8128" actId="554"/>
          <ac:spMkLst>
            <pc:docMk/>
            <pc:sldMk cId="3765929451" sldId="510"/>
            <ac:spMk id="22" creationId="{9E26BFB5-1596-CB7B-BAD1-C3BB68071389}"/>
          </ac:spMkLst>
        </pc:spChg>
        <pc:spChg chg="mod">
          <ac:chgData name="Sarah Allott" userId="eb87138137533bf5" providerId="LiveId" clId="{B83941E0-230F-4C12-955D-5C0DE614AD06}" dt="2023-10-29T14:03:58.519" v="8128" actId="554"/>
          <ac:spMkLst>
            <pc:docMk/>
            <pc:sldMk cId="3765929451" sldId="510"/>
            <ac:spMk id="26" creationId="{A8299869-68BC-F680-0E82-9BF75C91B990}"/>
          </ac:spMkLst>
        </pc:spChg>
        <pc:spChg chg="mod">
          <ac:chgData name="Sarah Allott" userId="eb87138137533bf5" providerId="LiveId" clId="{B83941E0-230F-4C12-955D-5C0DE614AD06}" dt="2023-10-29T14:04:04.179" v="8129" actId="1076"/>
          <ac:spMkLst>
            <pc:docMk/>
            <pc:sldMk cId="3765929451" sldId="510"/>
            <ac:spMk id="29" creationId="{B9F53639-AF56-323C-CA98-4A8365BFAA4E}"/>
          </ac:spMkLst>
        </pc:spChg>
        <pc:spChg chg="mod">
          <ac:chgData name="Sarah Allott" userId="eb87138137533bf5" providerId="LiveId" clId="{B83941E0-230F-4C12-955D-5C0DE614AD06}" dt="2023-10-29T13:59:39.229" v="8067" actId="20577"/>
          <ac:spMkLst>
            <pc:docMk/>
            <pc:sldMk cId="3765929451" sldId="510"/>
            <ac:spMk id="31" creationId="{474B0680-C69A-F54B-7983-D9C2C2706F99}"/>
          </ac:spMkLst>
        </pc:spChg>
        <pc:spChg chg="mod">
          <ac:chgData name="Sarah Allott" userId="eb87138137533bf5" providerId="LiveId" clId="{B83941E0-230F-4C12-955D-5C0DE614AD06}" dt="2023-10-29T14:04:11.583" v="8130" actId="1076"/>
          <ac:spMkLst>
            <pc:docMk/>
            <pc:sldMk cId="3765929451" sldId="510"/>
            <ac:spMk id="34" creationId="{CACD1888-5D17-C59E-429D-1C84D1C043C1}"/>
          </ac:spMkLst>
        </pc:spChg>
        <pc:spChg chg="mod">
          <ac:chgData name="Sarah Allott" userId="eb87138137533bf5" providerId="LiveId" clId="{B83941E0-230F-4C12-955D-5C0DE614AD06}" dt="2023-10-29T14:02:27.595" v="8127" actId="404"/>
          <ac:spMkLst>
            <pc:docMk/>
            <pc:sldMk cId="3765929451" sldId="510"/>
            <ac:spMk id="35" creationId="{32E63983-9B66-3677-A3C4-B6B3A9D93441}"/>
          </ac:spMkLst>
        </pc:spChg>
        <pc:spChg chg="mod">
          <ac:chgData name="Sarah Allott" userId="eb87138137533bf5" providerId="LiveId" clId="{B83941E0-230F-4C12-955D-5C0DE614AD06}" dt="2023-10-29T14:04:16.097" v="8132" actId="14100"/>
          <ac:spMkLst>
            <pc:docMk/>
            <pc:sldMk cId="3765929451" sldId="510"/>
            <ac:spMk id="38" creationId="{27905D1B-DEA8-A237-4DDC-0DF6ACEFD089}"/>
          </ac:spMkLst>
        </pc:spChg>
      </pc:sldChg>
      <pc:sldChg chg="modSp add mod modAnim modNotesTx">
        <pc:chgData name="Sarah Allott" userId="eb87138137533bf5" providerId="LiveId" clId="{B83941E0-230F-4C12-955D-5C0DE614AD06}" dt="2023-10-30T17:44:56.286" v="10480" actId="20577"/>
        <pc:sldMkLst>
          <pc:docMk/>
          <pc:sldMk cId="1409525325" sldId="511"/>
        </pc:sldMkLst>
        <pc:spChg chg="mod">
          <ac:chgData name="Sarah Allott" userId="eb87138137533bf5" providerId="LiveId" clId="{B83941E0-230F-4C12-955D-5C0DE614AD06}" dt="2023-10-29T13:45:33.639" v="7529" actId="20577"/>
          <ac:spMkLst>
            <pc:docMk/>
            <pc:sldMk cId="1409525325" sldId="511"/>
            <ac:spMk id="5" creationId="{93F6030B-2760-6D52-C633-568670EF2999}"/>
          </ac:spMkLst>
        </pc:spChg>
        <pc:spChg chg="mod">
          <ac:chgData name="Sarah Allott" userId="eb87138137533bf5" providerId="LiveId" clId="{B83941E0-230F-4C12-955D-5C0DE614AD06}" dt="2023-10-30T17:44:56.286" v="10480" actId="20577"/>
          <ac:spMkLst>
            <pc:docMk/>
            <pc:sldMk cId="1409525325" sldId="511"/>
            <ac:spMk id="6" creationId="{8BF74972-33D3-824C-9A5D-F069BB466D01}"/>
          </ac:spMkLst>
        </pc:spChg>
        <pc:spChg chg="mod">
          <ac:chgData name="Sarah Allott" userId="eb87138137533bf5" providerId="LiveId" clId="{B83941E0-230F-4C12-955D-5C0DE614AD06}" dt="2023-10-29T13:45:46.410" v="7545" actId="20577"/>
          <ac:spMkLst>
            <pc:docMk/>
            <pc:sldMk cId="1409525325" sldId="511"/>
            <ac:spMk id="9" creationId="{7E31BE73-A17D-6342-7E21-8392765374B4}"/>
          </ac:spMkLst>
        </pc:spChg>
        <pc:spChg chg="mod">
          <ac:chgData name="Sarah Allott" userId="eb87138137533bf5" providerId="LiveId" clId="{B83941E0-230F-4C12-955D-5C0DE614AD06}" dt="2023-10-29T13:46:05.289" v="7560" actId="1076"/>
          <ac:spMkLst>
            <pc:docMk/>
            <pc:sldMk cId="1409525325" sldId="511"/>
            <ac:spMk id="10" creationId="{08C95972-BB80-91D7-22F0-0B94471FE87E}"/>
          </ac:spMkLst>
        </pc:spChg>
        <pc:spChg chg="mod">
          <ac:chgData name="Sarah Allott" userId="eb87138137533bf5" providerId="LiveId" clId="{B83941E0-230F-4C12-955D-5C0DE614AD06}" dt="2023-10-29T13:53:59.295" v="7986" actId="20577"/>
          <ac:spMkLst>
            <pc:docMk/>
            <pc:sldMk cId="1409525325" sldId="511"/>
            <ac:spMk id="11" creationId="{88D28FB3-DEE8-B361-1C09-2A350A7A196A}"/>
          </ac:spMkLst>
        </pc:spChg>
        <pc:spChg chg="mod">
          <ac:chgData name="Sarah Allott" userId="eb87138137533bf5" providerId="LiveId" clId="{B83941E0-230F-4C12-955D-5C0DE614AD06}" dt="2023-10-29T13:46:10.613" v="7561" actId="1076"/>
          <ac:spMkLst>
            <pc:docMk/>
            <pc:sldMk cId="1409525325" sldId="511"/>
            <ac:spMk id="12" creationId="{30AEC636-127A-79F0-91E4-FE65E9B7D275}"/>
          </ac:spMkLst>
        </pc:spChg>
        <pc:spChg chg="mod">
          <ac:chgData name="Sarah Allott" userId="eb87138137533bf5" providerId="LiveId" clId="{B83941E0-230F-4C12-955D-5C0DE614AD06}" dt="2023-10-29T13:46:10.613" v="7561" actId="1076"/>
          <ac:spMkLst>
            <pc:docMk/>
            <pc:sldMk cId="1409525325" sldId="511"/>
            <ac:spMk id="17" creationId="{6C7098DB-7951-5C0E-F4CE-CE619110CA3C}"/>
          </ac:spMkLst>
        </pc:spChg>
        <pc:spChg chg="mod">
          <ac:chgData name="Sarah Allott" userId="eb87138137533bf5" providerId="LiveId" clId="{B83941E0-230F-4C12-955D-5C0DE614AD06}" dt="2023-10-29T13:50:04.294" v="7800" actId="20577"/>
          <ac:spMkLst>
            <pc:docMk/>
            <pc:sldMk cId="1409525325" sldId="511"/>
            <ac:spMk id="21" creationId="{1259B8F1-821B-2B32-681C-75AD5ED42882}"/>
          </ac:spMkLst>
        </pc:spChg>
        <pc:spChg chg="mod">
          <ac:chgData name="Sarah Allott" userId="eb87138137533bf5" providerId="LiveId" clId="{B83941E0-230F-4C12-955D-5C0DE614AD06}" dt="2023-10-29T13:49:22.662" v="7758" actId="14100"/>
          <ac:spMkLst>
            <pc:docMk/>
            <pc:sldMk cId="1409525325" sldId="511"/>
            <ac:spMk id="24" creationId="{D6BA08AB-24D4-2FDE-C928-63153BE4D1C6}"/>
          </ac:spMkLst>
        </pc:spChg>
        <pc:spChg chg="mod">
          <ac:chgData name="Sarah Allott" userId="eb87138137533bf5" providerId="LiveId" clId="{B83941E0-230F-4C12-955D-5C0DE614AD06}" dt="2023-10-29T13:49:42.982" v="7762" actId="14100"/>
          <ac:spMkLst>
            <pc:docMk/>
            <pc:sldMk cId="1409525325" sldId="511"/>
            <ac:spMk id="25" creationId="{9E2E61AC-28BB-AA58-5060-4C7B2AC1EF14}"/>
          </ac:spMkLst>
        </pc:spChg>
        <pc:spChg chg="mod">
          <ac:chgData name="Sarah Allott" userId="eb87138137533bf5" providerId="LiveId" clId="{B83941E0-230F-4C12-955D-5C0DE614AD06}" dt="2023-10-29T13:49:27.969" v="7759" actId="1076"/>
          <ac:spMkLst>
            <pc:docMk/>
            <pc:sldMk cId="1409525325" sldId="511"/>
            <ac:spMk id="27" creationId="{3F85B667-45E5-29E2-4916-1303C3697EEA}"/>
          </ac:spMkLst>
        </pc:spChg>
        <pc:spChg chg="mod">
          <ac:chgData name="Sarah Allott" userId="eb87138137533bf5" providerId="LiveId" clId="{B83941E0-230F-4C12-955D-5C0DE614AD06}" dt="2023-10-29T13:49:57.248" v="7774" actId="20577"/>
          <ac:spMkLst>
            <pc:docMk/>
            <pc:sldMk cId="1409525325" sldId="511"/>
            <ac:spMk id="29" creationId="{E1443B67-D3C6-5737-3B5B-6895762C2584}"/>
          </ac:spMkLst>
        </pc:spChg>
        <pc:spChg chg="mod">
          <ac:chgData name="Sarah Allott" userId="eb87138137533bf5" providerId="LiveId" clId="{B83941E0-230F-4C12-955D-5C0DE614AD06}" dt="2023-10-29T13:51:06.504" v="7851" actId="20577"/>
          <ac:spMkLst>
            <pc:docMk/>
            <pc:sldMk cId="1409525325" sldId="511"/>
            <ac:spMk id="37" creationId="{9AB50492-A444-4CD8-A5D8-F3A02418ECB3}"/>
          </ac:spMkLst>
        </pc:spChg>
        <pc:spChg chg="mod">
          <ac:chgData name="Sarah Allott" userId="eb87138137533bf5" providerId="LiveId" clId="{B83941E0-230F-4C12-955D-5C0DE614AD06}" dt="2023-10-29T13:52:21.499" v="7976" actId="404"/>
          <ac:spMkLst>
            <pc:docMk/>
            <pc:sldMk cId="1409525325" sldId="511"/>
            <ac:spMk id="38" creationId="{9B98D2E2-E209-E5AC-C7F1-0FCE7EC120C1}"/>
          </ac:spMkLst>
        </pc:spChg>
        <pc:spChg chg="mod">
          <ac:chgData name="Sarah Allott" userId="eb87138137533bf5" providerId="LiveId" clId="{B83941E0-230F-4C12-955D-5C0DE614AD06}" dt="2023-10-29T13:51:11.334" v="7852" actId="1076"/>
          <ac:spMkLst>
            <pc:docMk/>
            <pc:sldMk cId="1409525325" sldId="511"/>
            <ac:spMk id="39" creationId="{B6C326DF-6089-3BA9-6566-2E0C0C43C6C3}"/>
          </ac:spMkLst>
        </pc:spChg>
        <pc:spChg chg="mod">
          <ac:chgData name="Sarah Allott" userId="eb87138137533bf5" providerId="LiveId" clId="{B83941E0-230F-4C12-955D-5C0DE614AD06}" dt="2023-10-29T13:52:29.957" v="7978" actId="14100"/>
          <ac:spMkLst>
            <pc:docMk/>
            <pc:sldMk cId="1409525325" sldId="511"/>
            <ac:spMk id="40" creationId="{00E04497-1D7B-668A-EDD8-D43154ABD0C4}"/>
          </ac:spMkLst>
        </pc:spChg>
        <pc:cxnChg chg="mod">
          <ac:chgData name="Sarah Allott" userId="eb87138137533bf5" providerId="LiveId" clId="{B83941E0-230F-4C12-955D-5C0DE614AD06}" dt="2023-10-29T13:46:10.613" v="7561" actId="1076"/>
          <ac:cxnSpMkLst>
            <pc:docMk/>
            <pc:sldMk cId="1409525325" sldId="511"/>
            <ac:cxnSpMk id="13" creationId="{A93E1857-6183-5466-79F6-62C1C05E84DB}"/>
          </ac:cxnSpMkLst>
        </pc:cxnChg>
        <pc:cxnChg chg="mod">
          <ac:chgData name="Sarah Allott" userId="eb87138137533bf5" providerId="LiveId" clId="{B83941E0-230F-4C12-955D-5C0DE614AD06}" dt="2023-10-29T13:46:10.613" v="7561" actId="1076"/>
          <ac:cxnSpMkLst>
            <pc:docMk/>
            <pc:sldMk cId="1409525325" sldId="511"/>
            <ac:cxnSpMk id="18" creationId="{7BEA025B-C68B-6DB8-220B-64E3265A1834}"/>
          </ac:cxnSpMkLst>
        </pc:cxnChg>
        <pc:cxnChg chg="mod">
          <ac:chgData name="Sarah Allott" userId="eb87138137533bf5" providerId="LiveId" clId="{B83941E0-230F-4C12-955D-5C0DE614AD06}" dt="2023-10-29T13:46:10.613" v="7561" actId="1076"/>
          <ac:cxnSpMkLst>
            <pc:docMk/>
            <pc:sldMk cId="1409525325" sldId="511"/>
            <ac:cxnSpMk id="22" creationId="{A2C56411-0B02-A4FF-89D9-401FE572F0B1}"/>
          </ac:cxnSpMkLst>
        </pc:cxnChg>
        <pc:cxnChg chg="mod">
          <ac:chgData name="Sarah Allott" userId="eb87138137533bf5" providerId="LiveId" clId="{B83941E0-230F-4C12-955D-5C0DE614AD06}" dt="2023-10-29T13:49:42.982" v="7762" actId="14100"/>
          <ac:cxnSpMkLst>
            <pc:docMk/>
            <pc:sldMk cId="1409525325" sldId="511"/>
            <ac:cxnSpMk id="26" creationId="{3F9CB0CA-7E4C-0F30-8D6E-DE0B1A7B392B}"/>
          </ac:cxnSpMkLst>
        </pc:cxnChg>
        <pc:cxnChg chg="mod">
          <ac:chgData name="Sarah Allott" userId="eb87138137533bf5" providerId="LiveId" clId="{B83941E0-230F-4C12-955D-5C0DE614AD06}" dt="2023-10-29T13:49:33.399" v="7760" actId="14100"/>
          <ac:cxnSpMkLst>
            <pc:docMk/>
            <pc:sldMk cId="1409525325" sldId="511"/>
            <ac:cxnSpMk id="28" creationId="{78022125-3FA0-E0CD-DA4B-690CC547AA1C}"/>
          </ac:cxnSpMkLst>
        </pc:cxnChg>
        <pc:cxnChg chg="mod">
          <ac:chgData name="Sarah Allott" userId="eb87138137533bf5" providerId="LiveId" clId="{B83941E0-230F-4C12-955D-5C0DE614AD06}" dt="2023-10-29T13:49:54.992" v="7764" actId="14100"/>
          <ac:cxnSpMkLst>
            <pc:docMk/>
            <pc:sldMk cId="1409525325" sldId="511"/>
            <ac:cxnSpMk id="30" creationId="{029C5229-FA6D-AC4D-8B65-CFBBE3CC4CED}"/>
          </ac:cxnSpMkLst>
        </pc:cxnChg>
      </pc:sldChg>
      <pc:sldChg chg="modSp add mod modNotesTx">
        <pc:chgData name="Sarah Allott" userId="eb87138137533bf5" providerId="LiveId" clId="{B83941E0-230F-4C12-955D-5C0DE614AD06}" dt="2023-10-29T14:31:05.469" v="10024" actId="20577"/>
        <pc:sldMkLst>
          <pc:docMk/>
          <pc:sldMk cId="3482503414" sldId="512"/>
        </pc:sldMkLst>
        <pc:spChg chg="mod">
          <ac:chgData name="Sarah Allott" userId="eb87138137533bf5" providerId="LiveId" clId="{B83941E0-230F-4C12-955D-5C0DE614AD06}" dt="2023-10-29T14:22:15.956" v="9150" actId="20577"/>
          <ac:spMkLst>
            <pc:docMk/>
            <pc:sldMk cId="3482503414" sldId="512"/>
            <ac:spMk id="30" creationId="{DB487746-C4D4-6076-5746-C9954816ABFD}"/>
          </ac:spMkLst>
        </pc:spChg>
        <pc:spChg chg="mod">
          <ac:chgData name="Sarah Allott" userId="eb87138137533bf5" providerId="LiveId" clId="{B83941E0-230F-4C12-955D-5C0DE614AD06}" dt="2023-10-29T14:22:48.125" v="9175" actId="20577"/>
          <ac:spMkLst>
            <pc:docMk/>
            <pc:sldMk cId="3482503414" sldId="512"/>
            <ac:spMk id="41" creationId="{BC31B8B3-DD5A-2055-008D-648B5902C955}"/>
          </ac:spMkLst>
        </pc:spChg>
        <pc:spChg chg="mod">
          <ac:chgData name="Sarah Allott" userId="eb87138137533bf5" providerId="LiveId" clId="{B83941E0-230F-4C12-955D-5C0DE614AD06}" dt="2023-10-29T14:23:05.940" v="9182" actId="20577"/>
          <ac:spMkLst>
            <pc:docMk/>
            <pc:sldMk cId="3482503414" sldId="512"/>
            <ac:spMk id="42" creationId="{04504A4D-A2E9-3F64-2E6D-BB168A092750}"/>
          </ac:spMkLst>
        </pc:spChg>
        <pc:spChg chg="mod">
          <ac:chgData name="Sarah Allott" userId="eb87138137533bf5" providerId="LiveId" clId="{B83941E0-230F-4C12-955D-5C0DE614AD06}" dt="2023-10-29T14:23:27.498" v="9270" actId="20577"/>
          <ac:spMkLst>
            <pc:docMk/>
            <pc:sldMk cId="3482503414" sldId="512"/>
            <ac:spMk id="46" creationId="{D0FEE36D-E752-BEDE-3F7A-1F30B1410795}"/>
          </ac:spMkLst>
        </pc:spChg>
        <pc:spChg chg="mod">
          <ac:chgData name="Sarah Allott" userId="eb87138137533bf5" providerId="LiveId" clId="{B83941E0-230F-4C12-955D-5C0DE614AD06}" dt="2023-10-29T14:27:55.262" v="9587" actId="20577"/>
          <ac:spMkLst>
            <pc:docMk/>
            <pc:sldMk cId="3482503414" sldId="512"/>
            <ac:spMk id="47" creationId="{5A2C6705-3D51-4E0E-AE91-B872FF030762}"/>
          </ac:spMkLst>
        </pc:spChg>
        <pc:spChg chg="mod">
          <ac:chgData name="Sarah Allott" userId="eb87138137533bf5" providerId="LiveId" clId="{B83941E0-230F-4C12-955D-5C0DE614AD06}" dt="2023-10-29T14:28:06.489" v="9590" actId="14100"/>
          <ac:spMkLst>
            <pc:docMk/>
            <pc:sldMk cId="3482503414" sldId="512"/>
            <ac:spMk id="48" creationId="{A028EB56-5970-D53C-C49C-61E55AEA3CDE}"/>
          </ac:spMkLst>
        </pc:spChg>
      </pc:sldChg>
      <pc:sldChg chg="addSp delSp modSp add mod ord addAnim delAnim modAnim">
        <pc:chgData name="Sarah Allott" userId="eb87138137533bf5" providerId="LiveId" clId="{B83941E0-230F-4C12-955D-5C0DE614AD06}" dt="2023-10-30T17:44:15.870" v="10460" actId="1076"/>
        <pc:sldMkLst>
          <pc:docMk/>
          <pc:sldMk cId="944307388" sldId="513"/>
        </pc:sldMkLst>
        <pc:spChg chg="mod">
          <ac:chgData name="Sarah Allott" userId="eb87138137533bf5" providerId="LiveId" clId="{B83941E0-230F-4C12-955D-5C0DE614AD06}" dt="2023-10-30T17:41:20.047" v="10348" actId="20577"/>
          <ac:spMkLst>
            <pc:docMk/>
            <pc:sldMk cId="944307388" sldId="513"/>
            <ac:spMk id="5" creationId="{93F6030B-2760-6D52-C633-568670EF2999}"/>
          </ac:spMkLst>
        </pc:spChg>
        <pc:spChg chg="mod">
          <ac:chgData name="Sarah Allott" userId="eb87138137533bf5" providerId="LiveId" clId="{B83941E0-230F-4C12-955D-5C0DE614AD06}" dt="2023-10-30T17:41:23.523" v="10350" actId="20577"/>
          <ac:spMkLst>
            <pc:docMk/>
            <pc:sldMk cId="944307388" sldId="513"/>
            <ac:spMk id="6" creationId="{8BF74972-33D3-824C-9A5D-F069BB466D01}"/>
          </ac:spMkLst>
        </pc:spChg>
        <pc:spChg chg="mod">
          <ac:chgData name="Sarah Allott" userId="eb87138137533bf5" providerId="LiveId" clId="{B83941E0-230F-4C12-955D-5C0DE614AD06}" dt="2023-10-30T17:43:14.986" v="10433" actId="20577"/>
          <ac:spMkLst>
            <pc:docMk/>
            <pc:sldMk cId="944307388" sldId="513"/>
            <ac:spMk id="9" creationId="{7E31BE73-A17D-6342-7E21-8392765374B4}"/>
          </ac:spMkLst>
        </pc:spChg>
        <pc:spChg chg="mod">
          <ac:chgData name="Sarah Allott" userId="eb87138137533bf5" providerId="LiveId" clId="{B83941E0-230F-4C12-955D-5C0DE614AD06}" dt="2023-10-30T17:44:08.397" v="10459" actId="20577"/>
          <ac:spMkLst>
            <pc:docMk/>
            <pc:sldMk cId="944307388" sldId="513"/>
            <ac:spMk id="10" creationId="{08C95972-BB80-91D7-22F0-0B94471FE87E}"/>
          </ac:spMkLst>
        </pc:spChg>
        <pc:spChg chg="mod">
          <ac:chgData name="Sarah Allott" userId="eb87138137533bf5" providerId="LiveId" clId="{B83941E0-230F-4C12-955D-5C0DE614AD06}" dt="2023-10-30T17:42:52.976" v="10422" actId="20577"/>
          <ac:spMkLst>
            <pc:docMk/>
            <pc:sldMk cId="944307388" sldId="513"/>
            <ac:spMk id="11" creationId="{88D28FB3-DEE8-B361-1C09-2A350A7A196A}"/>
          </ac:spMkLst>
        </pc:spChg>
        <pc:spChg chg="add del">
          <ac:chgData name="Sarah Allott" userId="eb87138137533bf5" providerId="LiveId" clId="{B83941E0-230F-4C12-955D-5C0DE614AD06}" dt="2023-10-30T17:42:46.512" v="10413" actId="478"/>
          <ac:spMkLst>
            <pc:docMk/>
            <pc:sldMk cId="944307388" sldId="513"/>
            <ac:spMk id="21" creationId="{1259B8F1-821B-2B32-681C-75AD5ED42882}"/>
          </ac:spMkLst>
        </pc:spChg>
        <pc:spChg chg="mod">
          <ac:chgData name="Sarah Allott" userId="eb87138137533bf5" providerId="LiveId" clId="{B83941E0-230F-4C12-955D-5C0DE614AD06}" dt="2023-10-30T17:43:09.067" v="10430" actId="20577"/>
          <ac:spMkLst>
            <pc:docMk/>
            <pc:sldMk cId="944307388" sldId="513"/>
            <ac:spMk id="24" creationId="{D6BA08AB-24D4-2FDE-C928-63153BE4D1C6}"/>
          </ac:spMkLst>
        </pc:spChg>
        <pc:spChg chg="mod">
          <ac:chgData name="Sarah Allott" userId="eb87138137533bf5" providerId="LiveId" clId="{B83941E0-230F-4C12-955D-5C0DE614AD06}" dt="2023-10-30T17:43:35.517" v="10447" actId="20577"/>
          <ac:spMkLst>
            <pc:docMk/>
            <pc:sldMk cId="944307388" sldId="513"/>
            <ac:spMk id="37" creationId="{9AB50492-A444-4CD8-A5D8-F3A02418ECB3}"/>
          </ac:spMkLst>
        </pc:spChg>
        <pc:spChg chg="mod">
          <ac:chgData name="Sarah Allott" userId="eb87138137533bf5" providerId="LiveId" clId="{B83941E0-230F-4C12-955D-5C0DE614AD06}" dt="2023-10-30T17:44:04.122" v="10457" actId="20577"/>
          <ac:spMkLst>
            <pc:docMk/>
            <pc:sldMk cId="944307388" sldId="513"/>
            <ac:spMk id="38" creationId="{9B98D2E2-E209-E5AC-C7F1-0FCE7EC120C1}"/>
          </ac:spMkLst>
        </pc:spChg>
        <pc:spChg chg="mod">
          <ac:chgData name="Sarah Allott" userId="eb87138137533bf5" providerId="LiveId" clId="{B83941E0-230F-4C12-955D-5C0DE614AD06}" dt="2023-10-30T17:44:15.870" v="10460" actId="1076"/>
          <ac:spMkLst>
            <pc:docMk/>
            <pc:sldMk cId="944307388" sldId="513"/>
            <ac:spMk id="39" creationId="{B6C326DF-6089-3BA9-6566-2E0C0C43C6C3}"/>
          </ac:spMkLst>
        </pc:spChg>
        <pc:spChg chg="mod">
          <ac:chgData name="Sarah Allott" userId="eb87138137533bf5" providerId="LiveId" clId="{B83941E0-230F-4C12-955D-5C0DE614AD06}" dt="2023-10-30T17:44:15.870" v="10460" actId="1076"/>
          <ac:spMkLst>
            <pc:docMk/>
            <pc:sldMk cId="944307388" sldId="513"/>
            <ac:spMk id="40" creationId="{00E04497-1D7B-668A-EDD8-D43154ABD0C4}"/>
          </ac:spMkLst>
        </pc:spChg>
        <pc:cxnChg chg="mod">
          <ac:chgData name="Sarah Allott" userId="eb87138137533bf5" providerId="LiveId" clId="{B83941E0-230F-4C12-955D-5C0DE614AD06}" dt="2023-10-30T17:42:43.450" v="10408" actId="14100"/>
          <ac:cxnSpMkLst>
            <pc:docMk/>
            <pc:sldMk cId="944307388" sldId="513"/>
            <ac:cxnSpMk id="13" creationId="{A93E1857-6183-5466-79F6-62C1C05E84DB}"/>
          </ac:cxnSpMkLst>
        </pc:cxnChg>
        <pc:cxnChg chg="mod">
          <ac:chgData name="Sarah Allott" userId="eb87138137533bf5" providerId="LiveId" clId="{B83941E0-230F-4C12-955D-5C0DE614AD06}" dt="2023-10-30T17:42:43.023" v="10407" actId="14100"/>
          <ac:cxnSpMkLst>
            <pc:docMk/>
            <pc:sldMk cId="944307388" sldId="513"/>
            <ac:cxnSpMk id="18" creationId="{7BEA025B-C68B-6DB8-220B-64E3265A1834}"/>
          </ac:cxnSpMkLst>
        </pc:cxnChg>
        <pc:cxnChg chg="add del mod">
          <ac:chgData name="Sarah Allott" userId="eb87138137533bf5" providerId="LiveId" clId="{B83941E0-230F-4C12-955D-5C0DE614AD06}" dt="2023-10-30T17:42:58.533" v="10423" actId="14100"/>
          <ac:cxnSpMkLst>
            <pc:docMk/>
            <pc:sldMk cId="944307388" sldId="513"/>
            <ac:cxnSpMk id="22" creationId="{A2C56411-0B02-A4FF-89D9-401FE572F0B1}"/>
          </ac:cxnSpMkLst>
        </pc:cxnChg>
      </pc:sldChg>
      <pc:sldChg chg="addSp modSp add mod ord replId modAnim">
        <pc:chgData name="Sarah Allott" userId="eb87138137533bf5" providerId="LiveId" clId="{B83941E0-230F-4C12-955D-5C0DE614AD06}" dt="2023-10-30T17:50:16.924" v="10668" actId="1076"/>
        <pc:sldMkLst>
          <pc:docMk/>
          <pc:sldMk cId="3984557909" sldId="514"/>
        </pc:sldMkLst>
        <pc:spChg chg="add mod">
          <ac:chgData name="Sarah Allott" userId="eb87138137533bf5" providerId="LiveId" clId="{B83941E0-230F-4C12-955D-5C0DE614AD06}" dt="2023-10-30T17:49:18.339" v="10648" actId="20577"/>
          <ac:spMkLst>
            <pc:docMk/>
            <pc:sldMk cId="3984557909" sldId="514"/>
            <ac:spMk id="2" creationId="{49D436C2-D7B7-8C06-8BAA-7CC8ED77A253}"/>
          </ac:spMkLst>
        </pc:spChg>
        <pc:spChg chg="mod">
          <ac:chgData name="Sarah Allott" userId="eb87138137533bf5" providerId="LiveId" clId="{B83941E0-230F-4C12-955D-5C0DE614AD06}" dt="2023-10-30T17:44:22.104" v="10462" actId="20577"/>
          <ac:spMkLst>
            <pc:docMk/>
            <pc:sldMk cId="3984557909" sldId="514"/>
            <ac:spMk id="5" creationId="{93F6030B-2760-6D52-C633-568670EF2999}"/>
          </ac:spMkLst>
        </pc:spChg>
        <pc:spChg chg="mod">
          <ac:chgData name="Sarah Allott" userId="eb87138137533bf5" providerId="LiveId" clId="{B83941E0-230F-4C12-955D-5C0DE614AD06}" dt="2023-10-30T17:47:23.966" v="10482" actId="20577"/>
          <ac:spMkLst>
            <pc:docMk/>
            <pc:sldMk cId="3984557909" sldId="514"/>
            <ac:spMk id="6" creationId="{8BF74972-33D3-824C-9A5D-F069BB466D01}"/>
          </ac:spMkLst>
        </pc:spChg>
        <pc:spChg chg="mod">
          <ac:chgData name="Sarah Allott" userId="eb87138137533bf5" providerId="LiveId" clId="{B83941E0-230F-4C12-955D-5C0DE614AD06}" dt="2023-10-30T17:44:28.789" v="10466" actId="20577"/>
          <ac:spMkLst>
            <pc:docMk/>
            <pc:sldMk cId="3984557909" sldId="514"/>
            <ac:spMk id="9" creationId="{7E31BE73-A17D-6342-7E21-8392765374B4}"/>
          </ac:spMkLst>
        </pc:spChg>
        <pc:spChg chg="mod">
          <ac:chgData name="Sarah Allott" userId="eb87138137533bf5" providerId="LiveId" clId="{B83941E0-230F-4C12-955D-5C0DE614AD06}" dt="2023-10-30T17:44:32.148" v="10468" actId="20577"/>
          <ac:spMkLst>
            <pc:docMk/>
            <pc:sldMk cId="3984557909" sldId="514"/>
            <ac:spMk id="10" creationId="{08C95972-BB80-91D7-22F0-0B94471FE87E}"/>
          </ac:spMkLst>
        </pc:spChg>
        <pc:spChg chg="mod">
          <ac:chgData name="Sarah Allott" userId="eb87138137533bf5" providerId="LiveId" clId="{B83941E0-230F-4C12-955D-5C0DE614AD06}" dt="2023-10-30T17:44:46.987" v="10478" actId="20577"/>
          <ac:spMkLst>
            <pc:docMk/>
            <pc:sldMk cId="3984557909" sldId="514"/>
            <ac:spMk id="11" creationId="{88D28FB3-DEE8-B361-1C09-2A350A7A196A}"/>
          </ac:spMkLst>
        </pc:spChg>
        <pc:spChg chg="mod">
          <ac:chgData name="Sarah Allott" userId="eb87138137533bf5" providerId="LiveId" clId="{B83941E0-230F-4C12-955D-5C0DE614AD06}" dt="2023-10-30T17:47:37.953" v="10498" actId="20577"/>
          <ac:spMkLst>
            <pc:docMk/>
            <pc:sldMk cId="3984557909" sldId="514"/>
            <ac:spMk id="24" creationId="{D6BA08AB-24D4-2FDE-C928-63153BE4D1C6}"/>
          </ac:spMkLst>
        </pc:spChg>
        <pc:spChg chg="mod">
          <ac:chgData name="Sarah Allott" userId="eb87138137533bf5" providerId="LiveId" clId="{B83941E0-230F-4C12-955D-5C0DE614AD06}" dt="2023-10-30T17:47:50.086" v="10507" actId="20577"/>
          <ac:spMkLst>
            <pc:docMk/>
            <pc:sldMk cId="3984557909" sldId="514"/>
            <ac:spMk id="37" creationId="{9AB50492-A444-4CD8-A5D8-F3A02418ECB3}"/>
          </ac:spMkLst>
        </pc:spChg>
        <pc:spChg chg="mod">
          <ac:chgData name="Sarah Allott" userId="eb87138137533bf5" providerId="LiveId" clId="{B83941E0-230F-4C12-955D-5C0DE614AD06}" dt="2023-10-30T17:50:11.209" v="10667" actId="20577"/>
          <ac:spMkLst>
            <pc:docMk/>
            <pc:sldMk cId="3984557909" sldId="514"/>
            <ac:spMk id="38" creationId="{9B98D2E2-E209-E5AC-C7F1-0FCE7EC120C1}"/>
          </ac:spMkLst>
        </pc:spChg>
        <pc:spChg chg="mod ord">
          <ac:chgData name="Sarah Allott" userId="eb87138137533bf5" providerId="LiveId" clId="{B83941E0-230F-4C12-955D-5C0DE614AD06}" dt="2023-10-30T17:49:52.914" v="10656" actId="166"/>
          <ac:spMkLst>
            <pc:docMk/>
            <pc:sldMk cId="3984557909" sldId="514"/>
            <ac:spMk id="39" creationId="{B6C326DF-6089-3BA9-6566-2E0C0C43C6C3}"/>
          </ac:spMkLst>
        </pc:spChg>
        <pc:spChg chg="mod ord">
          <ac:chgData name="Sarah Allott" userId="eb87138137533bf5" providerId="LiveId" clId="{B83941E0-230F-4C12-955D-5C0DE614AD06}" dt="2023-10-30T17:50:16.924" v="10668" actId="1076"/>
          <ac:spMkLst>
            <pc:docMk/>
            <pc:sldMk cId="3984557909" sldId="514"/>
            <ac:spMk id="40" creationId="{00E04497-1D7B-668A-EDD8-D43154ABD0C4}"/>
          </ac:spMkLst>
        </pc:spChg>
        <pc:cxnChg chg="add mod">
          <ac:chgData name="Sarah Allott" userId="eb87138137533bf5" providerId="LiveId" clId="{B83941E0-230F-4C12-955D-5C0DE614AD06}" dt="2023-10-30T17:49:25.949" v="10651" actId="14100"/>
          <ac:cxnSpMkLst>
            <pc:docMk/>
            <pc:sldMk cId="3984557909" sldId="514"/>
            <ac:cxnSpMk id="3" creationId="{D2D74E5E-F67A-495F-7DB9-5363135893D0}"/>
          </ac:cxnSpMkLst>
        </pc:cxnChg>
      </pc:sldChg>
      <pc:sldChg chg="addSp delSp modSp add mod modAnim">
        <pc:chgData name="Sarah Allott" userId="eb87138137533bf5" providerId="LiveId" clId="{B83941E0-230F-4C12-955D-5C0DE614AD06}" dt="2023-10-30T19:16:16.372" v="11476" actId="14100"/>
        <pc:sldMkLst>
          <pc:docMk/>
          <pc:sldMk cId="4240905033" sldId="515"/>
        </pc:sldMkLst>
        <pc:spChg chg="del">
          <ac:chgData name="Sarah Allott" userId="eb87138137533bf5" providerId="LiveId" clId="{B83941E0-230F-4C12-955D-5C0DE614AD06}" dt="2023-10-30T19:06:47.326" v="11058" actId="478"/>
          <ac:spMkLst>
            <pc:docMk/>
            <pc:sldMk cId="4240905033" sldId="515"/>
            <ac:spMk id="4" creationId="{D6D8B6D9-33BE-F5C7-427A-CCF12ED8E9CC}"/>
          </ac:spMkLst>
        </pc:spChg>
        <pc:spChg chg="del">
          <ac:chgData name="Sarah Allott" userId="eb87138137533bf5" providerId="LiveId" clId="{B83941E0-230F-4C12-955D-5C0DE614AD06}" dt="2023-10-30T19:06:47.326" v="11058" actId="478"/>
          <ac:spMkLst>
            <pc:docMk/>
            <pc:sldMk cId="4240905033" sldId="515"/>
            <ac:spMk id="5" creationId="{D0C0404B-F9ED-9E6A-865F-7A00E5A70A1B}"/>
          </ac:spMkLst>
        </pc:spChg>
        <pc:spChg chg="del">
          <ac:chgData name="Sarah Allott" userId="eb87138137533bf5" providerId="LiveId" clId="{B83941E0-230F-4C12-955D-5C0DE614AD06}" dt="2023-10-30T19:06:42.551" v="11057" actId="478"/>
          <ac:spMkLst>
            <pc:docMk/>
            <pc:sldMk cId="4240905033" sldId="515"/>
            <ac:spMk id="6" creationId="{D5FEF6AC-023F-3715-4C70-85DC2BF1781D}"/>
          </ac:spMkLst>
        </pc:spChg>
        <pc:spChg chg="del">
          <ac:chgData name="Sarah Allott" userId="eb87138137533bf5" providerId="LiveId" clId="{B83941E0-230F-4C12-955D-5C0DE614AD06}" dt="2023-10-30T19:06:42.551" v="11057" actId="478"/>
          <ac:spMkLst>
            <pc:docMk/>
            <pc:sldMk cId="4240905033" sldId="515"/>
            <ac:spMk id="7" creationId="{DF4F4612-DB5F-3D5F-BA13-55170E0D0A3A}"/>
          </ac:spMkLst>
        </pc:spChg>
        <pc:spChg chg="del">
          <ac:chgData name="Sarah Allott" userId="eb87138137533bf5" providerId="LiveId" clId="{B83941E0-230F-4C12-955D-5C0DE614AD06}" dt="2023-10-30T19:06:42.551" v="11057" actId="478"/>
          <ac:spMkLst>
            <pc:docMk/>
            <pc:sldMk cId="4240905033" sldId="515"/>
            <ac:spMk id="8" creationId="{AFF3847D-68AC-A451-E5D5-8E965BC060F8}"/>
          </ac:spMkLst>
        </pc:spChg>
        <pc:spChg chg="del">
          <ac:chgData name="Sarah Allott" userId="eb87138137533bf5" providerId="LiveId" clId="{B83941E0-230F-4C12-955D-5C0DE614AD06}" dt="2023-10-30T19:06:42.551" v="11057" actId="478"/>
          <ac:spMkLst>
            <pc:docMk/>
            <pc:sldMk cId="4240905033" sldId="515"/>
            <ac:spMk id="9" creationId="{9A86BD53-78B8-FA9D-C768-64D0B82EB748}"/>
          </ac:spMkLst>
        </pc:spChg>
        <pc:spChg chg="del">
          <ac:chgData name="Sarah Allott" userId="eb87138137533bf5" providerId="LiveId" clId="{B83941E0-230F-4C12-955D-5C0DE614AD06}" dt="2023-10-30T19:06:42.551" v="11057" actId="478"/>
          <ac:spMkLst>
            <pc:docMk/>
            <pc:sldMk cId="4240905033" sldId="515"/>
            <ac:spMk id="10" creationId="{2CA9A8C1-24DE-1900-47F7-5D275E9F04A6}"/>
          </ac:spMkLst>
        </pc:spChg>
        <pc:spChg chg="del">
          <ac:chgData name="Sarah Allott" userId="eb87138137533bf5" providerId="LiveId" clId="{B83941E0-230F-4C12-955D-5C0DE614AD06}" dt="2023-10-30T19:06:42.551" v="11057" actId="478"/>
          <ac:spMkLst>
            <pc:docMk/>
            <pc:sldMk cId="4240905033" sldId="515"/>
            <ac:spMk id="11" creationId="{80128219-5251-6CDA-A6C5-B8DE2D94C5A6}"/>
          </ac:spMkLst>
        </pc:spChg>
        <pc:spChg chg="del">
          <ac:chgData name="Sarah Allott" userId="eb87138137533bf5" providerId="LiveId" clId="{B83941E0-230F-4C12-955D-5C0DE614AD06}" dt="2023-10-30T19:06:42.551" v="11057" actId="478"/>
          <ac:spMkLst>
            <pc:docMk/>
            <pc:sldMk cId="4240905033" sldId="515"/>
            <ac:spMk id="12" creationId="{7393C670-E9B0-B19E-B4AB-E23E4E7FCA19}"/>
          </ac:spMkLst>
        </pc:spChg>
        <pc:spChg chg="del">
          <ac:chgData name="Sarah Allott" userId="eb87138137533bf5" providerId="LiveId" clId="{B83941E0-230F-4C12-955D-5C0DE614AD06}" dt="2023-10-30T19:06:42.551" v="11057" actId="478"/>
          <ac:spMkLst>
            <pc:docMk/>
            <pc:sldMk cId="4240905033" sldId="515"/>
            <ac:spMk id="13" creationId="{AAB0ED68-880A-FF4D-FD0E-18263D31A1CB}"/>
          </ac:spMkLst>
        </pc:spChg>
        <pc:spChg chg="del">
          <ac:chgData name="Sarah Allott" userId="eb87138137533bf5" providerId="LiveId" clId="{B83941E0-230F-4C12-955D-5C0DE614AD06}" dt="2023-10-30T19:06:42.551" v="11057" actId="478"/>
          <ac:spMkLst>
            <pc:docMk/>
            <pc:sldMk cId="4240905033" sldId="515"/>
            <ac:spMk id="15" creationId="{54D0ECE0-9E80-BE8D-E10D-C69E744E48E7}"/>
          </ac:spMkLst>
        </pc:spChg>
        <pc:spChg chg="del">
          <ac:chgData name="Sarah Allott" userId="eb87138137533bf5" providerId="LiveId" clId="{B83941E0-230F-4C12-955D-5C0DE614AD06}" dt="2023-10-30T19:06:42.551" v="11057" actId="478"/>
          <ac:spMkLst>
            <pc:docMk/>
            <pc:sldMk cId="4240905033" sldId="515"/>
            <ac:spMk id="16" creationId="{30901F24-359E-8801-D993-12BF0DE73783}"/>
          </ac:spMkLst>
        </pc:spChg>
        <pc:spChg chg="del">
          <ac:chgData name="Sarah Allott" userId="eb87138137533bf5" providerId="LiveId" clId="{B83941E0-230F-4C12-955D-5C0DE614AD06}" dt="2023-10-30T19:06:42.551" v="11057" actId="478"/>
          <ac:spMkLst>
            <pc:docMk/>
            <pc:sldMk cId="4240905033" sldId="515"/>
            <ac:spMk id="17" creationId="{193A1EDA-5D32-1AA0-1A0F-F668AB028F0B}"/>
          </ac:spMkLst>
        </pc:spChg>
        <pc:spChg chg="del">
          <ac:chgData name="Sarah Allott" userId="eb87138137533bf5" providerId="LiveId" clId="{B83941E0-230F-4C12-955D-5C0DE614AD06}" dt="2023-10-30T19:06:42.551" v="11057" actId="478"/>
          <ac:spMkLst>
            <pc:docMk/>
            <pc:sldMk cId="4240905033" sldId="515"/>
            <ac:spMk id="18" creationId="{4A111B9F-C8BE-F0CA-B941-E7761492C67E}"/>
          </ac:spMkLst>
        </pc:spChg>
        <pc:spChg chg="del">
          <ac:chgData name="Sarah Allott" userId="eb87138137533bf5" providerId="LiveId" clId="{B83941E0-230F-4C12-955D-5C0DE614AD06}" dt="2023-10-30T19:06:42.551" v="11057" actId="478"/>
          <ac:spMkLst>
            <pc:docMk/>
            <pc:sldMk cId="4240905033" sldId="515"/>
            <ac:spMk id="19" creationId="{2F118AD8-7DA3-55B3-BE55-C30E1C995AB2}"/>
          </ac:spMkLst>
        </pc:spChg>
        <pc:spChg chg="del">
          <ac:chgData name="Sarah Allott" userId="eb87138137533bf5" providerId="LiveId" clId="{B83941E0-230F-4C12-955D-5C0DE614AD06}" dt="2023-10-30T19:06:42.551" v="11057" actId="478"/>
          <ac:spMkLst>
            <pc:docMk/>
            <pc:sldMk cId="4240905033" sldId="515"/>
            <ac:spMk id="20" creationId="{CA808142-3342-5D46-C287-0E2B6D479706}"/>
          </ac:spMkLst>
        </pc:spChg>
        <pc:spChg chg="del">
          <ac:chgData name="Sarah Allott" userId="eb87138137533bf5" providerId="LiveId" clId="{B83941E0-230F-4C12-955D-5C0DE614AD06}" dt="2023-10-30T19:06:42.551" v="11057" actId="478"/>
          <ac:spMkLst>
            <pc:docMk/>
            <pc:sldMk cId="4240905033" sldId="515"/>
            <ac:spMk id="21" creationId="{1FD39DC1-CAFE-87DD-0EA8-908B041C31E7}"/>
          </ac:spMkLst>
        </pc:spChg>
        <pc:spChg chg="del">
          <ac:chgData name="Sarah Allott" userId="eb87138137533bf5" providerId="LiveId" clId="{B83941E0-230F-4C12-955D-5C0DE614AD06}" dt="2023-10-30T19:06:42.551" v="11057" actId="478"/>
          <ac:spMkLst>
            <pc:docMk/>
            <pc:sldMk cId="4240905033" sldId="515"/>
            <ac:spMk id="22" creationId="{E5B290B5-65E3-42A7-E0F0-2E3BC0702C31}"/>
          </ac:spMkLst>
        </pc:spChg>
        <pc:spChg chg="del">
          <ac:chgData name="Sarah Allott" userId="eb87138137533bf5" providerId="LiveId" clId="{B83941E0-230F-4C12-955D-5C0DE614AD06}" dt="2023-10-30T19:06:42.551" v="11057" actId="478"/>
          <ac:spMkLst>
            <pc:docMk/>
            <pc:sldMk cId="4240905033" sldId="515"/>
            <ac:spMk id="23" creationId="{424ACB10-9A90-A069-9524-81249E457FA9}"/>
          </ac:spMkLst>
        </pc:spChg>
        <pc:spChg chg="del">
          <ac:chgData name="Sarah Allott" userId="eb87138137533bf5" providerId="LiveId" clId="{B83941E0-230F-4C12-955D-5C0DE614AD06}" dt="2023-10-30T19:06:42.551" v="11057" actId="478"/>
          <ac:spMkLst>
            <pc:docMk/>
            <pc:sldMk cId="4240905033" sldId="515"/>
            <ac:spMk id="24" creationId="{02E74D06-1503-8BF2-1554-EC846522BDCD}"/>
          </ac:spMkLst>
        </pc:spChg>
        <pc:spChg chg="del">
          <ac:chgData name="Sarah Allott" userId="eb87138137533bf5" providerId="LiveId" clId="{B83941E0-230F-4C12-955D-5C0DE614AD06}" dt="2023-10-30T19:06:42.551" v="11057" actId="478"/>
          <ac:spMkLst>
            <pc:docMk/>
            <pc:sldMk cId="4240905033" sldId="515"/>
            <ac:spMk id="25" creationId="{32A33D3F-984C-32CD-0197-EE4EB7E78379}"/>
          </ac:spMkLst>
        </pc:spChg>
        <pc:spChg chg="del">
          <ac:chgData name="Sarah Allott" userId="eb87138137533bf5" providerId="LiveId" clId="{B83941E0-230F-4C12-955D-5C0DE614AD06}" dt="2023-10-30T19:06:42.551" v="11057" actId="478"/>
          <ac:spMkLst>
            <pc:docMk/>
            <pc:sldMk cId="4240905033" sldId="515"/>
            <ac:spMk id="26" creationId="{01EC21F4-9D15-BD5C-57E5-F5A526672922}"/>
          </ac:spMkLst>
        </pc:spChg>
        <pc:spChg chg="del">
          <ac:chgData name="Sarah Allott" userId="eb87138137533bf5" providerId="LiveId" clId="{B83941E0-230F-4C12-955D-5C0DE614AD06}" dt="2023-10-30T19:06:42.551" v="11057" actId="478"/>
          <ac:spMkLst>
            <pc:docMk/>
            <pc:sldMk cId="4240905033" sldId="515"/>
            <ac:spMk id="27" creationId="{EF9DEFA2-9176-0D02-7226-403B4D7C0C09}"/>
          </ac:spMkLst>
        </pc:spChg>
        <pc:spChg chg="del">
          <ac:chgData name="Sarah Allott" userId="eb87138137533bf5" providerId="LiveId" clId="{B83941E0-230F-4C12-955D-5C0DE614AD06}" dt="2023-10-30T19:06:42.551" v="11057" actId="478"/>
          <ac:spMkLst>
            <pc:docMk/>
            <pc:sldMk cId="4240905033" sldId="515"/>
            <ac:spMk id="28" creationId="{5A2B8D51-ED13-B24C-6E7F-C1F8F78678F7}"/>
          </ac:spMkLst>
        </pc:spChg>
        <pc:spChg chg="del">
          <ac:chgData name="Sarah Allott" userId="eb87138137533bf5" providerId="LiveId" clId="{B83941E0-230F-4C12-955D-5C0DE614AD06}" dt="2023-10-30T19:06:42.551" v="11057" actId="478"/>
          <ac:spMkLst>
            <pc:docMk/>
            <pc:sldMk cId="4240905033" sldId="515"/>
            <ac:spMk id="29" creationId="{D236AECC-9E39-7180-0AC3-9483FFC0DD87}"/>
          </ac:spMkLst>
        </pc:spChg>
        <pc:spChg chg="del">
          <ac:chgData name="Sarah Allott" userId="eb87138137533bf5" providerId="LiveId" clId="{B83941E0-230F-4C12-955D-5C0DE614AD06}" dt="2023-10-30T19:06:42.551" v="11057" actId="478"/>
          <ac:spMkLst>
            <pc:docMk/>
            <pc:sldMk cId="4240905033" sldId="515"/>
            <ac:spMk id="30" creationId="{BBC98F78-189B-0DEB-E699-9F38F4DD5718}"/>
          </ac:spMkLst>
        </pc:spChg>
        <pc:spChg chg="del">
          <ac:chgData name="Sarah Allott" userId="eb87138137533bf5" providerId="LiveId" clId="{B83941E0-230F-4C12-955D-5C0DE614AD06}" dt="2023-10-30T19:06:42.551" v="11057" actId="478"/>
          <ac:spMkLst>
            <pc:docMk/>
            <pc:sldMk cId="4240905033" sldId="515"/>
            <ac:spMk id="31" creationId="{E563A1D4-43FF-9ADE-A03C-E5B825334553}"/>
          </ac:spMkLst>
        </pc:spChg>
        <pc:spChg chg="del">
          <ac:chgData name="Sarah Allott" userId="eb87138137533bf5" providerId="LiveId" clId="{B83941E0-230F-4C12-955D-5C0DE614AD06}" dt="2023-10-30T19:06:42.551" v="11057" actId="478"/>
          <ac:spMkLst>
            <pc:docMk/>
            <pc:sldMk cId="4240905033" sldId="515"/>
            <ac:spMk id="32" creationId="{3DDDE244-8426-39CC-B44C-8D40A94F715F}"/>
          </ac:spMkLst>
        </pc:spChg>
        <pc:spChg chg="add mod">
          <ac:chgData name="Sarah Allott" userId="eb87138137533bf5" providerId="LiveId" clId="{B83941E0-230F-4C12-955D-5C0DE614AD06}" dt="2023-10-30T19:07:53.229" v="11073" actId="1076"/>
          <ac:spMkLst>
            <pc:docMk/>
            <pc:sldMk cId="4240905033" sldId="515"/>
            <ac:spMk id="33" creationId="{3387863B-A501-5491-40C1-E78FFC3DDF1A}"/>
          </ac:spMkLst>
        </pc:spChg>
        <pc:spChg chg="add mod">
          <ac:chgData name="Sarah Allott" userId="eb87138137533bf5" providerId="LiveId" clId="{B83941E0-230F-4C12-955D-5C0DE614AD06}" dt="2023-10-30T19:07:30.895" v="11068" actId="20577"/>
          <ac:spMkLst>
            <pc:docMk/>
            <pc:sldMk cId="4240905033" sldId="515"/>
            <ac:spMk id="34" creationId="{770A5FDD-113C-9924-0451-E607D856051E}"/>
          </ac:spMkLst>
        </pc:spChg>
        <pc:spChg chg="add mod">
          <ac:chgData name="Sarah Allott" userId="eb87138137533bf5" providerId="LiveId" clId="{B83941E0-230F-4C12-955D-5C0DE614AD06}" dt="2023-10-30T19:16:09.429" v="11475" actId="1037"/>
          <ac:spMkLst>
            <pc:docMk/>
            <pc:sldMk cId="4240905033" sldId="515"/>
            <ac:spMk id="50" creationId="{C6D404C2-A23E-D32C-8EA0-C4DC1C60358D}"/>
          </ac:spMkLst>
        </pc:spChg>
        <pc:spChg chg="add mod">
          <ac:chgData name="Sarah Allott" userId="eb87138137533bf5" providerId="LiveId" clId="{B83941E0-230F-4C12-955D-5C0DE614AD06}" dt="2023-10-30T19:15:42.582" v="11452" actId="404"/>
          <ac:spMkLst>
            <pc:docMk/>
            <pc:sldMk cId="4240905033" sldId="515"/>
            <ac:spMk id="51" creationId="{62527DE7-D981-FB75-4CC1-A986E6A372E0}"/>
          </ac:spMkLst>
        </pc:spChg>
        <pc:spChg chg="add mod">
          <ac:chgData name="Sarah Allott" userId="eb87138137533bf5" providerId="LiveId" clId="{B83941E0-230F-4C12-955D-5C0DE614AD06}" dt="2023-10-30T19:15:56.534" v="11459" actId="1037"/>
          <ac:spMkLst>
            <pc:docMk/>
            <pc:sldMk cId="4240905033" sldId="515"/>
            <ac:spMk id="52" creationId="{2231CB0A-AB82-4C18-7AAE-B88FB77D24E8}"/>
          </ac:spMkLst>
        </pc:spChg>
        <pc:graphicFrameChg chg="del">
          <ac:chgData name="Sarah Allott" userId="eb87138137533bf5" providerId="LiveId" clId="{B83941E0-230F-4C12-955D-5C0DE614AD06}" dt="2023-10-30T19:06:47.326" v="11058" actId="478"/>
          <ac:graphicFrameMkLst>
            <pc:docMk/>
            <pc:sldMk cId="4240905033" sldId="515"/>
            <ac:graphicFrameMk id="3" creationId="{41187EC4-2B6A-7A76-090A-D797484A756D}"/>
          </ac:graphicFrameMkLst>
        </pc:graphicFrameChg>
        <pc:graphicFrameChg chg="del">
          <ac:chgData name="Sarah Allott" userId="eb87138137533bf5" providerId="LiveId" clId="{B83941E0-230F-4C12-955D-5C0DE614AD06}" dt="2023-10-30T19:06:42.551" v="11057" actId="478"/>
          <ac:graphicFrameMkLst>
            <pc:docMk/>
            <pc:sldMk cId="4240905033" sldId="515"/>
            <ac:graphicFrameMk id="14" creationId="{B63E77FF-F416-AE23-AD8D-AC48D5FCEC9F}"/>
          </ac:graphicFrameMkLst>
        </pc:graphicFrameChg>
        <pc:graphicFrameChg chg="add mod modGraphic">
          <ac:chgData name="Sarah Allott" userId="eb87138137533bf5" providerId="LiveId" clId="{B83941E0-230F-4C12-955D-5C0DE614AD06}" dt="2023-10-30T19:15:17.250" v="11439" actId="14100"/>
          <ac:graphicFrameMkLst>
            <pc:docMk/>
            <pc:sldMk cId="4240905033" sldId="515"/>
            <ac:graphicFrameMk id="35" creationId="{4E9504A2-FD9C-0AC7-C7F1-1FC8E6B2C080}"/>
          </ac:graphicFrameMkLst>
        </pc:graphicFrameChg>
        <pc:cxnChg chg="add mod">
          <ac:chgData name="Sarah Allott" userId="eb87138137533bf5" providerId="LiveId" clId="{B83941E0-230F-4C12-955D-5C0DE614AD06}" dt="2023-10-30T19:16:16.372" v="11476" actId="14100"/>
          <ac:cxnSpMkLst>
            <pc:docMk/>
            <pc:sldMk cId="4240905033" sldId="515"/>
            <ac:cxnSpMk id="37" creationId="{74DC9155-231D-C3AE-A8AD-FD46E95D75A2}"/>
          </ac:cxnSpMkLst>
        </pc:cxnChg>
        <pc:cxnChg chg="add mod">
          <ac:chgData name="Sarah Allott" userId="eb87138137533bf5" providerId="LiveId" clId="{B83941E0-230F-4C12-955D-5C0DE614AD06}" dt="2023-10-30T19:16:04.166" v="11463" actId="14100"/>
          <ac:cxnSpMkLst>
            <pc:docMk/>
            <pc:sldMk cId="4240905033" sldId="515"/>
            <ac:cxnSpMk id="38" creationId="{3136132F-D306-93B4-AD4D-FAA480500363}"/>
          </ac:cxnSpMkLst>
        </pc:cxnChg>
        <pc:cxnChg chg="add mod">
          <ac:chgData name="Sarah Allott" userId="eb87138137533bf5" providerId="LiveId" clId="{B83941E0-230F-4C12-955D-5C0DE614AD06}" dt="2023-10-30T19:13:35.283" v="11393" actId="14100"/>
          <ac:cxnSpMkLst>
            <pc:docMk/>
            <pc:sldMk cId="4240905033" sldId="515"/>
            <ac:cxnSpMk id="40" creationId="{96296B00-D6F1-DB11-0A70-557F0B48573A}"/>
          </ac:cxnSpMkLst>
        </pc:cxnChg>
        <pc:cxnChg chg="add mod">
          <ac:chgData name="Sarah Allott" userId="eb87138137533bf5" providerId="LiveId" clId="{B83941E0-230F-4C12-955D-5C0DE614AD06}" dt="2023-10-30T19:13:42.836" v="11396" actId="14100"/>
          <ac:cxnSpMkLst>
            <pc:docMk/>
            <pc:sldMk cId="4240905033" sldId="515"/>
            <ac:cxnSpMk id="42" creationId="{7C5C639A-EF58-B168-04C7-C5E1D190CD5C}"/>
          </ac:cxnSpMkLst>
        </pc:cxnChg>
        <pc:cxnChg chg="add mod">
          <ac:chgData name="Sarah Allott" userId="eb87138137533bf5" providerId="LiveId" clId="{B83941E0-230F-4C12-955D-5C0DE614AD06}" dt="2023-10-30T19:13:53.656" v="11400" actId="14100"/>
          <ac:cxnSpMkLst>
            <pc:docMk/>
            <pc:sldMk cId="4240905033" sldId="515"/>
            <ac:cxnSpMk id="44" creationId="{CB5506E8-DD36-05A0-E129-47B956683025}"/>
          </ac:cxnSpMkLst>
        </pc:cxnChg>
        <pc:cxnChg chg="add mod">
          <ac:chgData name="Sarah Allott" userId="eb87138137533bf5" providerId="LiveId" clId="{B83941E0-230F-4C12-955D-5C0DE614AD06}" dt="2023-10-30T19:13:57.283" v="11402" actId="1076"/>
          <ac:cxnSpMkLst>
            <pc:docMk/>
            <pc:sldMk cId="4240905033" sldId="515"/>
            <ac:cxnSpMk id="47" creationId="{D0C459C1-611B-BDF6-11B7-6D2786ACBF6A}"/>
          </ac:cxnSpMkLst>
        </pc:cxnChg>
        <pc:cxnChg chg="add mod">
          <ac:chgData name="Sarah Allott" userId="eb87138137533bf5" providerId="LiveId" clId="{B83941E0-230F-4C12-955D-5C0DE614AD06}" dt="2023-10-30T19:14:26.105" v="11409" actId="14100"/>
          <ac:cxnSpMkLst>
            <pc:docMk/>
            <pc:sldMk cId="4240905033" sldId="515"/>
            <ac:cxnSpMk id="48" creationId="{E9C5FA20-353F-A725-08C7-0E1199C4CB1D}"/>
          </ac:cxnSpMkLst>
        </pc:cxnChg>
      </pc:sldChg>
      <pc:sldChg chg="addSp delSp modSp add mod modAnim">
        <pc:chgData name="Sarah Allott" userId="eb87138137533bf5" providerId="LiveId" clId="{B83941E0-230F-4C12-955D-5C0DE614AD06}" dt="2023-10-31T18:07:21.333" v="11846" actId="1076"/>
        <pc:sldMkLst>
          <pc:docMk/>
          <pc:sldMk cId="2019881119" sldId="516"/>
        </pc:sldMkLst>
        <pc:spChg chg="add mod">
          <ac:chgData name="Sarah Allott" userId="eb87138137533bf5" providerId="LiveId" clId="{B83941E0-230F-4C12-955D-5C0DE614AD06}" dt="2023-10-30T19:09:12.110" v="11112" actId="1038"/>
          <ac:spMkLst>
            <pc:docMk/>
            <pc:sldMk cId="2019881119" sldId="516"/>
            <ac:spMk id="3" creationId="{ED653460-30CA-75ED-402B-E31C94BE220C}"/>
          </ac:spMkLst>
        </pc:spChg>
        <pc:spChg chg="add mod">
          <ac:chgData name="Sarah Allott" userId="eb87138137533bf5" providerId="LiveId" clId="{B83941E0-230F-4C12-955D-5C0DE614AD06}" dt="2023-10-30T19:08:38.199" v="11084" actId="1076"/>
          <ac:spMkLst>
            <pc:docMk/>
            <pc:sldMk cId="2019881119" sldId="516"/>
            <ac:spMk id="4" creationId="{260818B4-4761-EB56-1861-2F551A389CEC}"/>
          </ac:spMkLst>
        </pc:spChg>
        <pc:spChg chg="add mod">
          <ac:chgData name="Sarah Allott" userId="eb87138137533bf5" providerId="LiveId" clId="{B83941E0-230F-4C12-955D-5C0DE614AD06}" dt="2023-10-30T19:08:50.122" v="11102" actId="1036"/>
          <ac:spMkLst>
            <pc:docMk/>
            <pc:sldMk cId="2019881119" sldId="516"/>
            <ac:spMk id="6" creationId="{283ADD18-E932-87B0-5956-618F887E111F}"/>
          </ac:spMkLst>
        </pc:spChg>
        <pc:spChg chg="add mod">
          <ac:chgData name="Sarah Allott" userId="eb87138137533bf5" providerId="LiveId" clId="{B83941E0-230F-4C12-955D-5C0DE614AD06}" dt="2023-10-30T19:08:56.996" v="11105" actId="1076"/>
          <ac:spMkLst>
            <pc:docMk/>
            <pc:sldMk cId="2019881119" sldId="516"/>
            <ac:spMk id="7" creationId="{635C5A21-9C42-28EC-6F13-ABD44B779FA8}"/>
          </ac:spMkLst>
        </pc:spChg>
        <pc:spChg chg="add mod">
          <ac:chgData name="Sarah Allott" userId="eb87138137533bf5" providerId="LiveId" clId="{B83941E0-230F-4C12-955D-5C0DE614AD06}" dt="2023-10-30T19:09:00.209" v="11106" actId="1076"/>
          <ac:spMkLst>
            <pc:docMk/>
            <pc:sldMk cId="2019881119" sldId="516"/>
            <ac:spMk id="8" creationId="{1CBA912C-0EED-0B76-64B9-1D724BBD5B88}"/>
          </ac:spMkLst>
        </pc:spChg>
        <pc:spChg chg="add mod">
          <ac:chgData name="Sarah Allott" userId="eb87138137533bf5" providerId="LiveId" clId="{B83941E0-230F-4C12-955D-5C0DE614AD06}" dt="2023-10-30T19:09:03.832" v="11107" actId="1076"/>
          <ac:spMkLst>
            <pc:docMk/>
            <pc:sldMk cId="2019881119" sldId="516"/>
            <ac:spMk id="9" creationId="{27C29592-96E5-FCC8-A075-1096CE71E626}"/>
          </ac:spMkLst>
        </pc:spChg>
        <pc:spChg chg="add mod">
          <ac:chgData name="Sarah Allott" userId="eb87138137533bf5" providerId="LiveId" clId="{B83941E0-230F-4C12-955D-5C0DE614AD06}" dt="2023-10-30T19:09:43.836" v="11128" actId="113"/>
          <ac:spMkLst>
            <pc:docMk/>
            <pc:sldMk cId="2019881119" sldId="516"/>
            <ac:spMk id="10" creationId="{5DBA4A79-F9DF-7308-82A6-A16F530A60D7}"/>
          </ac:spMkLst>
        </pc:spChg>
        <pc:spChg chg="add mod">
          <ac:chgData name="Sarah Allott" userId="eb87138137533bf5" providerId="LiveId" clId="{B83941E0-230F-4C12-955D-5C0DE614AD06}" dt="2023-10-30T19:09:50.756" v="11132" actId="20577"/>
          <ac:spMkLst>
            <pc:docMk/>
            <pc:sldMk cId="2019881119" sldId="516"/>
            <ac:spMk id="11" creationId="{30389D8B-40F6-A7C4-4A9E-027C5845BE2B}"/>
          </ac:spMkLst>
        </pc:spChg>
        <pc:spChg chg="add mod">
          <ac:chgData name="Sarah Allott" userId="eb87138137533bf5" providerId="LiveId" clId="{B83941E0-230F-4C12-955D-5C0DE614AD06}" dt="2023-10-30T19:12:30.025" v="11375" actId="20577"/>
          <ac:spMkLst>
            <pc:docMk/>
            <pc:sldMk cId="2019881119" sldId="516"/>
            <ac:spMk id="12" creationId="{1518EB3E-5575-9924-2062-916215FBAC91}"/>
          </ac:spMkLst>
        </pc:spChg>
        <pc:spChg chg="add mod">
          <ac:chgData name="Sarah Allott" userId="eb87138137533bf5" providerId="LiveId" clId="{B83941E0-230F-4C12-955D-5C0DE614AD06}" dt="2023-10-30T19:10:08.883" v="11140" actId="20577"/>
          <ac:spMkLst>
            <pc:docMk/>
            <pc:sldMk cId="2019881119" sldId="516"/>
            <ac:spMk id="13" creationId="{45538604-DE25-1DFE-0C73-F38149B0D50D}"/>
          </ac:spMkLst>
        </pc:spChg>
        <pc:spChg chg="add mod">
          <ac:chgData name="Sarah Allott" userId="eb87138137533bf5" providerId="LiveId" clId="{B83941E0-230F-4C12-955D-5C0DE614AD06}" dt="2023-10-30T19:12:05.069" v="11370" actId="1037"/>
          <ac:spMkLst>
            <pc:docMk/>
            <pc:sldMk cId="2019881119" sldId="516"/>
            <ac:spMk id="14" creationId="{DADD8DCF-E270-E901-E938-136F36FF1E36}"/>
          </ac:spMkLst>
        </pc:spChg>
        <pc:spChg chg="add mod">
          <ac:chgData name="Sarah Allott" userId="eb87138137533bf5" providerId="LiveId" clId="{B83941E0-230F-4C12-955D-5C0DE614AD06}" dt="2023-10-31T18:07:21.333" v="11846" actId="1076"/>
          <ac:spMkLst>
            <pc:docMk/>
            <pc:sldMk cId="2019881119" sldId="516"/>
            <ac:spMk id="15" creationId="{4073A76B-1B9B-682C-1AD2-05DB47855C00}"/>
          </ac:spMkLst>
        </pc:spChg>
        <pc:spChg chg="add mod">
          <ac:chgData name="Sarah Allott" userId="eb87138137533bf5" providerId="LiveId" clId="{B83941E0-230F-4C12-955D-5C0DE614AD06}" dt="2023-10-30T19:12:42.916" v="11380" actId="14100"/>
          <ac:spMkLst>
            <pc:docMk/>
            <pc:sldMk cId="2019881119" sldId="516"/>
            <ac:spMk id="16" creationId="{9C5BD270-38B8-0698-BC96-FD000A7A39BE}"/>
          </ac:spMkLst>
        </pc:spChg>
        <pc:spChg chg="add mod">
          <ac:chgData name="Sarah Allott" userId="eb87138137533bf5" providerId="LiveId" clId="{B83941E0-230F-4C12-955D-5C0DE614AD06}" dt="2023-10-30T19:12:47.348" v="11382" actId="1076"/>
          <ac:spMkLst>
            <pc:docMk/>
            <pc:sldMk cId="2019881119" sldId="516"/>
            <ac:spMk id="17" creationId="{0DC9DD37-3C47-D505-5079-1100C84E0C57}"/>
          </ac:spMkLst>
        </pc:spChg>
        <pc:spChg chg="add mod">
          <ac:chgData name="Sarah Allott" userId="eb87138137533bf5" providerId="LiveId" clId="{B83941E0-230F-4C12-955D-5C0DE614AD06}" dt="2023-10-30T19:12:51.348" v="11384" actId="1076"/>
          <ac:spMkLst>
            <pc:docMk/>
            <pc:sldMk cId="2019881119" sldId="516"/>
            <ac:spMk id="18" creationId="{ED4F23E1-1136-A2FF-B22D-1E7504AFCF35}"/>
          </ac:spMkLst>
        </pc:spChg>
        <pc:spChg chg="del">
          <ac:chgData name="Sarah Allott" userId="eb87138137533bf5" providerId="LiveId" clId="{B83941E0-230F-4C12-955D-5C0DE614AD06}" dt="2023-10-30T19:07:58.420" v="11075" actId="478"/>
          <ac:spMkLst>
            <pc:docMk/>
            <pc:sldMk cId="2019881119" sldId="516"/>
            <ac:spMk id="33" creationId="{3387863B-A501-5491-40C1-E78FFC3DDF1A}"/>
          </ac:spMkLst>
        </pc:spChg>
        <pc:spChg chg="del">
          <ac:chgData name="Sarah Allott" userId="eb87138137533bf5" providerId="LiveId" clId="{B83941E0-230F-4C12-955D-5C0DE614AD06}" dt="2023-10-30T19:07:58.420" v="11075" actId="478"/>
          <ac:spMkLst>
            <pc:docMk/>
            <pc:sldMk cId="2019881119" sldId="516"/>
            <ac:spMk id="34" creationId="{770A5FDD-113C-9924-0451-E607D856051E}"/>
          </ac:spMkLst>
        </pc:spChg>
        <pc:graphicFrameChg chg="add mod modGraphic">
          <ac:chgData name="Sarah Allott" userId="eb87138137533bf5" providerId="LiveId" clId="{B83941E0-230F-4C12-955D-5C0DE614AD06}" dt="2023-10-30T19:08:50.122" v="11102" actId="1036"/>
          <ac:graphicFrameMkLst>
            <pc:docMk/>
            <pc:sldMk cId="2019881119" sldId="516"/>
            <ac:graphicFrameMk id="5" creationId="{81FFBD58-44D8-4679-E407-F60A68A2822B}"/>
          </ac:graphicFrameMkLst>
        </pc:graphicFrameChg>
        <pc:graphicFrameChg chg="del">
          <ac:chgData name="Sarah Allott" userId="eb87138137533bf5" providerId="LiveId" clId="{B83941E0-230F-4C12-955D-5C0DE614AD06}" dt="2023-10-30T19:07:56.270" v="11074" actId="478"/>
          <ac:graphicFrameMkLst>
            <pc:docMk/>
            <pc:sldMk cId="2019881119" sldId="516"/>
            <ac:graphicFrameMk id="35" creationId="{4E9504A2-FD9C-0AC7-C7F1-1FC8E6B2C080}"/>
          </ac:graphicFrameMkLst>
        </pc:graphicFrameChg>
      </pc:sldChg>
      <pc:sldChg chg="addSp delSp modSp add mod delAnim modAnim modNotesTx">
        <pc:chgData name="Sarah Allott" userId="eb87138137533bf5" providerId="LiveId" clId="{B83941E0-230F-4C12-955D-5C0DE614AD06}" dt="2023-10-31T18:29:47.808" v="12634" actId="1035"/>
        <pc:sldMkLst>
          <pc:docMk/>
          <pc:sldMk cId="2217000330" sldId="519"/>
        </pc:sldMkLst>
        <pc:spChg chg="del">
          <ac:chgData name="Sarah Allott" userId="eb87138137533bf5" providerId="LiveId" clId="{B83941E0-230F-4C12-955D-5C0DE614AD06}" dt="2023-10-31T18:12:46.637" v="11928" actId="478"/>
          <ac:spMkLst>
            <pc:docMk/>
            <pc:sldMk cId="2217000330" sldId="519"/>
            <ac:spMk id="3" creationId="{495090EE-0B56-4020-AE16-9B7CC3196387}"/>
          </ac:spMkLst>
        </pc:spChg>
        <pc:spChg chg="add mod">
          <ac:chgData name="Sarah Allott" userId="eb87138137533bf5" providerId="LiveId" clId="{B83941E0-230F-4C12-955D-5C0DE614AD06}" dt="2023-10-31T18:21:13.623" v="12190" actId="1037"/>
          <ac:spMkLst>
            <pc:docMk/>
            <pc:sldMk cId="2217000330" sldId="519"/>
            <ac:spMk id="5" creationId="{4B394EB0-ABFC-EC96-C853-19B07B720FC3}"/>
          </ac:spMkLst>
        </pc:spChg>
        <pc:spChg chg="add mod">
          <ac:chgData name="Sarah Allott" userId="eb87138137533bf5" providerId="LiveId" clId="{B83941E0-230F-4C12-955D-5C0DE614AD06}" dt="2023-10-31T18:21:13.623" v="12190" actId="1037"/>
          <ac:spMkLst>
            <pc:docMk/>
            <pc:sldMk cId="2217000330" sldId="519"/>
            <ac:spMk id="6" creationId="{F9FBCC52-EB5D-E45E-02B0-D55A1D5FF12F}"/>
          </ac:spMkLst>
        </pc:spChg>
        <pc:spChg chg="add mod">
          <ac:chgData name="Sarah Allott" userId="eb87138137533bf5" providerId="LiveId" clId="{B83941E0-230F-4C12-955D-5C0DE614AD06}" dt="2023-10-31T18:21:13.623" v="12190" actId="1037"/>
          <ac:spMkLst>
            <pc:docMk/>
            <pc:sldMk cId="2217000330" sldId="519"/>
            <ac:spMk id="7" creationId="{A4AC3299-B494-AA68-4F7B-D9813022DA73}"/>
          </ac:spMkLst>
        </pc:spChg>
        <pc:spChg chg="add mod">
          <ac:chgData name="Sarah Allott" userId="eb87138137533bf5" providerId="LiveId" clId="{B83941E0-230F-4C12-955D-5C0DE614AD06}" dt="2023-10-31T18:21:13.623" v="12190" actId="1037"/>
          <ac:spMkLst>
            <pc:docMk/>
            <pc:sldMk cId="2217000330" sldId="519"/>
            <ac:spMk id="8" creationId="{94740FB7-C737-41B2-0D97-C4B9DFFCD1F7}"/>
          </ac:spMkLst>
        </pc:spChg>
        <pc:spChg chg="add mod">
          <ac:chgData name="Sarah Allott" userId="eb87138137533bf5" providerId="LiveId" clId="{B83941E0-230F-4C12-955D-5C0DE614AD06}" dt="2023-10-31T18:21:13.623" v="12190" actId="1037"/>
          <ac:spMkLst>
            <pc:docMk/>
            <pc:sldMk cId="2217000330" sldId="519"/>
            <ac:spMk id="9" creationId="{923B4EC8-2F82-2242-94E0-4B30B5DB59E1}"/>
          </ac:spMkLst>
        </pc:spChg>
        <pc:spChg chg="add mod">
          <ac:chgData name="Sarah Allott" userId="eb87138137533bf5" providerId="LiveId" clId="{B83941E0-230F-4C12-955D-5C0DE614AD06}" dt="2023-10-31T18:21:13.623" v="12190" actId="1037"/>
          <ac:spMkLst>
            <pc:docMk/>
            <pc:sldMk cId="2217000330" sldId="519"/>
            <ac:spMk id="10" creationId="{D688DBC8-0FFA-4082-6E24-5CEFFDEE30CE}"/>
          </ac:spMkLst>
        </pc:spChg>
        <pc:spChg chg="add mod">
          <ac:chgData name="Sarah Allott" userId="eb87138137533bf5" providerId="LiveId" clId="{B83941E0-230F-4C12-955D-5C0DE614AD06}" dt="2023-10-31T18:21:13.623" v="12190" actId="1037"/>
          <ac:spMkLst>
            <pc:docMk/>
            <pc:sldMk cId="2217000330" sldId="519"/>
            <ac:spMk id="11" creationId="{BB9F6193-74BA-2C49-97A4-9920B63F086A}"/>
          </ac:spMkLst>
        </pc:spChg>
        <pc:spChg chg="add mod">
          <ac:chgData name="Sarah Allott" userId="eb87138137533bf5" providerId="LiveId" clId="{B83941E0-230F-4C12-955D-5C0DE614AD06}" dt="2023-10-31T18:27:57.281" v="12599" actId="20577"/>
          <ac:spMkLst>
            <pc:docMk/>
            <pc:sldMk cId="2217000330" sldId="519"/>
            <ac:spMk id="12" creationId="{1BD5DEDE-E674-94FB-CDE0-E67239ADDE5C}"/>
          </ac:spMkLst>
        </pc:spChg>
        <pc:spChg chg="add mod">
          <ac:chgData name="Sarah Allott" userId="eb87138137533bf5" providerId="LiveId" clId="{B83941E0-230F-4C12-955D-5C0DE614AD06}" dt="2023-10-31T18:27:59.940" v="12601" actId="20577"/>
          <ac:spMkLst>
            <pc:docMk/>
            <pc:sldMk cId="2217000330" sldId="519"/>
            <ac:spMk id="13" creationId="{D17FBA37-BD9C-156D-5AEE-15840763D65B}"/>
          </ac:spMkLst>
        </pc:spChg>
        <pc:spChg chg="add mod">
          <ac:chgData name="Sarah Allott" userId="eb87138137533bf5" providerId="LiveId" clId="{B83941E0-230F-4C12-955D-5C0DE614AD06}" dt="2023-10-31T18:27:48.846" v="12597" actId="1036"/>
          <ac:spMkLst>
            <pc:docMk/>
            <pc:sldMk cId="2217000330" sldId="519"/>
            <ac:spMk id="15" creationId="{868BA9A1-4E84-46CD-32E0-BA4A81ED058A}"/>
          </ac:spMkLst>
        </pc:spChg>
        <pc:spChg chg="add mod">
          <ac:chgData name="Sarah Allott" userId="eb87138137533bf5" providerId="LiveId" clId="{B83941E0-230F-4C12-955D-5C0DE614AD06}" dt="2023-10-31T18:27:48.846" v="12597" actId="1036"/>
          <ac:spMkLst>
            <pc:docMk/>
            <pc:sldMk cId="2217000330" sldId="519"/>
            <ac:spMk id="16" creationId="{ED620F91-AE72-4893-2BBA-398B605EFE1E}"/>
          </ac:spMkLst>
        </pc:spChg>
        <pc:spChg chg="add mod">
          <ac:chgData name="Sarah Allott" userId="eb87138137533bf5" providerId="LiveId" clId="{B83941E0-230F-4C12-955D-5C0DE614AD06}" dt="2023-10-31T18:27:48.846" v="12597" actId="1036"/>
          <ac:spMkLst>
            <pc:docMk/>
            <pc:sldMk cId="2217000330" sldId="519"/>
            <ac:spMk id="17" creationId="{CE0BE035-C86B-1D3B-08D2-CEEB56B34946}"/>
          </ac:spMkLst>
        </pc:spChg>
        <pc:spChg chg="add mod">
          <ac:chgData name="Sarah Allott" userId="eb87138137533bf5" providerId="LiveId" clId="{B83941E0-230F-4C12-955D-5C0DE614AD06}" dt="2023-10-31T18:27:48.846" v="12597" actId="1036"/>
          <ac:spMkLst>
            <pc:docMk/>
            <pc:sldMk cId="2217000330" sldId="519"/>
            <ac:spMk id="18" creationId="{867FC828-5FF0-B1AA-A701-9D894967172C}"/>
          </ac:spMkLst>
        </pc:spChg>
        <pc:spChg chg="add mod">
          <ac:chgData name="Sarah Allott" userId="eb87138137533bf5" providerId="LiveId" clId="{B83941E0-230F-4C12-955D-5C0DE614AD06}" dt="2023-10-31T18:27:48.846" v="12597" actId="1036"/>
          <ac:spMkLst>
            <pc:docMk/>
            <pc:sldMk cId="2217000330" sldId="519"/>
            <ac:spMk id="19" creationId="{DFEAB979-1AC4-B9A6-D2AB-CD77EC82B0AC}"/>
          </ac:spMkLst>
        </pc:spChg>
        <pc:spChg chg="add mod">
          <ac:chgData name="Sarah Allott" userId="eb87138137533bf5" providerId="LiveId" clId="{B83941E0-230F-4C12-955D-5C0DE614AD06}" dt="2023-10-31T18:27:48.846" v="12597" actId="1036"/>
          <ac:spMkLst>
            <pc:docMk/>
            <pc:sldMk cId="2217000330" sldId="519"/>
            <ac:spMk id="20" creationId="{3C4EEB35-37AE-2264-A918-BF98C3240CB9}"/>
          </ac:spMkLst>
        </pc:spChg>
        <pc:spChg chg="add mod">
          <ac:chgData name="Sarah Allott" userId="eb87138137533bf5" providerId="LiveId" clId="{B83941E0-230F-4C12-955D-5C0DE614AD06}" dt="2023-10-31T18:27:48.846" v="12597" actId="1036"/>
          <ac:spMkLst>
            <pc:docMk/>
            <pc:sldMk cId="2217000330" sldId="519"/>
            <ac:spMk id="21" creationId="{453309DE-9BEA-77A8-95BD-7D9D1B103D84}"/>
          </ac:spMkLst>
        </pc:spChg>
        <pc:spChg chg="add mod">
          <ac:chgData name="Sarah Allott" userId="eb87138137533bf5" providerId="LiveId" clId="{B83941E0-230F-4C12-955D-5C0DE614AD06}" dt="2023-10-31T18:27:48.846" v="12597" actId="1036"/>
          <ac:spMkLst>
            <pc:docMk/>
            <pc:sldMk cId="2217000330" sldId="519"/>
            <ac:spMk id="22" creationId="{20B86E65-D0DB-0D00-0262-42CD1C124630}"/>
          </ac:spMkLst>
        </pc:spChg>
        <pc:spChg chg="add mod">
          <ac:chgData name="Sarah Allott" userId="eb87138137533bf5" providerId="LiveId" clId="{B83941E0-230F-4C12-955D-5C0DE614AD06}" dt="2023-10-31T18:28:22.472" v="12605" actId="12788"/>
          <ac:spMkLst>
            <pc:docMk/>
            <pc:sldMk cId="2217000330" sldId="519"/>
            <ac:spMk id="23" creationId="{6FB1DB4E-E928-F0DD-9079-1C155CEB7787}"/>
          </ac:spMkLst>
        </pc:spChg>
        <pc:spChg chg="add mod">
          <ac:chgData name="Sarah Allott" userId="eb87138137533bf5" providerId="LiveId" clId="{B83941E0-230F-4C12-955D-5C0DE614AD06}" dt="2023-10-31T18:29:33.311" v="12619" actId="465"/>
          <ac:spMkLst>
            <pc:docMk/>
            <pc:sldMk cId="2217000330" sldId="519"/>
            <ac:spMk id="24" creationId="{5C3FCE69-40F5-2D26-A996-9F859EAC5EFC}"/>
          </ac:spMkLst>
        </pc:spChg>
        <pc:spChg chg="add mod">
          <ac:chgData name="Sarah Allott" userId="eb87138137533bf5" providerId="LiveId" clId="{B83941E0-230F-4C12-955D-5C0DE614AD06}" dt="2023-10-31T18:29:33.311" v="12619" actId="465"/>
          <ac:spMkLst>
            <pc:docMk/>
            <pc:sldMk cId="2217000330" sldId="519"/>
            <ac:spMk id="25" creationId="{5FE86F24-8016-C8AF-9430-21CE3AE23F85}"/>
          </ac:spMkLst>
        </pc:spChg>
        <pc:spChg chg="add mod">
          <ac:chgData name="Sarah Allott" userId="eb87138137533bf5" providerId="LiveId" clId="{B83941E0-230F-4C12-955D-5C0DE614AD06}" dt="2023-10-31T18:29:33.311" v="12619" actId="465"/>
          <ac:spMkLst>
            <pc:docMk/>
            <pc:sldMk cId="2217000330" sldId="519"/>
            <ac:spMk id="26" creationId="{163CC7AA-6B2B-A04C-FFEF-C1F5F7679200}"/>
          </ac:spMkLst>
        </pc:spChg>
        <pc:spChg chg="add mod">
          <ac:chgData name="Sarah Allott" userId="eb87138137533bf5" providerId="LiveId" clId="{B83941E0-230F-4C12-955D-5C0DE614AD06}" dt="2023-10-31T18:29:33.311" v="12619" actId="465"/>
          <ac:spMkLst>
            <pc:docMk/>
            <pc:sldMk cId="2217000330" sldId="519"/>
            <ac:spMk id="27" creationId="{7D5BFF54-86A9-3726-CC9E-28D26C01DD41}"/>
          </ac:spMkLst>
        </pc:spChg>
        <pc:spChg chg="add mod">
          <ac:chgData name="Sarah Allott" userId="eb87138137533bf5" providerId="LiveId" clId="{B83941E0-230F-4C12-955D-5C0DE614AD06}" dt="2023-10-31T18:29:33.311" v="12619" actId="465"/>
          <ac:spMkLst>
            <pc:docMk/>
            <pc:sldMk cId="2217000330" sldId="519"/>
            <ac:spMk id="28" creationId="{C82A067B-6098-C778-7871-CABF06C879B0}"/>
          </ac:spMkLst>
        </pc:spChg>
        <pc:spChg chg="add mod">
          <ac:chgData name="Sarah Allott" userId="eb87138137533bf5" providerId="LiveId" clId="{B83941E0-230F-4C12-955D-5C0DE614AD06}" dt="2023-10-31T18:29:33.311" v="12619" actId="465"/>
          <ac:spMkLst>
            <pc:docMk/>
            <pc:sldMk cId="2217000330" sldId="519"/>
            <ac:spMk id="29" creationId="{017CBC81-7AEE-D035-221A-FDB840678860}"/>
          </ac:spMkLst>
        </pc:spChg>
        <pc:spChg chg="add mod">
          <ac:chgData name="Sarah Allott" userId="eb87138137533bf5" providerId="LiveId" clId="{B83941E0-230F-4C12-955D-5C0DE614AD06}" dt="2023-10-31T18:29:25.039" v="12618" actId="1036"/>
          <ac:spMkLst>
            <pc:docMk/>
            <pc:sldMk cId="2217000330" sldId="519"/>
            <ac:spMk id="30" creationId="{0BD19F99-2350-F3BD-0F6C-674A62CFC3FF}"/>
          </ac:spMkLst>
        </pc:spChg>
        <pc:spChg chg="del mod">
          <ac:chgData name="Sarah Allott" userId="eb87138137533bf5" providerId="LiveId" clId="{B83941E0-230F-4C12-955D-5C0DE614AD06}" dt="2023-10-31T18:13:23.047" v="11940" actId="478"/>
          <ac:spMkLst>
            <pc:docMk/>
            <pc:sldMk cId="2217000330" sldId="519"/>
            <ac:spMk id="54" creationId="{F9A5EE7D-3A25-E979-764A-AD0D136D87F1}"/>
          </ac:spMkLst>
        </pc:spChg>
        <pc:spChg chg="mod">
          <ac:chgData name="Sarah Allott" userId="eb87138137533bf5" providerId="LiveId" clId="{B83941E0-230F-4C12-955D-5C0DE614AD06}" dt="2023-10-31T18:29:47.808" v="12634" actId="1035"/>
          <ac:spMkLst>
            <pc:docMk/>
            <pc:sldMk cId="2217000330" sldId="519"/>
            <ac:spMk id="55" creationId="{0A29A920-15EA-57F6-FB88-0848222B4863}"/>
          </ac:spMkLst>
        </pc:spChg>
        <pc:spChg chg="mod">
          <ac:chgData name="Sarah Allott" userId="eb87138137533bf5" providerId="LiveId" clId="{B83941E0-230F-4C12-955D-5C0DE614AD06}" dt="2023-10-31T18:29:45.192" v="12631" actId="1037"/>
          <ac:spMkLst>
            <pc:docMk/>
            <pc:sldMk cId="2217000330" sldId="519"/>
            <ac:spMk id="56" creationId="{5ADD2334-F2B3-AE89-E672-AC0AA90CE269}"/>
          </ac:spMkLst>
        </pc:spChg>
        <pc:spChg chg="mod">
          <ac:chgData name="Sarah Allott" userId="eb87138137533bf5" providerId="LiveId" clId="{B83941E0-230F-4C12-955D-5C0DE614AD06}" dt="2023-10-31T18:20:50.735" v="12136" actId="1036"/>
          <ac:spMkLst>
            <pc:docMk/>
            <pc:sldMk cId="2217000330" sldId="519"/>
            <ac:spMk id="57" creationId="{6F0B1E2A-904E-C37A-C8B5-6B6346F749E9}"/>
          </ac:spMkLst>
        </pc:spChg>
        <pc:spChg chg="mod">
          <ac:chgData name="Sarah Allott" userId="eb87138137533bf5" providerId="LiveId" clId="{B83941E0-230F-4C12-955D-5C0DE614AD06}" dt="2023-10-31T18:21:01.257" v="12154" actId="465"/>
          <ac:spMkLst>
            <pc:docMk/>
            <pc:sldMk cId="2217000330" sldId="519"/>
            <ac:spMk id="58" creationId="{8947BDC1-230D-3311-94E2-B5745E677F86}"/>
          </ac:spMkLst>
        </pc:spChg>
        <pc:spChg chg="mod">
          <ac:chgData name="Sarah Allott" userId="eb87138137533bf5" providerId="LiveId" clId="{B83941E0-230F-4C12-955D-5C0DE614AD06}" dt="2023-10-31T18:21:01.257" v="12154" actId="465"/>
          <ac:spMkLst>
            <pc:docMk/>
            <pc:sldMk cId="2217000330" sldId="519"/>
            <ac:spMk id="59" creationId="{F10DE5CB-C091-47EB-5E03-22BD451777D3}"/>
          </ac:spMkLst>
        </pc:spChg>
        <pc:spChg chg="mod">
          <ac:chgData name="Sarah Allott" userId="eb87138137533bf5" providerId="LiveId" clId="{B83941E0-230F-4C12-955D-5C0DE614AD06}" dt="2023-10-31T18:21:01.257" v="12154" actId="465"/>
          <ac:spMkLst>
            <pc:docMk/>
            <pc:sldMk cId="2217000330" sldId="519"/>
            <ac:spMk id="60" creationId="{CA9B9868-0A96-295E-5670-07B5D10C07BA}"/>
          </ac:spMkLst>
        </pc:spChg>
        <pc:spChg chg="mod">
          <ac:chgData name="Sarah Allott" userId="eb87138137533bf5" providerId="LiveId" clId="{B83941E0-230F-4C12-955D-5C0DE614AD06}" dt="2023-10-31T18:21:01.257" v="12154" actId="465"/>
          <ac:spMkLst>
            <pc:docMk/>
            <pc:sldMk cId="2217000330" sldId="519"/>
            <ac:spMk id="61" creationId="{A718C87C-438D-FBB2-9EB0-E9F494093FB1}"/>
          </ac:spMkLst>
        </pc:spChg>
        <pc:spChg chg="mod">
          <ac:chgData name="Sarah Allott" userId="eb87138137533bf5" providerId="LiveId" clId="{B83941E0-230F-4C12-955D-5C0DE614AD06}" dt="2023-10-31T18:28:22.472" v="12605" actId="12788"/>
          <ac:spMkLst>
            <pc:docMk/>
            <pc:sldMk cId="2217000330" sldId="519"/>
            <ac:spMk id="62" creationId="{531DD657-7AB6-9598-B949-B091F27CDECB}"/>
          </ac:spMkLst>
        </pc:spChg>
        <pc:spChg chg="mod">
          <ac:chgData name="Sarah Allott" userId="eb87138137533bf5" providerId="LiveId" clId="{B83941E0-230F-4C12-955D-5C0DE614AD06}" dt="2023-10-31T18:22:35.554" v="12383" actId="20577"/>
          <ac:spMkLst>
            <pc:docMk/>
            <pc:sldMk cId="2217000330" sldId="519"/>
            <ac:spMk id="63" creationId="{59DB380E-4976-F904-16A0-FF2D760C4210}"/>
          </ac:spMkLst>
        </pc:spChg>
        <pc:spChg chg="del mod">
          <ac:chgData name="Sarah Allott" userId="eb87138137533bf5" providerId="LiveId" clId="{B83941E0-230F-4C12-955D-5C0DE614AD06}" dt="2023-10-31T18:27:53.257" v="12598" actId="478"/>
          <ac:spMkLst>
            <pc:docMk/>
            <pc:sldMk cId="2217000330" sldId="519"/>
            <ac:spMk id="64" creationId="{FB129B4C-3DAC-5929-A6E7-78707EDDA1A6}"/>
          </ac:spMkLst>
        </pc:spChg>
        <pc:spChg chg="del mod">
          <ac:chgData name="Sarah Allott" userId="eb87138137533bf5" providerId="LiveId" clId="{B83941E0-230F-4C12-955D-5C0DE614AD06}" dt="2023-10-31T18:27:53.257" v="12598" actId="478"/>
          <ac:spMkLst>
            <pc:docMk/>
            <pc:sldMk cId="2217000330" sldId="519"/>
            <ac:spMk id="65" creationId="{45C3B5F1-FF60-0D7C-BF90-67FEF3AF2D75}"/>
          </ac:spMkLst>
        </pc:spChg>
        <pc:spChg chg="del mod">
          <ac:chgData name="Sarah Allott" userId="eb87138137533bf5" providerId="LiveId" clId="{B83941E0-230F-4C12-955D-5C0DE614AD06}" dt="2023-10-31T18:27:53.257" v="12598" actId="478"/>
          <ac:spMkLst>
            <pc:docMk/>
            <pc:sldMk cId="2217000330" sldId="519"/>
            <ac:spMk id="66" creationId="{D1847741-8F0E-D194-C163-172799956F0B}"/>
          </ac:spMkLst>
        </pc:spChg>
        <pc:spChg chg="del mod">
          <ac:chgData name="Sarah Allott" userId="eb87138137533bf5" providerId="LiveId" clId="{B83941E0-230F-4C12-955D-5C0DE614AD06}" dt="2023-10-31T18:27:53.257" v="12598" actId="478"/>
          <ac:spMkLst>
            <pc:docMk/>
            <pc:sldMk cId="2217000330" sldId="519"/>
            <ac:spMk id="67" creationId="{FFF7666F-84AB-4E5D-7FE4-02F289D3AFE0}"/>
          </ac:spMkLst>
        </pc:spChg>
        <pc:spChg chg="del">
          <ac:chgData name="Sarah Allott" userId="eb87138137533bf5" providerId="LiveId" clId="{B83941E0-230F-4C12-955D-5C0DE614AD06}" dt="2023-10-31T18:12:42.729" v="11927" actId="478"/>
          <ac:spMkLst>
            <pc:docMk/>
            <pc:sldMk cId="2217000330" sldId="519"/>
            <ac:spMk id="68" creationId="{1BAC57BE-ECCE-8107-BD4C-D01079F0DDC4}"/>
          </ac:spMkLst>
        </pc:spChg>
        <pc:spChg chg="del">
          <ac:chgData name="Sarah Allott" userId="eb87138137533bf5" providerId="LiveId" clId="{B83941E0-230F-4C12-955D-5C0DE614AD06}" dt="2023-10-31T18:12:42.729" v="11927" actId="478"/>
          <ac:spMkLst>
            <pc:docMk/>
            <pc:sldMk cId="2217000330" sldId="519"/>
            <ac:spMk id="69" creationId="{BF4FE151-7200-E0AF-68E9-C42B349868C9}"/>
          </ac:spMkLst>
        </pc:spChg>
        <pc:spChg chg="del">
          <ac:chgData name="Sarah Allott" userId="eb87138137533bf5" providerId="LiveId" clId="{B83941E0-230F-4C12-955D-5C0DE614AD06}" dt="2023-10-31T18:12:42.729" v="11927" actId="478"/>
          <ac:spMkLst>
            <pc:docMk/>
            <pc:sldMk cId="2217000330" sldId="519"/>
            <ac:spMk id="70" creationId="{5EFD4412-7540-692E-258C-070D1ECD2BB3}"/>
          </ac:spMkLst>
        </pc:spChg>
        <pc:spChg chg="del">
          <ac:chgData name="Sarah Allott" userId="eb87138137533bf5" providerId="LiveId" clId="{B83941E0-230F-4C12-955D-5C0DE614AD06}" dt="2023-10-31T18:12:42.729" v="11927" actId="478"/>
          <ac:spMkLst>
            <pc:docMk/>
            <pc:sldMk cId="2217000330" sldId="519"/>
            <ac:spMk id="71" creationId="{20CD0363-C652-3AD9-ECAC-8E47251F7BF0}"/>
          </ac:spMkLst>
        </pc:spChg>
        <pc:spChg chg="del mod">
          <ac:chgData name="Sarah Allott" userId="eb87138137533bf5" providerId="LiveId" clId="{B83941E0-230F-4C12-955D-5C0DE614AD06}" dt="2023-10-31T18:13:23.047" v="11940" actId="478"/>
          <ac:spMkLst>
            <pc:docMk/>
            <pc:sldMk cId="2217000330" sldId="519"/>
            <ac:spMk id="72" creationId="{BBD9B1DB-5C6D-8835-220A-4B3877367CBD}"/>
          </ac:spMkLst>
        </pc:spChg>
        <pc:spChg chg="del mod">
          <ac:chgData name="Sarah Allott" userId="eb87138137533bf5" providerId="LiveId" clId="{B83941E0-230F-4C12-955D-5C0DE614AD06}" dt="2023-10-31T18:21:22.848" v="12192" actId="478"/>
          <ac:spMkLst>
            <pc:docMk/>
            <pc:sldMk cId="2217000330" sldId="519"/>
            <ac:spMk id="73" creationId="{FF8EB644-F6F5-5A0A-E07B-67B450542A94}"/>
          </ac:spMkLst>
        </pc:spChg>
        <pc:spChg chg="del mod">
          <ac:chgData name="Sarah Allott" userId="eb87138137533bf5" providerId="LiveId" clId="{B83941E0-230F-4C12-955D-5C0DE614AD06}" dt="2023-10-31T18:21:22.848" v="12192" actId="478"/>
          <ac:spMkLst>
            <pc:docMk/>
            <pc:sldMk cId="2217000330" sldId="519"/>
            <ac:spMk id="74" creationId="{6DF007BE-2DCB-26E1-ED4D-528DD3181760}"/>
          </ac:spMkLst>
        </pc:spChg>
        <pc:spChg chg="del mod">
          <ac:chgData name="Sarah Allott" userId="eb87138137533bf5" providerId="LiveId" clId="{B83941E0-230F-4C12-955D-5C0DE614AD06}" dt="2023-10-31T18:21:22.848" v="12192" actId="478"/>
          <ac:spMkLst>
            <pc:docMk/>
            <pc:sldMk cId="2217000330" sldId="519"/>
            <ac:spMk id="75" creationId="{82347A50-405A-4150-EC37-7D196F0CEE7A}"/>
          </ac:spMkLst>
        </pc:spChg>
        <pc:spChg chg="del mod">
          <ac:chgData name="Sarah Allott" userId="eb87138137533bf5" providerId="LiveId" clId="{B83941E0-230F-4C12-955D-5C0DE614AD06}" dt="2023-10-31T18:21:22.848" v="12192" actId="478"/>
          <ac:spMkLst>
            <pc:docMk/>
            <pc:sldMk cId="2217000330" sldId="519"/>
            <ac:spMk id="76" creationId="{A37D9942-3A79-4730-66EC-BB0335C2AA22}"/>
          </ac:spMkLst>
        </pc:spChg>
        <pc:spChg chg="del">
          <ac:chgData name="Sarah Allott" userId="eb87138137533bf5" providerId="LiveId" clId="{B83941E0-230F-4C12-955D-5C0DE614AD06}" dt="2023-10-31T18:12:42.729" v="11927" actId="478"/>
          <ac:spMkLst>
            <pc:docMk/>
            <pc:sldMk cId="2217000330" sldId="519"/>
            <ac:spMk id="78" creationId="{5500CB63-C5A6-C0B6-C4CA-7B129B28C902}"/>
          </ac:spMkLst>
        </pc:spChg>
        <pc:spChg chg="del">
          <ac:chgData name="Sarah Allott" userId="eb87138137533bf5" providerId="LiveId" clId="{B83941E0-230F-4C12-955D-5C0DE614AD06}" dt="2023-10-31T18:12:37.368" v="11926" actId="478"/>
          <ac:spMkLst>
            <pc:docMk/>
            <pc:sldMk cId="2217000330" sldId="519"/>
            <ac:spMk id="79" creationId="{EE48DF4E-733F-C9AD-4352-621A6FE26B11}"/>
          </ac:spMkLst>
        </pc:spChg>
        <pc:spChg chg="del">
          <ac:chgData name="Sarah Allott" userId="eb87138137533bf5" providerId="LiveId" clId="{B83941E0-230F-4C12-955D-5C0DE614AD06}" dt="2023-10-31T18:12:37.368" v="11926" actId="478"/>
          <ac:spMkLst>
            <pc:docMk/>
            <pc:sldMk cId="2217000330" sldId="519"/>
            <ac:spMk id="80" creationId="{726DCB4D-18B2-07D6-FBE2-32A675C8CE81}"/>
          </ac:spMkLst>
        </pc:spChg>
        <pc:spChg chg="del mod">
          <ac:chgData name="Sarah Allott" userId="eb87138137533bf5" providerId="LiveId" clId="{B83941E0-230F-4C12-955D-5C0DE614AD06}" dt="2023-10-31T18:13:39.237" v="11953" actId="478"/>
          <ac:spMkLst>
            <pc:docMk/>
            <pc:sldMk cId="2217000330" sldId="519"/>
            <ac:spMk id="81" creationId="{387A9311-CD8B-9934-372F-E80B2B53E392}"/>
          </ac:spMkLst>
        </pc:spChg>
        <pc:spChg chg="del mod">
          <ac:chgData name="Sarah Allott" userId="eb87138137533bf5" providerId="LiveId" clId="{B83941E0-230F-4C12-955D-5C0DE614AD06}" dt="2023-10-31T18:13:36.566" v="11952" actId="478"/>
          <ac:spMkLst>
            <pc:docMk/>
            <pc:sldMk cId="2217000330" sldId="519"/>
            <ac:spMk id="82" creationId="{5D2E660A-365D-80F7-A0AE-55AE195D5FB6}"/>
          </ac:spMkLst>
        </pc:spChg>
        <pc:spChg chg="del mod">
          <ac:chgData name="Sarah Allott" userId="eb87138137533bf5" providerId="LiveId" clId="{B83941E0-230F-4C12-955D-5C0DE614AD06}" dt="2023-10-31T18:13:36.566" v="11952" actId="478"/>
          <ac:spMkLst>
            <pc:docMk/>
            <pc:sldMk cId="2217000330" sldId="519"/>
            <ac:spMk id="83" creationId="{9F9F7436-E05A-F4AC-8099-4741EE4EEF24}"/>
          </ac:spMkLst>
        </pc:spChg>
        <pc:spChg chg="del mod">
          <ac:chgData name="Sarah Allott" userId="eb87138137533bf5" providerId="LiveId" clId="{B83941E0-230F-4C12-955D-5C0DE614AD06}" dt="2023-10-31T18:13:36.566" v="11952" actId="478"/>
          <ac:spMkLst>
            <pc:docMk/>
            <pc:sldMk cId="2217000330" sldId="519"/>
            <ac:spMk id="84" creationId="{975D9B70-CC2B-CC0F-A11B-92883A3D1D4C}"/>
          </ac:spMkLst>
        </pc:spChg>
        <pc:spChg chg="del mod">
          <ac:chgData name="Sarah Allott" userId="eb87138137533bf5" providerId="LiveId" clId="{B83941E0-230F-4C12-955D-5C0DE614AD06}" dt="2023-10-31T18:13:36.566" v="11952" actId="478"/>
          <ac:spMkLst>
            <pc:docMk/>
            <pc:sldMk cId="2217000330" sldId="519"/>
            <ac:spMk id="85" creationId="{6CE2012C-3932-859D-55E2-E5DF87784D5B}"/>
          </ac:spMkLst>
        </pc:spChg>
        <pc:spChg chg="del mod">
          <ac:chgData name="Sarah Allott" userId="eb87138137533bf5" providerId="LiveId" clId="{B83941E0-230F-4C12-955D-5C0DE614AD06}" dt="2023-10-31T18:13:36.566" v="11952" actId="478"/>
          <ac:spMkLst>
            <pc:docMk/>
            <pc:sldMk cId="2217000330" sldId="519"/>
            <ac:spMk id="86" creationId="{BA79FBB0-320C-2244-A98E-364151B0F484}"/>
          </ac:spMkLst>
        </pc:spChg>
        <pc:spChg chg="del">
          <ac:chgData name="Sarah Allott" userId="eb87138137533bf5" providerId="LiveId" clId="{B83941E0-230F-4C12-955D-5C0DE614AD06}" dt="2023-10-31T18:12:42.729" v="11927" actId="478"/>
          <ac:spMkLst>
            <pc:docMk/>
            <pc:sldMk cId="2217000330" sldId="519"/>
            <ac:spMk id="87" creationId="{69C35BD5-EAD3-50B8-1878-272E3F1D35AF}"/>
          </ac:spMkLst>
        </pc:spChg>
        <pc:spChg chg="del">
          <ac:chgData name="Sarah Allott" userId="eb87138137533bf5" providerId="LiveId" clId="{B83941E0-230F-4C12-955D-5C0DE614AD06}" dt="2023-10-31T18:12:42.729" v="11927" actId="478"/>
          <ac:spMkLst>
            <pc:docMk/>
            <pc:sldMk cId="2217000330" sldId="519"/>
            <ac:spMk id="88" creationId="{D2C60342-03B8-2CC9-B917-FFB8D17487C3}"/>
          </ac:spMkLst>
        </pc:spChg>
        <pc:spChg chg="del">
          <ac:chgData name="Sarah Allott" userId="eb87138137533bf5" providerId="LiveId" clId="{B83941E0-230F-4C12-955D-5C0DE614AD06}" dt="2023-10-31T18:12:42.729" v="11927" actId="478"/>
          <ac:spMkLst>
            <pc:docMk/>
            <pc:sldMk cId="2217000330" sldId="519"/>
            <ac:spMk id="89" creationId="{04949282-4AF0-4930-330F-4755CD8AFBFA}"/>
          </ac:spMkLst>
        </pc:spChg>
        <pc:spChg chg="del">
          <ac:chgData name="Sarah Allott" userId="eb87138137533bf5" providerId="LiveId" clId="{B83941E0-230F-4C12-955D-5C0DE614AD06}" dt="2023-10-31T18:12:42.729" v="11927" actId="478"/>
          <ac:spMkLst>
            <pc:docMk/>
            <pc:sldMk cId="2217000330" sldId="519"/>
            <ac:spMk id="90" creationId="{6044A758-AABB-2FEE-D75F-B12FB19B2D17}"/>
          </ac:spMkLst>
        </pc:spChg>
        <pc:spChg chg="del">
          <ac:chgData name="Sarah Allott" userId="eb87138137533bf5" providerId="LiveId" clId="{B83941E0-230F-4C12-955D-5C0DE614AD06}" dt="2023-10-31T18:12:42.729" v="11927" actId="478"/>
          <ac:spMkLst>
            <pc:docMk/>
            <pc:sldMk cId="2217000330" sldId="519"/>
            <ac:spMk id="91" creationId="{8900F8AA-0FFC-1E0C-6609-D6564C941B32}"/>
          </ac:spMkLst>
        </pc:spChg>
        <pc:spChg chg="del">
          <ac:chgData name="Sarah Allott" userId="eb87138137533bf5" providerId="LiveId" clId="{B83941E0-230F-4C12-955D-5C0DE614AD06}" dt="2023-10-31T18:12:42.729" v="11927" actId="478"/>
          <ac:spMkLst>
            <pc:docMk/>
            <pc:sldMk cId="2217000330" sldId="519"/>
            <ac:spMk id="92" creationId="{DC30E3AD-58D5-6203-A85B-C28D2FF6E74C}"/>
          </ac:spMkLst>
        </pc:spChg>
        <pc:spChg chg="del">
          <ac:chgData name="Sarah Allott" userId="eb87138137533bf5" providerId="LiveId" clId="{B83941E0-230F-4C12-955D-5C0DE614AD06}" dt="2023-10-31T18:12:42.729" v="11927" actId="478"/>
          <ac:spMkLst>
            <pc:docMk/>
            <pc:sldMk cId="2217000330" sldId="519"/>
            <ac:spMk id="93" creationId="{3FD39B5A-327E-75FE-C39B-903AA2AFD60D}"/>
          </ac:spMkLst>
        </pc:spChg>
        <pc:spChg chg="mod">
          <ac:chgData name="Sarah Allott" userId="eb87138137533bf5" providerId="LiveId" clId="{B83941E0-230F-4C12-955D-5C0DE614AD06}" dt="2023-10-31T18:21:01.257" v="12154" actId="465"/>
          <ac:spMkLst>
            <pc:docMk/>
            <pc:sldMk cId="2217000330" sldId="519"/>
            <ac:spMk id="96" creationId="{0928E2B2-741F-DAE8-6CF2-D8029C3CDD5A}"/>
          </ac:spMkLst>
        </pc:spChg>
        <pc:spChg chg="del">
          <ac:chgData name="Sarah Allott" userId="eb87138137533bf5" providerId="LiveId" clId="{B83941E0-230F-4C12-955D-5C0DE614AD06}" dt="2023-10-31T18:12:37.368" v="11926" actId="478"/>
          <ac:spMkLst>
            <pc:docMk/>
            <pc:sldMk cId="2217000330" sldId="519"/>
            <ac:spMk id="97" creationId="{777D9364-8E55-346C-F9A5-945C030E2387}"/>
          </ac:spMkLst>
        </pc:spChg>
        <pc:spChg chg="del">
          <ac:chgData name="Sarah Allott" userId="eb87138137533bf5" providerId="LiveId" clId="{B83941E0-230F-4C12-955D-5C0DE614AD06}" dt="2023-10-31T18:12:37.368" v="11926" actId="478"/>
          <ac:spMkLst>
            <pc:docMk/>
            <pc:sldMk cId="2217000330" sldId="519"/>
            <ac:spMk id="104" creationId="{A4A319D5-330C-A06B-E7FB-3809BA9F2DE7}"/>
          </ac:spMkLst>
        </pc:spChg>
        <pc:spChg chg="del mod">
          <ac:chgData name="Sarah Allott" userId="eb87138137533bf5" providerId="LiveId" clId="{B83941E0-230F-4C12-955D-5C0DE614AD06}" dt="2023-10-31T18:21:22.848" v="12192" actId="478"/>
          <ac:spMkLst>
            <pc:docMk/>
            <pc:sldMk cId="2217000330" sldId="519"/>
            <ac:spMk id="105" creationId="{0763618A-8FE3-BB7B-C0F5-5C7738918162}"/>
          </ac:spMkLst>
        </pc:spChg>
        <pc:spChg chg="mod ord">
          <ac:chgData name="Sarah Allott" userId="eb87138137533bf5" providerId="LiveId" clId="{B83941E0-230F-4C12-955D-5C0DE614AD06}" dt="2023-10-31T18:21:13.623" v="12190" actId="1037"/>
          <ac:spMkLst>
            <pc:docMk/>
            <pc:sldMk cId="2217000330" sldId="519"/>
            <ac:spMk id="106" creationId="{E85D2091-1630-BE2B-ECD1-7B4EEB536A9B}"/>
          </ac:spMkLst>
        </pc:spChg>
        <pc:spChg chg="del">
          <ac:chgData name="Sarah Allott" userId="eb87138137533bf5" providerId="LiveId" clId="{B83941E0-230F-4C12-955D-5C0DE614AD06}" dt="2023-10-31T18:12:37.368" v="11926" actId="478"/>
          <ac:spMkLst>
            <pc:docMk/>
            <pc:sldMk cId="2217000330" sldId="519"/>
            <ac:spMk id="107" creationId="{D77625C7-D24E-0256-1FCD-443CCAEAC236}"/>
          </ac:spMkLst>
        </pc:spChg>
        <pc:spChg chg="del">
          <ac:chgData name="Sarah Allott" userId="eb87138137533bf5" providerId="LiveId" clId="{B83941E0-230F-4C12-955D-5C0DE614AD06}" dt="2023-10-31T18:12:37.368" v="11926" actId="478"/>
          <ac:spMkLst>
            <pc:docMk/>
            <pc:sldMk cId="2217000330" sldId="519"/>
            <ac:spMk id="108" creationId="{D9013B2B-0FB3-9D5D-E4CC-CCC5D4048708}"/>
          </ac:spMkLst>
        </pc:spChg>
        <pc:graphicFrameChg chg="add mod modGraphic">
          <ac:chgData name="Sarah Allott" userId="eb87138137533bf5" providerId="LiveId" clId="{B83941E0-230F-4C12-955D-5C0DE614AD06}" dt="2023-10-31T18:21:06.285" v="12155" actId="14100"/>
          <ac:graphicFrameMkLst>
            <pc:docMk/>
            <pc:sldMk cId="2217000330" sldId="519"/>
            <ac:graphicFrameMk id="4" creationId="{5EB93865-1773-F815-812E-F632FCCBC0AF}"/>
          </ac:graphicFrameMkLst>
        </pc:graphicFrameChg>
        <pc:graphicFrameChg chg="add mod modGraphic">
          <ac:chgData name="Sarah Allott" userId="eb87138137533bf5" providerId="LiveId" clId="{B83941E0-230F-4C12-955D-5C0DE614AD06}" dt="2023-10-31T18:27:48.846" v="12597" actId="1036"/>
          <ac:graphicFrameMkLst>
            <pc:docMk/>
            <pc:sldMk cId="2217000330" sldId="519"/>
            <ac:graphicFrameMk id="14" creationId="{815B5A49-B700-214C-202B-720325717CA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1A890E-99ED-4491-98C1-19AA020BF086}" type="datetimeFigureOut">
              <a:rPr lang="en-GB" smtClean="0"/>
              <a:t>08/09/2025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3D3350-E27F-4E44-B184-6E0E019F0BE0}" type="slidenum">
              <a:rPr lang="en-GB" smtClean="0"/>
              <a:t>‹#›</a:t>
            </a:fld>
            <a:endParaRPr lang="en-GB"/>
          </a:p>
        </p:txBody>
      </p:sp>
    </p:spTree>
    <p:extLst>
      <p:ext uri="{BB962C8B-B14F-4D97-AF65-F5344CB8AC3E}">
        <p14:creationId xmlns:p14="http://schemas.microsoft.com/office/powerpoint/2010/main" val="1028468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Prerequisite knowledge check to ensure the students have the skills to access this lesson.</a:t>
            </a:r>
          </a:p>
          <a:p>
            <a:r>
              <a:rPr lang="en-GB" dirty="0"/>
              <a:t>Q1: finding the reciprocal of integers, fractions and decimals</a:t>
            </a:r>
          </a:p>
          <a:p>
            <a:r>
              <a:rPr lang="en-GB" dirty="0"/>
              <a:t>Q2: raising integers, fractions and decimals to positive powers</a:t>
            </a:r>
          </a:p>
        </p:txBody>
      </p:sp>
      <p:sp>
        <p:nvSpPr>
          <p:cNvPr id="4" name="Slide Number Placeholder 3"/>
          <p:cNvSpPr>
            <a:spLocks noGrp="1"/>
          </p:cNvSpPr>
          <p:nvPr>
            <p:ph type="sldNum" sz="quarter" idx="5"/>
          </p:nvPr>
        </p:nvSpPr>
        <p:spPr/>
        <p:txBody>
          <a:bodyPr/>
          <a:lstStyle/>
          <a:p>
            <a:fld id="{EA3D3350-E27F-4E44-B184-6E0E019F0BE0}" type="slidenum">
              <a:rPr lang="en-GB" smtClean="0"/>
              <a:t>2</a:t>
            </a:fld>
            <a:endParaRPr lang="en-GB"/>
          </a:p>
        </p:txBody>
      </p:sp>
    </p:spTree>
    <p:extLst>
      <p:ext uri="{BB962C8B-B14F-4D97-AF65-F5344CB8AC3E}">
        <p14:creationId xmlns:p14="http://schemas.microsoft.com/office/powerpoint/2010/main" val="14691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Teacher Notes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a:p>
            <a:r>
              <a:rPr lang="en-GB" dirty="0"/>
              <a:t>Recap of the definition of a reciprocal using proper language.</a:t>
            </a:r>
          </a:p>
          <a:p>
            <a:r>
              <a:rPr lang="en-GB" dirty="0"/>
              <a:t>Recap of the definition of a product may be needed</a:t>
            </a:r>
          </a:p>
          <a:p>
            <a:endParaRPr lang="en-GB" dirty="0"/>
          </a:p>
        </p:txBody>
      </p:sp>
      <p:sp>
        <p:nvSpPr>
          <p:cNvPr id="4" name="Slide Number Placeholder 3"/>
          <p:cNvSpPr>
            <a:spLocks noGrp="1"/>
          </p:cNvSpPr>
          <p:nvPr>
            <p:ph type="sldNum" sz="quarter" idx="5"/>
          </p:nvPr>
        </p:nvSpPr>
        <p:spPr/>
        <p:txBody>
          <a:bodyPr/>
          <a:lstStyle/>
          <a:p>
            <a:fld id="{EA3D3350-E27F-4E44-B184-6E0E019F0BE0}" type="slidenum">
              <a:rPr lang="en-GB" smtClean="0"/>
              <a:t>3</a:t>
            </a:fld>
            <a:endParaRPr lang="en-GB"/>
          </a:p>
        </p:txBody>
      </p:sp>
    </p:spTree>
    <p:extLst>
      <p:ext uri="{BB962C8B-B14F-4D97-AF65-F5344CB8AC3E}">
        <p14:creationId xmlns:p14="http://schemas.microsoft.com/office/powerpoint/2010/main" val="2283919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0" i="1" u="sng" dirty="0"/>
              <a:t>Teaching Notes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dirty="0"/>
              <a:t>Quickfire questions to assess student understanding of reciprocals.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Click on green boxes to reveal answers.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Next question will appear 0.75s after previous answer revealed.</a:t>
            </a:r>
            <a:endParaRPr lang="en-GB" dirty="0"/>
          </a:p>
          <a:p>
            <a:endParaRPr lang="en-GB" dirty="0"/>
          </a:p>
          <a:p>
            <a:endParaRPr lang="en-GB" dirty="0"/>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EA3D3350-E27F-4E44-B184-6E0E019F0BE0}" type="slidenum">
              <a:rPr lang="en-GB" smtClean="0"/>
              <a:t>4</a:t>
            </a:fld>
            <a:endParaRPr lang="en-GB"/>
          </a:p>
        </p:txBody>
      </p:sp>
    </p:spTree>
    <p:extLst>
      <p:ext uri="{BB962C8B-B14F-4D97-AF65-F5344CB8AC3E}">
        <p14:creationId xmlns:p14="http://schemas.microsoft.com/office/powerpoint/2010/main" val="4017564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0" i="1" u="sng" dirty="0"/>
              <a:t>Teaching Notes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120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200" dirty="0"/>
              <a:t>Recap questions on index laws</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Click on green boxes to reveal answers.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Next 4 questions will appear 0.75s after last in column answer revealed.</a:t>
            </a:r>
            <a:endParaRPr lang="en-GB" dirty="0"/>
          </a:p>
          <a:p>
            <a:endParaRPr lang="en-GB" dirty="0"/>
          </a:p>
          <a:p>
            <a:endParaRPr lang="en-GB" dirty="0"/>
          </a:p>
          <a:p>
            <a:endParaRPr lang="en-GB" dirty="0"/>
          </a:p>
          <a:p>
            <a:endParaRPr lang="en-GB" dirty="0"/>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EA3D3350-E27F-4E44-B184-6E0E019F0BE0}" type="slidenum">
              <a:rPr lang="en-GB" smtClean="0"/>
              <a:t>5</a:t>
            </a:fld>
            <a:endParaRPr lang="en-GB"/>
          </a:p>
        </p:txBody>
      </p:sp>
    </p:spTree>
    <p:extLst>
      <p:ext uri="{BB962C8B-B14F-4D97-AF65-F5344CB8AC3E}">
        <p14:creationId xmlns:p14="http://schemas.microsoft.com/office/powerpoint/2010/main" val="2877375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8C0B9-F9AC-7F8B-8452-B2293122C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8CA39-F01D-51AD-E0AD-B8B16855D9F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93339D5-748C-6372-FD26-D68D6F42D5A1}"/>
                  </a:ext>
                </a:extLst>
              </p:cNvPr>
              <p:cNvSpPr>
                <a:spLocks noGrp="1"/>
              </p:cNvSpPr>
              <p:nvPr>
                <p:ph type="body" idx="1"/>
              </p:nvPr>
            </p:nvSpPr>
            <p:spPr/>
            <p:txBody>
              <a:bodyPr/>
              <a:lstStyle/>
              <a:p>
                <a:r>
                  <a:rPr lang="en-GB" dirty="0"/>
                  <a:t>Ask the students to spot the pattern of dividing by </a:t>
                </a:r>
                <a14:m>
                  <m:oMath xmlns:m="http://schemas.openxmlformats.org/officeDocument/2006/math">
                    <m:r>
                      <a:rPr lang="en-GB" b="0" i="1" smtClean="0">
                        <a:latin typeface="Cambria Math" panose="02040503050406030204" pitchFamily="18" charset="0"/>
                      </a:rPr>
                      <m:t>2</m:t>
                    </m:r>
                  </m:oMath>
                </a14:m>
                <a:r>
                  <a:rPr lang="en-GB" dirty="0"/>
                  <a:t> to get the</a:t>
                </a:r>
                <a:r>
                  <a:rPr lang="en-GB" baseline="0" dirty="0"/>
                  <a:t> next power down in the table. </a:t>
                </a:r>
              </a:p>
              <a:p>
                <a:r>
                  <a:rPr lang="en-GB" baseline="0" dirty="0"/>
                  <a:t>Click the black box to reveal the non-positive section of the table (zero included).  It may be worth revealing 0 and reminding the students that anything to the power of </a:t>
                </a:r>
                <a14:m>
                  <m:oMath xmlns:m="http://schemas.openxmlformats.org/officeDocument/2006/math">
                    <m:r>
                      <a:rPr lang="en-GB" b="0" i="1" baseline="0" smtClean="0">
                        <a:latin typeface="Cambria Math" panose="02040503050406030204" pitchFamily="18" charset="0"/>
                      </a:rPr>
                      <m:t>0</m:t>
                    </m:r>
                  </m:oMath>
                </a14:m>
                <a:r>
                  <a:rPr lang="en-GB" baseline="0" dirty="0"/>
                  <a:t> is </a:t>
                </a:r>
                <a14:m>
                  <m:oMath xmlns:m="http://schemas.openxmlformats.org/officeDocument/2006/math">
                    <m:r>
                      <a:rPr lang="en-GB" b="0" i="1" baseline="0" smtClean="0">
                        <a:latin typeface="Cambria Math" panose="02040503050406030204" pitchFamily="18" charset="0"/>
                      </a:rPr>
                      <m:t>1</m:t>
                    </m:r>
                  </m:oMath>
                </a14:m>
                <a:r>
                  <a:rPr lang="en-GB" baseline="0" dirty="0"/>
                  <a:t>.</a:t>
                </a:r>
              </a:p>
            </p:txBody>
          </p:sp>
        </mc:Choice>
        <mc:Fallback xmlns="">
          <p:sp>
            <p:nvSpPr>
              <p:cNvPr id="3" name="Notes Placeholder 2"/>
              <p:cNvSpPr>
                <a:spLocks noGrp="1"/>
              </p:cNvSpPr>
              <p:nvPr>
                <p:ph type="body" idx="1"/>
              </p:nvPr>
            </p:nvSpPr>
            <p:spPr/>
            <p:txBody>
              <a:bodyPr/>
              <a:lstStyle/>
              <a:p>
                <a:r>
                  <a:rPr lang="en-GB" dirty="0"/>
                  <a:t>Ask the students to spot the pattern of dividing by </a:t>
                </a:r>
                <a:r>
                  <a:rPr lang="en-GB" b="0" i="0">
                    <a:latin typeface="Cambria Math" panose="02040503050406030204" pitchFamily="18" charset="0"/>
                  </a:rPr>
                  <a:t>2</a:t>
                </a:r>
                <a:r>
                  <a:rPr lang="en-GB" dirty="0"/>
                  <a:t> to get the</a:t>
                </a:r>
                <a:r>
                  <a:rPr lang="en-GB" baseline="0" dirty="0"/>
                  <a:t> next power down in the table. </a:t>
                </a:r>
              </a:p>
              <a:p>
                <a:r>
                  <a:rPr lang="en-GB" baseline="0" dirty="0"/>
                  <a:t>Click the black box to reveal the non-positive section of the table (zero included).  It may be worth revealing 0 and reminding the students that anything to the power of </a:t>
                </a:r>
                <a:r>
                  <a:rPr lang="en-GB" b="0" i="0" baseline="0">
                    <a:latin typeface="Cambria Math" panose="02040503050406030204" pitchFamily="18" charset="0"/>
                  </a:rPr>
                  <a:t>0</a:t>
                </a:r>
                <a:r>
                  <a:rPr lang="en-GB" baseline="0" dirty="0"/>
                  <a:t> is </a:t>
                </a:r>
                <a:r>
                  <a:rPr lang="en-GB" b="0" i="0" baseline="0">
                    <a:latin typeface="Cambria Math" panose="02040503050406030204" pitchFamily="18" charset="0"/>
                  </a:rPr>
                  <a:t>1</a:t>
                </a:r>
                <a:r>
                  <a:rPr lang="en-GB" baseline="0" dirty="0"/>
                  <a:t>.</a:t>
                </a:r>
              </a:p>
              <a:p>
                <a:r>
                  <a:rPr lang="en-GB" baseline="0" dirty="0"/>
                  <a:t>When you click the green box next to </a:t>
                </a:r>
                <a:r>
                  <a:rPr lang="en-GB" b="0" i="0" baseline="0">
                    <a:latin typeface="Cambria Math" panose="02040503050406030204" pitchFamily="18" charset="0"/>
                  </a:rPr>
                  <a:t>2^(−4)</a:t>
                </a:r>
                <a:r>
                  <a:rPr lang="en-GB" baseline="0" dirty="0"/>
                  <a:t> a final question is revealed, prompting the students to spot the relationship between positive and negative powers. This should lead to a discussion about the reciprocal, especially as it should be in their heads from the starter.</a:t>
                </a:r>
              </a:p>
            </p:txBody>
          </p:sp>
        </mc:Fallback>
      </mc:AlternateContent>
      <p:sp>
        <p:nvSpPr>
          <p:cNvPr id="4" name="Slide Number Placeholder 3">
            <a:extLst>
              <a:ext uri="{FF2B5EF4-FFF2-40B4-BE49-F238E27FC236}">
                <a16:creationId xmlns:a16="http://schemas.microsoft.com/office/drawing/2014/main" id="{7F93D49A-0391-7748-B3F1-5A4FDC5EF8A7}"/>
              </a:ext>
            </a:extLst>
          </p:cNvPr>
          <p:cNvSpPr>
            <a:spLocks noGrp="1"/>
          </p:cNvSpPr>
          <p:nvPr>
            <p:ph type="sldNum" sz="quarter" idx="5"/>
          </p:nvPr>
        </p:nvSpPr>
        <p:spPr/>
        <p:txBody>
          <a:bodyPr/>
          <a:lstStyle/>
          <a:p>
            <a:fld id="{EA3D3350-E27F-4E44-B184-6E0E019F0BE0}" type="slidenum">
              <a:rPr lang="en-GB" smtClean="0"/>
              <a:t>6</a:t>
            </a:fld>
            <a:endParaRPr lang="en-GB"/>
          </a:p>
        </p:txBody>
      </p:sp>
    </p:spTree>
    <p:extLst>
      <p:ext uri="{BB962C8B-B14F-4D97-AF65-F5344CB8AC3E}">
        <p14:creationId xmlns:p14="http://schemas.microsoft.com/office/powerpoint/2010/main" val="3239995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Looking at the power of zero, and proving it with index laws.</a:t>
            </a:r>
          </a:p>
        </p:txBody>
      </p:sp>
      <p:sp>
        <p:nvSpPr>
          <p:cNvPr id="4" name="Slide Number Placeholder 3"/>
          <p:cNvSpPr>
            <a:spLocks noGrp="1"/>
          </p:cNvSpPr>
          <p:nvPr>
            <p:ph type="sldNum" sz="quarter" idx="5"/>
          </p:nvPr>
        </p:nvSpPr>
        <p:spPr/>
        <p:txBody>
          <a:bodyPr/>
          <a:lstStyle/>
          <a:p>
            <a:fld id="{EA3D3350-E27F-4E44-B184-6E0E019F0BE0}" type="slidenum">
              <a:rPr lang="en-GB" smtClean="0"/>
              <a:t>7</a:t>
            </a:fld>
            <a:endParaRPr lang="en-GB"/>
          </a:p>
        </p:txBody>
      </p:sp>
    </p:spTree>
    <p:extLst>
      <p:ext uri="{BB962C8B-B14F-4D97-AF65-F5344CB8AC3E}">
        <p14:creationId xmlns:p14="http://schemas.microsoft.com/office/powerpoint/2010/main" val="18799185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Teacher Notes</a:t>
            </a:r>
          </a:p>
          <a:p>
            <a:endParaRPr lang="en-GB" b="1" dirty="0"/>
          </a:p>
          <a:p>
            <a:r>
              <a:rPr lang="en-GB" b="0" dirty="0"/>
              <a:t>Quickfire questions to assess understanding that anything to the power of 0 is 1.</a:t>
            </a:r>
          </a:p>
          <a:p>
            <a:endParaRPr lang="en-GB" dirty="0"/>
          </a:p>
        </p:txBody>
      </p:sp>
      <p:sp>
        <p:nvSpPr>
          <p:cNvPr id="4" name="Slide Number Placeholder 3"/>
          <p:cNvSpPr>
            <a:spLocks noGrp="1"/>
          </p:cNvSpPr>
          <p:nvPr>
            <p:ph type="sldNum" sz="quarter" idx="5"/>
          </p:nvPr>
        </p:nvSpPr>
        <p:spPr/>
        <p:txBody>
          <a:bodyPr/>
          <a:lstStyle/>
          <a:p>
            <a:fld id="{EA3D3350-E27F-4E44-B184-6E0E019F0BE0}" type="slidenum">
              <a:rPr lang="en-GB" smtClean="0"/>
              <a:t>8</a:t>
            </a:fld>
            <a:endParaRPr lang="en-GB"/>
          </a:p>
        </p:txBody>
      </p:sp>
    </p:spTree>
    <p:extLst>
      <p:ext uri="{BB962C8B-B14F-4D97-AF65-F5344CB8AC3E}">
        <p14:creationId xmlns:p14="http://schemas.microsoft.com/office/powerpoint/2010/main" val="3484939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Introduction to numbers to the power of -1 and relating this to reciprocals.</a:t>
            </a:r>
          </a:p>
        </p:txBody>
      </p:sp>
      <p:sp>
        <p:nvSpPr>
          <p:cNvPr id="4" name="Slide Number Placeholder 3"/>
          <p:cNvSpPr>
            <a:spLocks noGrp="1"/>
          </p:cNvSpPr>
          <p:nvPr>
            <p:ph type="sldNum" sz="quarter" idx="5"/>
          </p:nvPr>
        </p:nvSpPr>
        <p:spPr/>
        <p:txBody>
          <a:bodyPr/>
          <a:lstStyle/>
          <a:p>
            <a:fld id="{EA3D3350-E27F-4E44-B184-6E0E019F0BE0}" type="slidenum">
              <a:rPr lang="en-GB" smtClean="0"/>
              <a:t>9</a:t>
            </a:fld>
            <a:endParaRPr lang="en-GB"/>
          </a:p>
        </p:txBody>
      </p:sp>
    </p:spTree>
    <p:extLst>
      <p:ext uri="{BB962C8B-B14F-4D97-AF65-F5344CB8AC3E}">
        <p14:creationId xmlns:p14="http://schemas.microsoft.com/office/powerpoint/2010/main" val="3207457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examples, followed by two TYU questions.</a:t>
            </a:r>
          </a:p>
        </p:txBody>
      </p:sp>
      <p:sp>
        <p:nvSpPr>
          <p:cNvPr id="4" name="Slide Number Placeholder 3"/>
          <p:cNvSpPr>
            <a:spLocks noGrp="1"/>
          </p:cNvSpPr>
          <p:nvPr>
            <p:ph type="sldNum" sz="quarter" idx="5"/>
          </p:nvPr>
        </p:nvSpPr>
        <p:spPr/>
        <p:txBody>
          <a:bodyPr/>
          <a:lstStyle/>
          <a:p>
            <a:fld id="{EA3D3350-E27F-4E44-B184-6E0E019F0BE0}" type="slidenum">
              <a:rPr lang="en-GB" smtClean="0"/>
              <a:t>10</a:t>
            </a:fld>
            <a:endParaRPr lang="en-GB"/>
          </a:p>
        </p:txBody>
      </p:sp>
    </p:spTree>
    <p:extLst>
      <p:ext uri="{BB962C8B-B14F-4D97-AF65-F5344CB8AC3E}">
        <p14:creationId xmlns:p14="http://schemas.microsoft.com/office/powerpoint/2010/main" val="777462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examples (one fraction and one decimal), followed by two TYU questions.</a:t>
            </a:r>
          </a:p>
        </p:txBody>
      </p:sp>
      <p:sp>
        <p:nvSpPr>
          <p:cNvPr id="4" name="Slide Number Placeholder 3"/>
          <p:cNvSpPr>
            <a:spLocks noGrp="1"/>
          </p:cNvSpPr>
          <p:nvPr>
            <p:ph type="sldNum" sz="quarter" idx="5"/>
          </p:nvPr>
        </p:nvSpPr>
        <p:spPr/>
        <p:txBody>
          <a:bodyPr/>
          <a:lstStyle/>
          <a:p>
            <a:fld id="{EA3D3350-E27F-4E44-B184-6E0E019F0BE0}" type="slidenum">
              <a:rPr lang="en-GB" smtClean="0"/>
              <a:t>11</a:t>
            </a:fld>
            <a:endParaRPr lang="en-GB"/>
          </a:p>
        </p:txBody>
      </p:sp>
    </p:spTree>
    <p:extLst>
      <p:ext uri="{BB962C8B-B14F-4D97-AF65-F5344CB8AC3E}">
        <p14:creationId xmlns:p14="http://schemas.microsoft.com/office/powerpoint/2010/main" val="40891094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Four quickfire questions, non calculator, designed to be done on mini whiteboards.</a:t>
            </a:r>
          </a:p>
        </p:txBody>
      </p:sp>
      <p:sp>
        <p:nvSpPr>
          <p:cNvPr id="4" name="Slide Number Placeholder 3"/>
          <p:cNvSpPr>
            <a:spLocks noGrp="1"/>
          </p:cNvSpPr>
          <p:nvPr>
            <p:ph type="sldNum" sz="quarter" idx="5"/>
          </p:nvPr>
        </p:nvSpPr>
        <p:spPr/>
        <p:txBody>
          <a:bodyPr/>
          <a:lstStyle/>
          <a:p>
            <a:fld id="{EA3D3350-E27F-4E44-B184-6E0E019F0BE0}" type="slidenum">
              <a:rPr lang="en-GB" smtClean="0"/>
              <a:t>12</a:t>
            </a:fld>
            <a:endParaRPr lang="en-GB"/>
          </a:p>
        </p:txBody>
      </p:sp>
    </p:spTree>
    <p:extLst>
      <p:ext uri="{BB962C8B-B14F-4D97-AF65-F5344CB8AC3E}">
        <p14:creationId xmlns:p14="http://schemas.microsoft.com/office/powerpoint/2010/main" val="2359297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 very subtle ‘who is correct’.</a:t>
                </a:r>
              </a:p>
              <a:p>
                <a:r>
                  <a:rPr lang="en-GB" dirty="0"/>
                  <a:t>Both students have the same answer, but one comes from incorrect working.</a:t>
                </a:r>
              </a:p>
              <a:p>
                <a:r>
                  <a:rPr lang="en-GB" dirty="0"/>
                  <a:t>Basma is incorrect because she has assumed that the negative (or multiplication by </a:t>
                </a:r>
                <a14:m>
                  <m:oMath xmlns:m="http://schemas.openxmlformats.org/officeDocument/2006/math">
                    <m:r>
                      <a:rPr lang="en-GB" b="0" i="1" smtClean="0">
                        <a:latin typeface="Cambria Math" panose="02040503050406030204" pitchFamily="18" charset="0"/>
                      </a:rPr>
                      <m:t>−1</m:t>
                    </m:r>
                  </m:oMath>
                </a14:m>
                <a:r>
                  <a:rPr lang="en-GB" dirty="0"/>
                  <a:t>) takes precedence over the power, whereas the power should be applied first, then the multiplication</a:t>
                </a:r>
                <a:r>
                  <a:rPr lang="en-GB" baseline="0" dirty="0"/>
                  <a:t> by </a:t>
                </a:r>
                <a14:m>
                  <m:oMath xmlns:m="http://schemas.openxmlformats.org/officeDocument/2006/math">
                    <m:r>
                      <a:rPr lang="en-GB" b="0" i="1" baseline="0" smtClean="0">
                        <a:latin typeface="Cambria Math" panose="02040503050406030204" pitchFamily="18" charset="0"/>
                      </a:rPr>
                      <m:t>−1</m:t>
                    </m:r>
                  </m:oMath>
                </a14:m>
                <a:r>
                  <a:rPr lang="en-GB" dirty="0"/>
                  <a:t>.</a:t>
                </a:r>
              </a:p>
            </p:txBody>
          </p:sp>
        </mc:Choice>
        <mc:Fallback xmlns="">
          <p:sp>
            <p:nvSpPr>
              <p:cNvPr id="3" name="Notes Placeholder 2"/>
              <p:cNvSpPr>
                <a:spLocks noGrp="1"/>
              </p:cNvSpPr>
              <p:nvPr>
                <p:ph type="body" idx="1"/>
              </p:nvPr>
            </p:nvSpPr>
            <p:spPr/>
            <p:txBody>
              <a:bodyPr/>
              <a:lstStyle/>
              <a:p>
                <a:r>
                  <a:rPr lang="en-GB" dirty="0"/>
                  <a:t>A very subtle ‘who is correct’.</a:t>
                </a:r>
              </a:p>
              <a:p>
                <a:r>
                  <a:rPr lang="en-GB" dirty="0"/>
                  <a:t>Both students have the same answer, but one comes from incorrect working.</a:t>
                </a:r>
              </a:p>
              <a:p>
                <a:r>
                  <a:rPr lang="en-GB" dirty="0"/>
                  <a:t>Basma is incorrect because she has assumed that the negative (or multiplication by </a:t>
                </a:r>
                <a:r>
                  <a:rPr lang="en-GB" b="0" i="0">
                    <a:latin typeface="Cambria Math" panose="02040503050406030204" pitchFamily="18" charset="0"/>
                  </a:rPr>
                  <a:t>−1</a:t>
                </a:r>
                <a:r>
                  <a:rPr lang="en-GB" dirty="0"/>
                  <a:t>) takes precedence over the power, whereas the power should be applied first, then the multiplication</a:t>
                </a:r>
                <a:r>
                  <a:rPr lang="en-GB" baseline="0" dirty="0"/>
                  <a:t> by </a:t>
                </a:r>
                <a:r>
                  <a:rPr lang="en-GB" b="0" i="0" baseline="0">
                    <a:latin typeface="Cambria Math" panose="02040503050406030204" pitchFamily="18" charset="0"/>
                  </a:rPr>
                  <a:t>−1</a:t>
                </a:r>
                <a:r>
                  <a:rPr lang="en-GB" dirty="0"/>
                  <a:t>.</a:t>
                </a:r>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13</a:t>
            </a:fld>
            <a:endParaRPr lang="en-GB"/>
          </a:p>
        </p:txBody>
      </p:sp>
    </p:spTree>
    <p:extLst>
      <p:ext uri="{BB962C8B-B14F-4D97-AF65-F5344CB8AC3E}">
        <p14:creationId xmlns:p14="http://schemas.microsoft.com/office/powerpoint/2010/main" val="3249740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Ask the students to spot the pattern of dividing by </a:t>
                </a:r>
                <a14:m>
                  <m:oMath xmlns:m="http://schemas.openxmlformats.org/officeDocument/2006/math">
                    <m:r>
                      <a:rPr lang="en-GB" b="0" i="1" smtClean="0">
                        <a:latin typeface="Cambria Math" panose="02040503050406030204" pitchFamily="18" charset="0"/>
                      </a:rPr>
                      <m:t>2</m:t>
                    </m:r>
                  </m:oMath>
                </a14:m>
                <a:r>
                  <a:rPr lang="en-GB" dirty="0"/>
                  <a:t> to get the</a:t>
                </a:r>
                <a:r>
                  <a:rPr lang="en-GB" baseline="0" dirty="0"/>
                  <a:t> next power down in the table. </a:t>
                </a:r>
              </a:p>
              <a:p>
                <a:r>
                  <a:rPr lang="en-GB" baseline="0" dirty="0"/>
                  <a:t>When you click the green box next to </a:t>
                </a:r>
                <a14:m>
                  <m:oMath xmlns:m="http://schemas.openxmlformats.org/officeDocument/2006/math">
                    <m:sSup>
                      <m:sSupPr>
                        <m:ctrlPr>
                          <a:rPr lang="en-GB" b="0" i="1" baseline="0" smtClean="0">
                            <a:latin typeface="Cambria Math" panose="02040503050406030204" pitchFamily="18" charset="0"/>
                          </a:rPr>
                        </m:ctrlPr>
                      </m:sSupPr>
                      <m:e>
                        <m:r>
                          <a:rPr lang="en-GB" b="0" i="1" baseline="0" smtClean="0">
                            <a:latin typeface="Cambria Math" panose="02040503050406030204" pitchFamily="18" charset="0"/>
                          </a:rPr>
                          <m:t>2</m:t>
                        </m:r>
                      </m:e>
                      <m:sup>
                        <m:r>
                          <a:rPr lang="en-GB" b="0" i="1" baseline="0" smtClean="0">
                            <a:latin typeface="Cambria Math" panose="02040503050406030204" pitchFamily="18" charset="0"/>
                          </a:rPr>
                          <m:t>−4</m:t>
                        </m:r>
                      </m:sup>
                    </m:sSup>
                  </m:oMath>
                </a14:m>
                <a:r>
                  <a:rPr lang="en-GB" baseline="0" dirty="0"/>
                  <a:t> a final question is revealed, prompting the students to spot the relationship between positive and negative powers. This should lead to a discussion about the reciprocal, especially as it should be in their heads from the starter.</a:t>
                </a:r>
              </a:p>
            </p:txBody>
          </p:sp>
        </mc:Choice>
        <mc:Fallback xmlns="">
          <p:sp>
            <p:nvSpPr>
              <p:cNvPr id="3" name="Notes Placeholder 2"/>
              <p:cNvSpPr>
                <a:spLocks noGrp="1"/>
              </p:cNvSpPr>
              <p:nvPr>
                <p:ph type="body" idx="1"/>
              </p:nvPr>
            </p:nvSpPr>
            <p:spPr/>
            <p:txBody>
              <a:bodyPr/>
              <a:lstStyle/>
              <a:p>
                <a:r>
                  <a:rPr lang="en-GB" dirty="0"/>
                  <a:t>Ask the students to spot the pattern of dividing by </a:t>
                </a:r>
                <a:r>
                  <a:rPr lang="en-GB" b="0" i="0">
                    <a:latin typeface="Cambria Math" panose="02040503050406030204" pitchFamily="18" charset="0"/>
                  </a:rPr>
                  <a:t>2</a:t>
                </a:r>
                <a:r>
                  <a:rPr lang="en-GB" dirty="0"/>
                  <a:t> to get the</a:t>
                </a:r>
                <a:r>
                  <a:rPr lang="en-GB" baseline="0" dirty="0"/>
                  <a:t> next power down in the table. </a:t>
                </a:r>
              </a:p>
              <a:p>
                <a:r>
                  <a:rPr lang="en-GB" baseline="0" dirty="0"/>
                  <a:t>Click the black box to reveal the non-positive section of the table (zero included).  It may be worth revealing 0 and reminding the students that anything to the power of </a:t>
                </a:r>
                <a:r>
                  <a:rPr lang="en-GB" b="0" i="0" baseline="0">
                    <a:latin typeface="Cambria Math" panose="02040503050406030204" pitchFamily="18" charset="0"/>
                  </a:rPr>
                  <a:t>0</a:t>
                </a:r>
                <a:r>
                  <a:rPr lang="en-GB" baseline="0" dirty="0"/>
                  <a:t> is </a:t>
                </a:r>
                <a:r>
                  <a:rPr lang="en-GB" b="0" i="0" baseline="0">
                    <a:latin typeface="Cambria Math" panose="02040503050406030204" pitchFamily="18" charset="0"/>
                  </a:rPr>
                  <a:t>1</a:t>
                </a:r>
                <a:r>
                  <a:rPr lang="en-GB" baseline="0" dirty="0"/>
                  <a:t>.</a:t>
                </a:r>
              </a:p>
              <a:p>
                <a:r>
                  <a:rPr lang="en-GB" baseline="0" dirty="0"/>
                  <a:t>When you click the green box next to </a:t>
                </a:r>
                <a:r>
                  <a:rPr lang="en-GB" b="0" i="0" baseline="0">
                    <a:latin typeface="Cambria Math" panose="02040503050406030204" pitchFamily="18" charset="0"/>
                  </a:rPr>
                  <a:t>2^(−4)</a:t>
                </a:r>
                <a:r>
                  <a:rPr lang="en-GB" baseline="0" dirty="0"/>
                  <a:t> a final question is revealed, prompting the students to spot the relationship between positive and negative powers. This should lead to a discussion about the reciprocal, especially as it should be in their heads from the starter.</a:t>
                </a:r>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14</a:t>
            </a:fld>
            <a:endParaRPr lang="en-GB"/>
          </a:p>
        </p:txBody>
      </p:sp>
    </p:spTree>
    <p:extLst>
      <p:ext uri="{BB962C8B-B14F-4D97-AF65-F5344CB8AC3E}">
        <p14:creationId xmlns:p14="http://schemas.microsoft.com/office/powerpoint/2010/main" val="204413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Quickfire questions to test their understanding and consolidate the pattern spotting approach. Work from down the left most column first, then down the next column and so on as the questions are designed in this way to get more difficult. </a:t>
            </a:r>
          </a:p>
        </p:txBody>
      </p:sp>
      <p:sp>
        <p:nvSpPr>
          <p:cNvPr id="4" name="Slide Number Placeholder 3"/>
          <p:cNvSpPr>
            <a:spLocks noGrp="1"/>
          </p:cNvSpPr>
          <p:nvPr>
            <p:ph type="sldNum" sz="quarter" idx="5"/>
          </p:nvPr>
        </p:nvSpPr>
        <p:spPr/>
        <p:txBody>
          <a:bodyPr/>
          <a:lstStyle/>
          <a:p>
            <a:fld id="{EA3D3350-E27F-4E44-B184-6E0E019F0BE0}" type="slidenum">
              <a:rPr lang="en-GB" smtClean="0"/>
              <a:t>15</a:t>
            </a:fld>
            <a:endParaRPr lang="en-GB"/>
          </a:p>
        </p:txBody>
      </p:sp>
    </p:spTree>
    <p:extLst>
      <p:ext uri="{BB962C8B-B14F-4D97-AF65-F5344CB8AC3E}">
        <p14:creationId xmlns:p14="http://schemas.microsoft.com/office/powerpoint/2010/main" val="76322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CF095-F646-5389-3FBA-8D6B6CC87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F473E-40B8-447F-9ACB-E0863E137614}"/>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BA55411-BE86-49D6-2E55-1B54F211DA2F}"/>
                  </a:ext>
                </a:extLst>
              </p:cNvPr>
              <p:cNvSpPr>
                <a:spLocks noGrp="1"/>
              </p:cNvSpPr>
              <p:nvPr>
                <p:ph type="body" idx="1"/>
              </p:nvPr>
            </p:nvSpPr>
            <p:spPr/>
            <p:txBody>
              <a:bodyPr/>
              <a:lstStyle/>
              <a:p>
                <a:r>
                  <a:rPr lang="en-GB" dirty="0"/>
                  <a:t>Hannah and Abdi have approached the question in slightly different ways.</a:t>
                </a:r>
              </a:p>
              <a:p>
                <a:endParaRPr lang="en-GB" dirty="0"/>
              </a:p>
              <a:p>
                <a:r>
                  <a:rPr lang="en-GB" dirty="0"/>
                  <a:t>Hannah has first split</a:t>
                </a:r>
                <a:r>
                  <a:rPr lang="en-GB" baseline="0" dirty="0"/>
                  <a:t> the powers to find </a:t>
                </a:r>
                <a14:m>
                  <m:oMath xmlns:m="http://schemas.openxmlformats.org/officeDocument/2006/math">
                    <m:sSup>
                      <m:sSupPr>
                        <m:ctrlPr>
                          <a:rPr lang="en-GB" b="0" i="1" baseline="0" smtClean="0">
                            <a:latin typeface="Cambria Math" panose="02040503050406030204" pitchFamily="18" charset="0"/>
                          </a:rPr>
                        </m:ctrlPr>
                      </m:sSupPr>
                      <m:e>
                        <m:r>
                          <a:rPr lang="en-GB" b="0" i="1" baseline="0" smtClean="0">
                            <a:latin typeface="Cambria Math" panose="02040503050406030204" pitchFamily="18" charset="0"/>
                          </a:rPr>
                          <m:t>4</m:t>
                        </m:r>
                      </m:e>
                      <m:sup>
                        <m:r>
                          <a:rPr lang="en-GB" b="0" i="1" baseline="0" smtClean="0">
                            <a:latin typeface="Cambria Math" panose="02040503050406030204" pitchFamily="18" charset="0"/>
                          </a:rPr>
                          <m:t>3</m:t>
                        </m:r>
                      </m:sup>
                    </m:sSup>
                  </m:oMath>
                </a14:m>
                <a:r>
                  <a:rPr lang="en-GB" dirty="0"/>
                  <a:t> first and then found the reciprocal of</a:t>
                </a:r>
                <a:r>
                  <a:rPr lang="en-GB" baseline="0" dirty="0"/>
                  <a:t> that.</a:t>
                </a:r>
              </a:p>
              <a:p>
                <a:r>
                  <a:rPr lang="en-GB" baseline="0" dirty="0"/>
                  <a:t>Abdi has found the reciprocal of 4 first, and then cubed it.</a:t>
                </a:r>
              </a:p>
              <a:p>
                <a:endParaRPr lang="en-GB" baseline="0" dirty="0"/>
              </a:p>
              <a:p>
                <a:r>
                  <a:rPr lang="en-GB" baseline="0" dirty="0"/>
                  <a:t>Both are completely valid methods and either can be used to find the value of terms with a negative exponent.</a:t>
                </a:r>
                <a:endParaRPr lang="en-GB" dirty="0"/>
              </a:p>
            </p:txBody>
          </p:sp>
        </mc:Choice>
        <mc:Fallback xmlns="">
          <p:sp>
            <p:nvSpPr>
              <p:cNvPr id="3" name="Notes Placeholder 2">
                <a:extLst>
                  <a:ext uri="{FF2B5EF4-FFF2-40B4-BE49-F238E27FC236}">
                    <a16:creationId xmlns:a16="http://schemas.microsoft.com/office/drawing/2014/main" id="{BBA55411-BE86-49D6-2E55-1B54F211DA2F}"/>
                  </a:ext>
                </a:extLst>
              </p:cNvPr>
              <p:cNvSpPr>
                <a:spLocks noGrp="1"/>
              </p:cNvSpPr>
              <p:nvPr>
                <p:ph type="body" idx="1"/>
              </p:nvPr>
            </p:nvSpPr>
            <p:spPr/>
            <p:txBody>
              <a:bodyPr/>
              <a:lstStyle/>
              <a:p>
                <a:r>
                  <a:rPr lang="en-GB" dirty="0"/>
                  <a:t>Hannah and Abdi have approached the question in slightly different ways.</a:t>
                </a:r>
              </a:p>
              <a:p>
                <a:endParaRPr lang="en-GB" dirty="0"/>
              </a:p>
              <a:p>
                <a:r>
                  <a:rPr lang="en-GB" dirty="0"/>
                  <a:t>Hannah has first split</a:t>
                </a:r>
                <a:r>
                  <a:rPr lang="en-GB" baseline="0" dirty="0"/>
                  <a:t> the powers to find </a:t>
                </a:r>
                <a:r>
                  <a:rPr lang="en-GB" b="0" i="0" baseline="0">
                    <a:latin typeface="Cambria Math" panose="02040503050406030204" pitchFamily="18" charset="0"/>
                  </a:rPr>
                  <a:t>4^3</a:t>
                </a:r>
                <a:r>
                  <a:rPr lang="en-GB" dirty="0"/>
                  <a:t> first and then found the reciprocal of</a:t>
                </a:r>
                <a:r>
                  <a:rPr lang="en-GB" baseline="0" dirty="0"/>
                  <a:t> that.</a:t>
                </a:r>
              </a:p>
              <a:p>
                <a:r>
                  <a:rPr lang="en-GB" baseline="0" dirty="0"/>
                  <a:t>Abdi has found the reciprocal of 4 first, and then cubed it.</a:t>
                </a:r>
              </a:p>
              <a:p>
                <a:endParaRPr lang="en-GB" baseline="0" dirty="0"/>
              </a:p>
              <a:p>
                <a:r>
                  <a:rPr lang="en-GB" baseline="0" dirty="0"/>
                  <a:t>Both are completely valid methods and either can be used to find the value of terms with a negative exponent.</a:t>
                </a:r>
                <a:endParaRPr lang="en-GB" dirty="0"/>
              </a:p>
            </p:txBody>
          </p:sp>
        </mc:Fallback>
      </mc:AlternateContent>
      <p:sp>
        <p:nvSpPr>
          <p:cNvPr id="4" name="Slide Number Placeholder 3">
            <a:extLst>
              <a:ext uri="{FF2B5EF4-FFF2-40B4-BE49-F238E27FC236}">
                <a16:creationId xmlns:a16="http://schemas.microsoft.com/office/drawing/2014/main" id="{C0E18575-2264-399C-0498-D6D806D82F91}"/>
              </a:ext>
            </a:extLst>
          </p:cNvPr>
          <p:cNvSpPr>
            <a:spLocks noGrp="1"/>
          </p:cNvSpPr>
          <p:nvPr>
            <p:ph type="sldNum" sz="quarter" idx="5"/>
          </p:nvPr>
        </p:nvSpPr>
        <p:spPr/>
        <p:txBody>
          <a:bodyPr/>
          <a:lstStyle/>
          <a:p>
            <a:fld id="{EA3D3350-E27F-4E44-B184-6E0E019F0BE0}" type="slidenum">
              <a:rPr lang="en-GB" smtClean="0"/>
              <a:t>17</a:t>
            </a:fld>
            <a:endParaRPr lang="en-GB"/>
          </a:p>
        </p:txBody>
      </p:sp>
    </p:spTree>
    <p:extLst>
      <p:ext uri="{BB962C8B-B14F-4D97-AF65-F5344CB8AC3E}">
        <p14:creationId xmlns:p14="http://schemas.microsoft.com/office/powerpoint/2010/main" val="1844046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examples, followed by two TYU questions.</a:t>
            </a:r>
          </a:p>
        </p:txBody>
      </p:sp>
      <p:sp>
        <p:nvSpPr>
          <p:cNvPr id="4" name="Slide Number Placeholder 3"/>
          <p:cNvSpPr>
            <a:spLocks noGrp="1"/>
          </p:cNvSpPr>
          <p:nvPr>
            <p:ph type="sldNum" sz="quarter" idx="5"/>
          </p:nvPr>
        </p:nvSpPr>
        <p:spPr/>
        <p:txBody>
          <a:bodyPr/>
          <a:lstStyle/>
          <a:p>
            <a:fld id="{EA3D3350-E27F-4E44-B184-6E0E019F0BE0}" type="slidenum">
              <a:rPr lang="en-GB" smtClean="0"/>
              <a:t>18</a:t>
            </a:fld>
            <a:endParaRPr lang="en-GB"/>
          </a:p>
        </p:txBody>
      </p:sp>
    </p:spTree>
    <p:extLst>
      <p:ext uri="{BB962C8B-B14F-4D97-AF65-F5344CB8AC3E}">
        <p14:creationId xmlns:p14="http://schemas.microsoft.com/office/powerpoint/2010/main" val="1651791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examples (one fraction and one decimal), followed by two TYU questions.</a:t>
            </a:r>
          </a:p>
        </p:txBody>
      </p:sp>
      <p:sp>
        <p:nvSpPr>
          <p:cNvPr id="4" name="Slide Number Placeholder 3"/>
          <p:cNvSpPr>
            <a:spLocks noGrp="1"/>
          </p:cNvSpPr>
          <p:nvPr>
            <p:ph type="sldNum" sz="quarter" idx="5"/>
          </p:nvPr>
        </p:nvSpPr>
        <p:spPr/>
        <p:txBody>
          <a:bodyPr/>
          <a:lstStyle/>
          <a:p>
            <a:fld id="{EA3D3350-E27F-4E44-B184-6E0E019F0BE0}" type="slidenum">
              <a:rPr lang="en-GB" smtClean="0"/>
              <a:t>19</a:t>
            </a:fld>
            <a:endParaRPr lang="en-GB"/>
          </a:p>
        </p:txBody>
      </p:sp>
    </p:spTree>
    <p:extLst>
      <p:ext uri="{BB962C8B-B14F-4D97-AF65-F5344CB8AC3E}">
        <p14:creationId xmlns:p14="http://schemas.microsoft.com/office/powerpoint/2010/main" val="30953729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Four quickfire questions, non calculator, designed to be done on mini whiteboards.</a:t>
            </a:r>
          </a:p>
        </p:txBody>
      </p:sp>
      <p:sp>
        <p:nvSpPr>
          <p:cNvPr id="4" name="Slide Number Placeholder 3"/>
          <p:cNvSpPr>
            <a:spLocks noGrp="1"/>
          </p:cNvSpPr>
          <p:nvPr>
            <p:ph type="sldNum" sz="quarter" idx="5"/>
          </p:nvPr>
        </p:nvSpPr>
        <p:spPr/>
        <p:txBody>
          <a:bodyPr/>
          <a:lstStyle/>
          <a:p>
            <a:fld id="{EA3D3350-E27F-4E44-B184-6E0E019F0BE0}" type="slidenum">
              <a:rPr lang="en-GB" smtClean="0"/>
              <a:t>20</a:t>
            </a:fld>
            <a:endParaRPr lang="en-GB"/>
          </a:p>
        </p:txBody>
      </p:sp>
    </p:spTree>
    <p:extLst>
      <p:ext uri="{BB962C8B-B14F-4D97-AF65-F5344CB8AC3E}">
        <p14:creationId xmlns:p14="http://schemas.microsoft.com/office/powerpoint/2010/main" val="3249740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 Common misconception, multiplying the index by the base.</a:t>
                </a:r>
              </a:p>
              <a:p>
                <a:r>
                  <a:rPr lang="en-GB" dirty="0"/>
                  <a:t>B: Possible misread of the question – could have read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1</m:t>
                        </m:r>
                      </m:sup>
                    </m:sSup>
                  </m:oMath>
                </a14:m>
                <a:endParaRPr lang="en-GB" dirty="0"/>
              </a:p>
              <a:p>
                <a:r>
                  <a:rPr lang="en-GB" dirty="0"/>
                  <a:t>C: Correct</a:t>
                </a:r>
              </a:p>
              <a:p>
                <a:r>
                  <a:rPr lang="en-GB" dirty="0"/>
                  <a:t>D:</a:t>
                </a:r>
                <a:r>
                  <a:rPr lang="en-GB" baseline="0" dirty="0"/>
                  <a:t> Correctly remembered to do the reciprocal, but then written the answer as a negative, possibly similar thoughts to option A.</a:t>
                </a:r>
                <a:endParaRPr lang="en-GB" dirty="0"/>
              </a:p>
            </p:txBody>
          </p:sp>
        </mc:Choice>
        <mc:Fallback xmlns="">
          <p:sp>
            <p:nvSpPr>
              <p:cNvPr id="3" name="Notes Placeholder 2"/>
              <p:cNvSpPr>
                <a:spLocks noGrp="1"/>
              </p:cNvSpPr>
              <p:nvPr>
                <p:ph type="body" idx="1"/>
              </p:nvPr>
            </p:nvSpPr>
            <p:spPr/>
            <p:txBody>
              <a:bodyPr/>
              <a:lstStyle/>
              <a:p>
                <a:r>
                  <a:rPr lang="en-GB" dirty="0"/>
                  <a:t>A: Common misconception, multiplying the index by the base.</a:t>
                </a:r>
              </a:p>
              <a:p>
                <a:r>
                  <a:rPr lang="en-GB" dirty="0"/>
                  <a:t>B: Possible misread of the question – could have read </a:t>
                </a:r>
                <a:r>
                  <a:rPr lang="en-GB" b="0" i="0">
                    <a:latin typeface="Cambria Math" panose="02040503050406030204" pitchFamily="18" charset="0"/>
                  </a:rPr>
                  <a:t>5^1</a:t>
                </a:r>
                <a:endParaRPr lang="en-GB" dirty="0"/>
              </a:p>
              <a:p>
                <a:r>
                  <a:rPr lang="en-GB" dirty="0"/>
                  <a:t>C: Correct</a:t>
                </a:r>
              </a:p>
              <a:p>
                <a:r>
                  <a:rPr lang="en-GB" dirty="0"/>
                  <a:t>D:</a:t>
                </a:r>
                <a:r>
                  <a:rPr lang="en-GB" baseline="0" dirty="0"/>
                  <a:t> Correctly remembered to do the reciprocal, but then written the answer as a negative, possibly similar thoughts to option A.</a:t>
                </a:r>
                <a:endParaRPr lang="en-GB" dirty="0"/>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21</a:t>
            </a:fld>
            <a:endParaRPr lang="en-GB"/>
          </a:p>
        </p:txBody>
      </p:sp>
    </p:spTree>
    <p:extLst>
      <p:ext uri="{BB962C8B-B14F-4D97-AF65-F5344CB8AC3E}">
        <p14:creationId xmlns:p14="http://schemas.microsoft.com/office/powerpoint/2010/main" val="3570633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 Correct</a:t>
                </a:r>
              </a:p>
              <a:p>
                <a:r>
                  <a:rPr lang="en-GB" dirty="0"/>
                  <a:t>B: Cubed </a:t>
                </a:r>
                <a14:m>
                  <m:oMath xmlns:m="http://schemas.openxmlformats.org/officeDocument/2006/math">
                    <m:r>
                      <a:rPr lang="en-GB" b="0" i="1" smtClean="0">
                        <a:latin typeface="Cambria Math" panose="02040503050406030204" pitchFamily="18" charset="0"/>
                      </a:rPr>
                      <m:t>3</m:t>
                    </m:r>
                  </m:oMath>
                </a14:m>
                <a:r>
                  <a:rPr lang="en-GB" dirty="0"/>
                  <a:t> rather than raising</a:t>
                </a:r>
                <a:r>
                  <a:rPr lang="en-GB" baseline="0" dirty="0"/>
                  <a:t> to a power of </a:t>
                </a:r>
                <a14:m>
                  <m:oMath xmlns:m="http://schemas.openxmlformats.org/officeDocument/2006/math">
                    <m:r>
                      <a:rPr lang="en-GB" b="0" i="1" baseline="0" smtClean="0">
                        <a:latin typeface="Cambria Math" panose="02040503050406030204" pitchFamily="18" charset="0"/>
                      </a:rPr>
                      <m:t>−3</m:t>
                    </m:r>
                  </m:oMath>
                </a14:m>
                <a:endParaRPr lang="en-GB" dirty="0"/>
              </a:p>
              <a:p>
                <a:r>
                  <a:rPr lang="en-GB" dirty="0"/>
                  <a:t>C: Found the reciprocal, but has not applied the cube part of the power</a:t>
                </a:r>
              </a:p>
              <a:p>
                <a:r>
                  <a:rPr lang="en-GB" dirty="0"/>
                  <a:t>D: Almost correct, included the negative too – common misconception</a:t>
                </a:r>
              </a:p>
              <a:p>
                <a:endParaRPr lang="en-GB" dirty="0"/>
              </a:p>
            </p:txBody>
          </p:sp>
        </mc:Choice>
        <mc:Fallback xmlns="">
          <p:sp>
            <p:nvSpPr>
              <p:cNvPr id="3" name="Notes Placeholder 2"/>
              <p:cNvSpPr>
                <a:spLocks noGrp="1"/>
              </p:cNvSpPr>
              <p:nvPr>
                <p:ph type="body" idx="1"/>
              </p:nvPr>
            </p:nvSpPr>
            <p:spPr/>
            <p:txBody>
              <a:bodyPr/>
              <a:lstStyle/>
              <a:p>
                <a:r>
                  <a:rPr lang="en-GB" dirty="0"/>
                  <a:t>A: Correct</a:t>
                </a:r>
              </a:p>
              <a:p>
                <a:r>
                  <a:rPr lang="en-GB" dirty="0"/>
                  <a:t>B: Cubed </a:t>
                </a:r>
                <a:r>
                  <a:rPr lang="en-GB" b="0" i="0">
                    <a:latin typeface="Cambria Math" panose="02040503050406030204" pitchFamily="18" charset="0"/>
                  </a:rPr>
                  <a:t>3</a:t>
                </a:r>
                <a:r>
                  <a:rPr lang="en-GB" dirty="0"/>
                  <a:t> rather than raising</a:t>
                </a:r>
                <a:r>
                  <a:rPr lang="en-GB" baseline="0" dirty="0"/>
                  <a:t> to a power of </a:t>
                </a:r>
                <a:r>
                  <a:rPr lang="en-GB" b="0" i="0" baseline="0">
                    <a:latin typeface="Cambria Math" panose="02040503050406030204" pitchFamily="18" charset="0"/>
                  </a:rPr>
                  <a:t>−3</a:t>
                </a:r>
                <a:endParaRPr lang="en-GB" dirty="0"/>
              </a:p>
              <a:p>
                <a:r>
                  <a:rPr lang="en-GB" dirty="0"/>
                  <a:t>C: Found the reciprocal, but has not applied the cube part of the power</a:t>
                </a:r>
              </a:p>
              <a:p>
                <a:r>
                  <a:rPr lang="en-GB" dirty="0"/>
                  <a:t>D: Almost correct, included the negative too – common misconception</a:t>
                </a:r>
              </a:p>
              <a:p>
                <a:endParaRPr lang="en-GB" dirty="0"/>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22</a:t>
            </a:fld>
            <a:endParaRPr lang="en-GB"/>
          </a:p>
        </p:txBody>
      </p:sp>
    </p:spTree>
    <p:extLst>
      <p:ext uri="{BB962C8B-B14F-4D97-AF65-F5344CB8AC3E}">
        <p14:creationId xmlns:p14="http://schemas.microsoft.com/office/powerpoint/2010/main" val="3991546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 Incorrect</a:t>
                </a:r>
              </a:p>
              <a:p>
                <a:r>
                  <a:rPr lang="en-GB" dirty="0"/>
                  <a:t>B: Remembered to do the reciprocal, but has forgotten the negative in this case. The reciprocal of </a:t>
                </a:r>
                <a14:m>
                  <m:oMath xmlns:m="http://schemas.openxmlformats.org/officeDocument/2006/math">
                    <m:r>
                      <a:rPr lang="en-GB" b="0" i="1" smtClean="0">
                        <a:latin typeface="Cambria Math" panose="02040503050406030204" pitchFamily="18" charset="0"/>
                      </a:rPr>
                      <m:t>−100 </m:t>
                    </m:r>
                  </m:oMath>
                </a14:m>
                <a:r>
                  <a:rPr lang="en-GB" dirty="0"/>
                  <a:t>is </a:t>
                </a:r>
                <a14:m>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100</m:t>
                        </m:r>
                      </m:den>
                    </m:f>
                  </m:oMath>
                </a14:m>
                <a:endParaRPr lang="en-GB" dirty="0"/>
              </a:p>
              <a:p>
                <a:r>
                  <a:rPr lang="en-GB" dirty="0"/>
                  <a:t>C: Multiplied the index by the base – common misconception</a:t>
                </a:r>
              </a:p>
              <a:p>
                <a:r>
                  <a:rPr lang="en-GB" dirty="0"/>
                  <a:t>D: Correct</a:t>
                </a:r>
              </a:p>
              <a:p>
                <a:endParaRPr lang="en-GB" dirty="0"/>
              </a:p>
            </p:txBody>
          </p:sp>
        </mc:Choice>
        <mc:Fallback xmlns="">
          <p:sp>
            <p:nvSpPr>
              <p:cNvPr id="3" name="Notes Placeholder 2"/>
              <p:cNvSpPr>
                <a:spLocks noGrp="1"/>
              </p:cNvSpPr>
              <p:nvPr>
                <p:ph type="body" idx="1"/>
              </p:nvPr>
            </p:nvSpPr>
            <p:spPr/>
            <p:txBody>
              <a:bodyPr/>
              <a:lstStyle/>
              <a:p>
                <a:r>
                  <a:rPr lang="en-GB" dirty="0"/>
                  <a:t>A: Incorrect</a:t>
                </a:r>
              </a:p>
              <a:p>
                <a:r>
                  <a:rPr lang="en-GB" dirty="0"/>
                  <a:t>B: Remembered to do the reciprocal, but has forgotten the negative in this case. The reciprocal of </a:t>
                </a:r>
                <a:r>
                  <a:rPr lang="en-GB" b="0" i="0">
                    <a:latin typeface="Cambria Math" panose="02040503050406030204" pitchFamily="18" charset="0"/>
                  </a:rPr>
                  <a:t>−100 </a:t>
                </a:r>
                <a:r>
                  <a:rPr lang="en-GB" dirty="0"/>
                  <a:t>is </a:t>
                </a:r>
                <a:r>
                  <a:rPr lang="en-GB" b="0" i="0">
                    <a:latin typeface="Cambria Math" panose="02040503050406030204" pitchFamily="18" charset="0"/>
                  </a:rPr>
                  <a:t>−1/100</a:t>
                </a:r>
                <a:endParaRPr lang="en-GB" dirty="0"/>
              </a:p>
              <a:p>
                <a:r>
                  <a:rPr lang="en-GB" dirty="0"/>
                  <a:t>C: Multiplied the index by the base – common misconception</a:t>
                </a:r>
              </a:p>
              <a:p>
                <a:r>
                  <a:rPr lang="en-GB" dirty="0"/>
                  <a:t>D: Correct</a:t>
                </a:r>
              </a:p>
              <a:p>
                <a:endParaRPr lang="en-GB" dirty="0"/>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23</a:t>
            </a:fld>
            <a:endParaRPr lang="en-GB"/>
          </a:p>
        </p:txBody>
      </p:sp>
    </p:spTree>
    <p:extLst>
      <p:ext uri="{BB962C8B-B14F-4D97-AF65-F5344CB8AC3E}">
        <p14:creationId xmlns:p14="http://schemas.microsoft.com/office/powerpoint/2010/main" val="290063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 Found the reciprocal, but incorrectly squared </a:t>
                </a:r>
                <a14:m>
                  <m:oMath xmlns:m="http://schemas.openxmlformats.org/officeDocument/2006/math">
                    <m:r>
                      <a:rPr lang="en-GB" b="0" i="1" smtClean="0">
                        <a:latin typeface="Cambria Math" panose="02040503050406030204" pitchFamily="18" charset="0"/>
                      </a:rPr>
                      <m:t>9</m:t>
                    </m:r>
                  </m:oMath>
                </a14:m>
                <a:endParaRPr lang="en-GB" dirty="0"/>
              </a:p>
              <a:p>
                <a:r>
                  <a:rPr lang="en-GB" dirty="0"/>
                  <a:t>B: Attempted to square the fraction, but has not found the reciprocal. Included the negative too.</a:t>
                </a:r>
              </a:p>
              <a:p>
                <a:r>
                  <a:rPr lang="en-GB" dirty="0"/>
                  <a:t>C: Attempted to square the fraction, but has not found the reciprocal</a:t>
                </a:r>
              </a:p>
              <a:p>
                <a:r>
                  <a:rPr lang="en-GB" dirty="0"/>
                  <a:t>D: Correct</a:t>
                </a:r>
              </a:p>
              <a:p>
                <a:endParaRPr lang="en-GB" dirty="0"/>
              </a:p>
            </p:txBody>
          </p:sp>
        </mc:Choice>
        <mc:Fallback xmlns="">
          <p:sp>
            <p:nvSpPr>
              <p:cNvPr id="3" name="Notes Placeholder 2"/>
              <p:cNvSpPr>
                <a:spLocks noGrp="1"/>
              </p:cNvSpPr>
              <p:nvPr>
                <p:ph type="body" idx="1"/>
              </p:nvPr>
            </p:nvSpPr>
            <p:spPr/>
            <p:txBody>
              <a:bodyPr/>
              <a:lstStyle/>
              <a:p>
                <a:r>
                  <a:rPr lang="en-GB" dirty="0"/>
                  <a:t>A: Found the reciprocal, but incorrectly squared </a:t>
                </a:r>
                <a:r>
                  <a:rPr lang="en-GB" b="0" i="0">
                    <a:latin typeface="Cambria Math" panose="02040503050406030204" pitchFamily="18" charset="0"/>
                  </a:rPr>
                  <a:t>9</a:t>
                </a:r>
                <a:endParaRPr lang="en-GB" dirty="0"/>
              </a:p>
              <a:p>
                <a:r>
                  <a:rPr lang="en-GB" dirty="0"/>
                  <a:t>B: Attempted to square the fraction, but has not found the reciprocal. Included the negative too.</a:t>
                </a:r>
              </a:p>
              <a:p>
                <a:r>
                  <a:rPr lang="en-GB" dirty="0"/>
                  <a:t>C: Attempted to square the fraction, but has not found the reciprocal</a:t>
                </a:r>
              </a:p>
              <a:p>
                <a:r>
                  <a:rPr lang="en-GB" dirty="0"/>
                  <a:t>D: Correct</a:t>
                </a:r>
              </a:p>
              <a:p>
                <a:endParaRPr lang="en-GB" dirty="0"/>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24</a:t>
            </a:fld>
            <a:endParaRPr lang="en-GB"/>
          </a:p>
        </p:txBody>
      </p:sp>
    </p:spTree>
    <p:extLst>
      <p:ext uri="{BB962C8B-B14F-4D97-AF65-F5344CB8AC3E}">
        <p14:creationId xmlns:p14="http://schemas.microsoft.com/office/powerpoint/2010/main" val="42790256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 Incorrect, could have come from writing </a:t>
                </a:r>
                <a14:m>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5</m:t>
                        </m:r>
                      </m:den>
                    </m:f>
                  </m:oMath>
                </a14:m>
                <a:r>
                  <a:rPr lang="en-GB" dirty="0"/>
                  <a:t> as a decimal</a:t>
                </a:r>
                <a:r>
                  <a:rPr lang="en-GB" baseline="0" dirty="0"/>
                  <a:t> and attempting to find the reciprocal from there.</a:t>
                </a:r>
                <a:endParaRPr lang="en-GB" dirty="0"/>
              </a:p>
              <a:p>
                <a:r>
                  <a:rPr lang="en-GB" dirty="0"/>
                  <a:t>B:</a:t>
                </a:r>
                <a:r>
                  <a:rPr lang="en-GB" baseline="0" dirty="0"/>
                  <a:t> Correct</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 Multiplied the index by the base – common misconception</a:t>
                </a:r>
              </a:p>
              <a:p>
                <a:r>
                  <a:rPr lang="en-GB" dirty="0"/>
                  <a:t>D: Incorrect reciprocal</a:t>
                </a:r>
              </a:p>
            </p:txBody>
          </p:sp>
        </mc:Choice>
        <mc:Fallback xmlns="">
          <p:sp>
            <p:nvSpPr>
              <p:cNvPr id="3" name="Notes Placeholder 2"/>
              <p:cNvSpPr>
                <a:spLocks noGrp="1"/>
              </p:cNvSpPr>
              <p:nvPr>
                <p:ph type="body" idx="1"/>
              </p:nvPr>
            </p:nvSpPr>
            <p:spPr/>
            <p:txBody>
              <a:bodyPr/>
              <a:lstStyle/>
              <a:p>
                <a:r>
                  <a:rPr lang="en-GB" dirty="0"/>
                  <a:t>A: Incorrect, could have come from writing </a:t>
                </a:r>
                <a:r>
                  <a:rPr lang="en-GB" b="0" i="0">
                    <a:latin typeface="Cambria Math" panose="02040503050406030204" pitchFamily="18" charset="0"/>
                  </a:rPr>
                  <a:t>2/5</a:t>
                </a:r>
                <a:r>
                  <a:rPr lang="en-GB" dirty="0"/>
                  <a:t> as a decimal</a:t>
                </a:r>
                <a:r>
                  <a:rPr lang="en-GB" baseline="0" dirty="0"/>
                  <a:t> and attempting to find the reciprocal from there.</a:t>
                </a:r>
                <a:endParaRPr lang="en-GB" dirty="0"/>
              </a:p>
              <a:p>
                <a:r>
                  <a:rPr lang="en-GB" dirty="0"/>
                  <a:t>B:</a:t>
                </a:r>
                <a:r>
                  <a:rPr lang="en-GB" baseline="0" dirty="0"/>
                  <a:t> Correct</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 Multiplied the index by the base – common misconception</a:t>
                </a:r>
              </a:p>
              <a:p>
                <a:r>
                  <a:rPr lang="en-GB" dirty="0"/>
                  <a:t>D: Incorrect reciprocal</a:t>
                </a:r>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25</a:t>
            </a:fld>
            <a:endParaRPr lang="en-GB"/>
          </a:p>
        </p:txBody>
      </p:sp>
    </p:spTree>
    <p:extLst>
      <p:ext uri="{BB962C8B-B14F-4D97-AF65-F5344CB8AC3E}">
        <p14:creationId xmlns:p14="http://schemas.microsoft.com/office/powerpoint/2010/main" val="32090639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Converted to fraction, but not found the reciprocal</a:t>
            </a:r>
          </a:p>
          <a:p>
            <a:r>
              <a:rPr lang="en-GB" dirty="0"/>
              <a:t>B: Converted to fraction and multiplied this by the index</a:t>
            </a:r>
          </a:p>
          <a:p>
            <a:r>
              <a:rPr lang="en-GB" dirty="0"/>
              <a:t>C: Correct</a:t>
            </a:r>
          </a:p>
          <a:p>
            <a:r>
              <a:rPr lang="en-GB" dirty="0"/>
              <a:t>D: Correctly found the reciprocal, but then multiplied this by the index</a:t>
            </a:r>
          </a:p>
          <a:p>
            <a:endParaRPr lang="en-GB" dirty="0"/>
          </a:p>
        </p:txBody>
      </p:sp>
      <p:sp>
        <p:nvSpPr>
          <p:cNvPr id="4" name="Slide Number Placeholder 3"/>
          <p:cNvSpPr>
            <a:spLocks noGrp="1"/>
          </p:cNvSpPr>
          <p:nvPr>
            <p:ph type="sldNum" sz="quarter" idx="5"/>
          </p:nvPr>
        </p:nvSpPr>
        <p:spPr/>
        <p:txBody>
          <a:bodyPr/>
          <a:lstStyle/>
          <a:p>
            <a:fld id="{EA3D3350-E27F-4E44-B184-6E0E019F0BE0}" type="slidenum">
              <a:rPr lang="en-GB" smtClean="0"/>
              <a:t>26</a:t>
            </a:fld>
            <a:endParaRPr lang="en-GB"/>
          </a:p>
        </p:txBody>
      </p:sp>
    </p:spTree>
    <p:extLst>
      <p:ext uri="{BB962C8B-B14F-4D97-AF65-F5344CB8AC3E}">
        <p14:creationId xmlns:p14="http://schemas.microsoft.com/office/powerpoint/2010/main" val="41731654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Correct</a:t>
            </a:r>
          </a:p>
          <a:p>
            <a:r>
              <a:rPr lang="en-GB" dirty="0"/>
              <a:t>B: Power of 0 ‘does nothing’</a:t>
            </a:r>
          </a:p>
          <a:p>
            <a:r>
              <a:rPr lang="en-GB" dirty="0"/>
              <a:t>C: Power of 0 is 0 as there ‘are none’</a:t>
            </a:r>
          </a:p>
          <a:p>
            <a:r>
              <a:rPr lang="en-GB" dirty="0"/>
              <a:t>D: Correctly found the reciprocal, assuming power of -1</a:t>
            </a:r>
          </a:p>
          <a:p>
            <a:endParaRPr lang="en-GB" dirty="0"/>
          </a:p>
        </p:txBody>
      </p:sp>
      <p:sp>
        <p:nvSpPr>
          <p:cNvPr id="4" name="Slide Number Placeholder 3"/>
          <p:cNvSpPr>
            <a:spLocks noGrp="1"/>
          </p:cNvSpPr>
          <p:nvPr>
            <p:ph type="sldNum" sz="quarter" idx="5"/>
          </p:nvPr>
        </p:nvSpPr>
        <p:spPr/>
        <p:txBody>
          <a:bodyPr/>
          <a:lstStyle/>
          <a:p>
            <a:fld id="{EA3D3350-E27F-4E44-B184-6E0E019F0BE0}" type="slidenum">
              <a:rPr lang="en-GB" smtClean="0"/>
              <a:t>27</a:t>
            </a:fld>
            <a:endParaRPr lang="en-GB"/>
          </a:p>
        </p:txBody>
      </p:sp>
    </p:spTree>
    <p:extLst>
      <p:ext uri="{BB962C8B-B14F-4D97-AF65-F5344CB8AC3E}">
        <p14:creationId xmlns:p14="http://schemas.microsoft.com/office/powerpoint/2010/main" val="3423325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 Cubed the </a:t>
                </a:r>
                <a14:m>
                  <m:oMath xmlns:m="http://schemas.openxmlformats.org/officeDocument/2006/math">
                    <m:r>
                      <a:rPr lang="en-GB" b="0" i="1" smtClean="0">
                        <a:latin typeface="Cambria Math" panose="02040503050406030204" pitchFamily="18" charset="0"/>
                      </a:rPr>
                      <m:t>5</m:t>
                    </m:r>
                  </m:oMath>
                </a14:m>
                <a:r>
                  <a:rPr lang="en-GB" dirty="0"/>
                  <a:t> rather than the</a:t>
                </a:r>
                <a:r>
                  <a:rPr lang="en-GB" baseline="0" dirty="0"/>
                  <a:t> reciprocal of </a:t>
                </a:r>
                <a14:m>
                  <m:oMath xmlns:m="http://schemas.openxmlformats.org/officeDocument/2006/math">
                    <m:r>
                      <a:rPr lang="en-GB" b="0" i="1" baseline="0" smtClean="0">
                        <a:latin typeface="Cambria Math" panose="02040503050406030204" pitchFamily="18" charset="0"/>
                      </a:rPr>
                      <m:t>0.5 </m:t>
                    </m:r>
                  </m:oMath>
                </a14:m>
                <a:endParaRPr lang="en-GB" dirty="0"/>
              </a:p>
              <a:p>
                <a:r>
                  <a:rPr lang="en-GB" dirty="0"/>
                  <a:t>B: Correct</a:t>
                </a:r>
              </a:p>
              <a:p>
                <a:r>
                  <a:rPr lang="en-GB" dirty="0"/>
                  <a:t>C: Cubed the </a:t>
                </a:r>
                <a14:m>
                  <m:oMath xmlns:m="http://schemas.openxmlformats.org/officeDocument/2006/math">
                    <m:r>
                      <a:rPr lang="en-GB" b="0" i="1" smtClean="0">
                        <a:latin typeface="Cambria Math" panose="02040503050406030204" pitchFamily="18" charset="0"/>
                      </a:rPr>
                      <m:t>0.5</m:t>
                    </m:r>
                  </m:oMath>
                </a14:m>
                <a:r>
                  <a:rPr lang="en-GB" dirty="0"/>
                  <a:t>, no reciprocal</a:t>
                </a:r>
                <a:r>
                  <a:rPr lang="en-GB" baseline="0" dirty="0"/>
                  <a:t> and has included the negative too</a:t>
                </a:r>
                <a:endParaRPr lang="en-GB" dirty="0"/>
              </a:p>
              <a:p>
                <a:r>
                  <a:rPr lang="en-GB" dirty="0"/>
                  <a:t>D: Cubed the </a:t>
                </a:r>
                <a14:m>
                  <m:oMath xmlns:m="http://schemas.openxmlformats.org/officeDocument/2006/math">
                    <m:r>
                      <a:rPr lang="en-GB" b="0" i="1" smtClean="0">
                        <a:latin typeface="Cambria Math" panose="02040503050406030204" pitchFamily="18" charset="0"/>
                      </a:rPr>
                      <m:t>0.5</m:t>
                    </m:r>
                  </m:oMath>
                </a14:m>
                <a:r>
                  <a:rPr lang="en-GB" dirty="0"/>
                  <a:t>, no reciprocal</a:t>
                </a:r>
              </a:p>
              <a:p>
                <a:endParaRPr lang="en-GB" dirty="0"/>
              </a:p>
            </p:txBody>
          </p:sp>
        </mc:Choice>
        <mc:Fallback xmlns="">
          <p:sp>
            <p:nvSpPr>
              <p:cNvPr id="3" name="Notes Placeholder 2"/>
              <p:cNvSpPr>
                <a:spLocks noGrp="1"/>
              </p:cNvSpPr>
              <p:nvPr>
                <p:ph type="body" idx="1"/>
              </p:nvPr>
            </p:nvSpPr>
            <p:spPr/>
            <p:txBody>
              <a:bodyPr/>
              <a:lstStyle/>
              <a:p>
                <a:r>
                  <a:rPr lang="en-GB" dirty="0"/>
                  <a:t>A: Cubed the </a:t>
                </a:r>
                <a:r>
                  <a:rPr lang="en-GB" b="0" i="0">
                    <a:latin typeface="Cambria Math" panose="02040503050406030204" pitchFamily="18" charset="0"/>
                  </a:rPr>
                  <a:t>5</a:t>
                </a:r>
                <a:r>
                  <a:rPr lang="en-GB" dirty="0"/>
                  <a:t> rather than the</a:t>
                </a:r>
                <a:r>
                  <a:rPr lang="en-GB" baseline="0" dirty="0"/>
                  <a:t> reciprocal of </a:t>
                </a:r>
                <a:r>
                  <a:rPr lang="en-GB" b="0" i="0" baseline="0">
                    <a:latin typeface="Cambria Math" panose="02040503050406030204" pitchFamily="18" charset="0"/>
                  </a:rPr>
                  <a:t>0.5 </a:t>
                </a:r>
                <a:endParaRPr lang="en-GB" dirty="0"/>
              </a:p>
              <a:p>
                <a:r>
                  <a:rPr lang="en-GB" dirty="0"/>
                  <a:t>B: Correct</a:t>
                </a:r>
              </a:p>
              <a:p>
                <a:r>
                  <a:rPr lang="en-GB" dirty="0"/>
                  <a:t>C: Cubed the </a:t>
                </a:r>
                <a:r>
                  <a:rPr lang="en-GB" b="0" i="0">
                    <a:latin typeface="Cambria Math" panose="02040503050406030204" pitchFamily="18" charset="0"/>
                  </a:rPr>
                  <a:t>0.5</a:t>
                </a:r>
                <a:r>
                  <a:rPr lang="en-GB" dirty="0"/>
                  <a:t>, no reciprocal</a:t>
                </a:r>
                <a:r>
                  <a:rPr lang="en-GB" baseline="0" dirty="0"/>
                  <a:t> and has included the negative too</a:t>
                </a:r>
                <a:endParaRPr lang="en-GB" dirty="0"/>
              </a:p>
              <a:p>
                <a:r>
                  <a:rPr lang="en-GB" dirty="0"/>
                  <a:t>D: Cubed the </a:t>
                </a:r>
                <a:r>
                  <a:rPr lang="en-GB" b="0" i="0">
                    <a:latin typeface="Cambria Math" panose="02040503050406030204" pitchFamily="18" charset="0"/>
                  </a:rPr>
                  <a:t>0.5</a:t>
                </a:r>
                <a:r>
                  <a:rPr lang="en-GB" dirty="0"/>
                  <a:t>, no reciprocal</a:t>
                </a:r>
              </a:p>
              <a:p>
                <a:endParaRPr lang="en-GB" dirty="0"/>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28</a:t>
            </a:fld>
            <a:endParaRPr lang="en-GB"/>
          </a:p>
        </p:txBody>
      </p:sp>
    </p:spTree>
    <p:extLst>
      <p:ext uri="{BB962C8B-B14F-4D97-AF65-F5344CB8AC3E}">
        <p14:creationId xmlns:p14="http://schemas.microsoft.com/office/powerpoint/2010/main" val="5988579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No reciprocal found</a:t>
            </a:r>
          </a:p>
          <a:p>
            <a:r>
              <a:rPr lang="en-GB" dirty="0"/>
              <a:t>B: Multiplied index by the base – common misconception</a:t>
            </a:r>
          </a:p>
          <a:p>
            <a:r>
              <a:rPr lang="en-GB" dirty="0"/>
              <a:t>C: Correctly found the reciprocal, but has included the negative too, common misconception</a:t>
            </a:r>
          </a:p>
          <a:p>
            <a:r>
              <a:rPr lang="en-GB" dirty="0"/>
              <a:t>D: Correct</a:t>
            </a:r>
          </a:p>
          <a:p>
            <a:endParaRPr lang="en-GB" dirty="0"/>
          </a:p>
        </p:txBody>
      </p:sp>
      <p:sp>
        <p:nvSpPr>
          <p:cNvPr id="4" name="Slide Number Placeholder 3"/>
          <p:cNvSpPr>
            <a:spLocks noGrp="1"/>
          </p:cNvSpPr>
          <p:nvPr>
            <p:ph type="sldNum" sz="quarter" idx="5"/>
          </p:nvPr>
        </p:nvSpPr>
        <p:spPr/>
        <p:txBody>
          <a:bodyPr/>
          <a:lstStyle/>
          <a:p>
            <a:fld id="{EA3D3350-E27F-4E44-B184-6E0E019F0BE0}" type="slidenum">
              <a:rPr lang="en-GB" smtClean="0"/>
              <a:t>29</a:t>
            </a:fld>
            <a:endParaRPr lang="en-GB"/>
          </a:p>
        </p:txBody>
      </p:sp>
    </p:spTree>
    <p:extLst>
      <p:ext uri="{BB962C8B-B14F-4D97-AF65-F5344CB8AC3E}">
        <p14:creationId xmlns:p14="http://schemas.microsoft.com/office/powerpoint/2010/main" val="14922207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A: Squared the </a:t>
                </a:r>
                <a14:m>
                  <m:oMath xmlns:m="http://schemas.openxmlformats.org/officeDocument/2006/math">
                    <m:r>
                      <a:rPr lang="en-GB" b="0" i="1" smtClean="0">
                        <a:latin typeface="Cambria Math" panose="02040503050406030204" pitchFamily="18" charset="0"/>
                      </a:rPr>
                      <m:t>4</m:t>
                    </m:r>
                  </m:oMath>
                </a14:m>
                <a:r>
                  <a:rPr lang="en-GB" dirty="0"/>
                  <a:t>, rather than</a:t>
                </a:r>
                <a:r>
                  <a:rPr lang="en-GB" baseline="0" dirty="0"/>
                  <a:t> the reciprocal of </a:t>
                </a:r>
                <a14:m>
                  <m:oMath xmlns:m="http://schemas.openxmlformats.org/officeDocument/2006/math">
                    <m:r>
                      <a:rPr lang="en-GB" b="0" i="1" baseline="0" smtClean="0">
                        <a:latin typeface="Cambria Math" panose="02040503050406030204" pitchFamily="18" charset="0"/>
                      </a:rPr>
                      <m:t>0.4</m:t>
                    </m:r>
                  </m:oMath>
                </a14:m>
                <a:endParaRPr lang="en-GB" dirty="0"/>
              </a:p>
              <a:p>
                <a:r>
                  <a:rPr lang="en-GB" dirty="0"/>
                  <a:t>B:</a:t>
                </a:r>
                <a:r>
                  <a:rPr lang="en-GB" baseline="0" dirty="0"/>
                  <a:t> Squared the </a:t>
                </a:r>
                <a14:m>
                  <m:oMath xmlns:m="http://schemas.openxmlformats.org/officeDocument/2006/math">
                    <m:r>
                      <a:rPr lang="en-GB" b="0" i="1" baseline="0" smtClean="0">
                        <a:latin typeface="Cambria Math" panose="02040503050406030204" pitchFamily="18" charset="0"/>
                      </a:rPr>
                      <m:t>0.4</m:t>
                    </m:r>
                  </m:oMath>
                </a14:m>
                <a:r>
                  <a:rPr lang="en-GB" dirty="0"/>
                  <a:t> rather than squaring the reciprocal</a:t>
                </a:r>
              </a:p>
              <a:p>
                <a:r>
                  <a:rPr lang="en-GB" dirty="0"/>
                  <a:t>C: Correct</a:t>
                </a:r>
              </a:p>
              <a:p>
                <a:r>
                  <a:rPr lang="en-GB" dirty="0"/>
                  <a:t>D: Correct</a:t>
                </a:r>
              </a:p>
              <a:p>
                <a:endParaRPr lang="en-GB" dirty="0"/>
              </a:p>
            </p:txBody>
          </p:sp>
        </mc:Choice>
        <mc:Fallback xmlns="">
          <p:sp>
            <p:nvSpPr>
              <p:cNvPr id="3" name="Notes Placeholder 2"/>
              <p:cNvSpPr>
                <a:spLocks noGrp="1"/>
              </p:cNvSpPr>
              <p:nvPr>
                <p:ph type="body" idx="1"/>
              </p:nvPr>
            </p:nvSpPr>
            <p:spPr/>
            <p:txBody>
              <a:bodyPr/>
              <a:lstStyle/>
              <a:p>
                <a:r>
                  <a:rPr lang="en-GB" dirty="0"/>
                  <a:t>A: Squared the </a:t>
                </a:r>
                <a:r>
                  <a:rPr lang="en-GB" b="0" i="0">
                    <a:latin typeface="Cambria Math" panose="02040503050406030204" pitchFamily="18" charset="0"/>
                  </a:rPr>
                  <a:t>4</a:t>
                </a:r>
                <a:r>
                  <a:rPr lang="en-GB" dirty="0"/>
                  <a:t>, rather than</a:t>
                </a:r>
                <a:r>
                  <a:rPr lang="en-GB" baseline="0" dirty="0"/>
                  <a:t> the reciprocal of </a:t>
                </a:r>
                <a:r>
                  <a:rPr lang="en-GB" b="0" i="0" baseline="0">
                    <a:latin typeface="Cambria Math" panose="02040503050406030204" pitchFamily="18" charset="0"/>
                  </a:rPr>
                  <a:t>0.4</a:t>
                </a:r>
                <a:endParaRPr lang="en-GB" dirty="0"/>
              </a:p>
              <a:p>
                <a:r>
                  <a:rPr lang="en-GB" dirty="0"/>
                  <a:t>B:</a:t>
                </a:r>
                <a:r>
                  <a:rPr lang="en-GB" baseline="0" dirty="0"/>
                  <a:t> Squared the </a:t>
                </a:r>
                <a:r>
                  <a:rPr lang="en-GB" b="0" i="0" baseline="0">
                    <a:latin typeface="Cambria Math" panose="02040503050406030204" pitchFamily="18" charset="0"/>
                  </a:rPr>
                  <a:t>0.4</a:t>
                </a:r>
                <a:r>
                  <a:rPr lang="en-GB" dirty="0"/>
                  <a:t> rather than squaring the reciprocal</a:t>
                </a:r>
              </a:p>
              <a:p>
                <a:r>
                  <a:rPr lang="en-GB" dirty="0"/>
                  <a:t>C: Correct</a:t>
                </a:r>
              </a:p>
              <a:p>
                <a:r>
                  <a:rPr lang="en-GB" dirty="0"/>
                  <a:t>D: Correct</a:t>
                </a:r>
              </a:p>
              <a:p>
                <a:endParaRPr lang="en-GB" dirty="0"/>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30</a:t>
            </a:fld>
            <a:endParaRPr lang="en-GB"/>
          </a:p>
        </p:txBody>
      </p:sp>
    </p:spTree>
    <p:extLst>
      <p:ext uri="{BB962C8B-B14F-4D97-AF65-F5344CB8AC3E}">
        <p14:creationId xmlns:p14="http://schemas.microsoft.com/office/powerpoint/2010/main" val="40175120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Reciprocal of 1.2 multiplied by 3</a:t>
            </a:r>
          </a:p>
          <a:p>
            <a:r>
              <a:rPr lang="en-GB" dirty="0"/>
              <a:t>B:</a:t>
            </a:r>
            <a:r>
              <a:rPr lang="en-GB" baseline="0" dirty="0"/>
              <a:t> Correct</a:t>
            </a:r>
            <a:endParaRPr lang="en-GB" dirty="0"/>
          </a:p>
          <a:p>
            <a:r>
              <a:rPr lang="en-GB" dirty="0"/>
              <a:t>C: 1.2 cubed, no reciprocal, written as a decimal</a:t>
            </a:r>
          </a:p>
          <a:p>
            <a:r>
              <a:rPr lang="en-GB" dirty="0"/>
              <a:t>D: 1.2 cubed, no reciprocal, written as a fraction</a:t>
            </a:r>
          </a:p>
        </p:txBody>
      </p:sp>
      <p:sp>
        <p:nvSpPr>
          <p:cNvPr id="4" name="Slide Number Placeholder 3"/>
          <p:cNvSpPr>
            <a:spLocks noGrp="1"/>
          </p:cNvSpPr>
          <p:nvPr>
            <p:ph type="sldNum" sz="quarter" idx="5"/>
          </p:nvPr>
        </p:nvSpPr>
        <p:spPr/>
        <p:txBody>
          <a:bodyPr/>
          <a:lstStyle/>
          <a:p>
            <a:fld id="{EA3D3350-E27F-4E44-B184-6E0E019F0BE0}" type="slidenum">
              <a:rPr lang="en-GB" smtClean="0"/>
              <a:t>31</a:t>
            </a:fld>
            <a:endParaRPr lang="en-GB"/>
          </a:p>
        </p:txBody>
      </p:sp>
    </p:spTree>
    <p:extLst>
      <p:ext uri="{BB962C8B-B14F-4D97-AF65-F5344CB8AC3E}">
        <p14:creationId xmlns:p14="http://schemas.microsoft.com/office/powerpoint/2010/main" val="3580616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3D3350-E27F-4E44-B184-6E0E019F0BE0}" type="slidenum">
              <a:rPr lang="en-GB" smtClean="0"/>
              <a:t>32</a:t>
            </a:fld>
            <a:endParaRPr lang="en-GB"/>
          </a:p>
        </p:txBody>
      </p:sp>
    </p:spTree>
    <p:extLst>
      <p:ext uri="{BB962C8B-B14F-4D97-AF65-F5344CB8AC3E}">
        <p14:creationId xmlns:p14="http://schemas.microsoft.com/office/powerpoint/2010/main" val="32629489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Q1: Reciprocal questions</a:t>
                </a:r>
              </a:p>
              <a:p>
                <a:r>
                  <a:rPr lang="en-GB" dirty="0"/>
                  <a:t>Q2: Standard questions based on K207a and K207b</a:t>
                </a:r>
              </a:p>
              <a:p>
                <a:r>
                  <a:rPr lang="en-GB" dirty="0"/>
                  <a:t>Q3: Matching task</a:t>
                </a:r>
              </a:p>
              <a:p>
                <a:r>
                  <a:rPr lang="en-GB" dirty="0"/>
                  <a:t>Q4: Reverse indices – find</a:t>
                </a:r>
                <a:r>
                  <a:rPr lang="en-GB" baseline="0" dirty="0"/>
                  <a:t> </a:t>
                </a:r>
                <a14:m>
                  <m:oMath xmlns:m="http://schemas.openxmlformats.org/officeDocument/2006/math">
                    <m:r>
                      <a:rPr lang="en-GB" b="0" i="1" baseline="0" smtClean="0">
                        <a:latin typeface="Cambria Math" panose="02040503050406030204" pitchFamily="18" charset="0"/>
                      </a:rPr>
                      <m:t>𝑥</m:t>
                    </m:r>
                  </m:oMath>
                </a14:m>
                <a:endParaRPr lang="en-GB" dirty="0"/>
              </a:p>
              <a:p>
                <a:endParaRPr lang="en-GB" dirty="0"/>
              </a:p>
            </p:txBody>
          </p:sp>
        </mc:Choice>
        <mc:Fallback xmlns="">
          <p:sp>
            <p:nvSpPr>
              <p:cNvPr id="3" name="Notes Placeholder 2"/>
              <p:cNvSpPr>
                <a:spLocks noGrp="1"/>
              </p:cNvSpPr>
              <p:nvPr>
                <p:ph type="body" idx="1"/>
              </p:nvPr>
            </p:nvSpPr>
            <p:spPr/>
            <p:txBody>
              <a:bodyPr/>
              <a:lstStyle/>
              <a:p>
                <a:r>
                  <a:rPr lang="en-GB" dirty="0"/>
                  <a:t>Q1: Reciprocal questions</a:t>
                </a:r>
              </a:p>
              <a:p>
                <a:r>
                  <a:rPr lang="en-GB" dirty="0"/>
                  <a:t>Q2: Standard questions based on K207a and K207b</a:t>
                </a:r>
              </a:p>
              <a:p>
                <a:r>
                  <a:rPr lang="en-GB" dirty="0"/>
                  <a:t>Q3: Matching task</a:t>
                </a:r>
              </a:p>
              <a:p>
                <a:r>
                  <a:rPr lang="en-GB" dirty="0"/>
                  <a:t>Q4: Reverse indices – find</a:t>
                </a:r>
                <a:r>
                  <a:rPr lang="en-GB" baseline="0" dirty="0"/>
                  <a:t> </a:t>
                </a:r>
                <a:r>
                  <a:rPr lang="en-GB" b="0" i="0" baseline="0">
                    <a:latin typeface="Cambria Math" panose="02040503050406030204" pitchFamily="18" charset="0"/>
                  </a:rPr>
                  <a:t>𝑥</a:t>
                </a:r>
                <a:endParaRPr lang="en-GB" dirty="0"/>
              </a:p>
              <a:p>
                <a:endParaRPr lang="en-GB" dirty="0"/>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33</a:t>
            </a:fld>
            <a:endParaRPr lang="en-GB"/>
          </a:p>
        </p:txBody>
      </p:sp>
    </p:spTree>
    <p:extLst>
      <p:ext uri="{BB962C8B-B14F-4D97-AF65-F5344CB8AC3E}">
        <p14:creationId xmlns:p14="http://schemas.microsoft.com/office/powerpoint/2010/main" val="14641255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GB" dirty="0"/>
                  <a:t>Q1: Reciprocal questions</a:t>
                </a:r>
              </a:p>
              <a:p>
                <a:r>
                  <a:rPr lang="en-GB" dirty="0"/>
                  <a:t>Q2: Standard questions based on K207a and K207b</a:t>
                </a:r>
              </a:p>
              <a:p>
                <a:r>
                  <a:rPr lang="en-GB" dirty="0"/>
                  <a:t>Q3: Matching task</a:t>
                </a:r>
              </a:p>
              <a:p>
                <a:endParaRPr lang="en-GB" dirty="0"/>
              </a:p>
            </p:txBody>
          </p:sp>
        </mc:Choice>
        <mc:Fallback xmlns="">
          <p:sp>
            <p:nvSpPr>
              <p:cNvPr id="3" name="Notes Placeholder 2"/>
              <p:cNvSpPr>
                <a:spLocks noGrp="1"/>
              </p:cNvSpPr>
              <p:nvPr>
                <p:ph type="body" idx="1"/>
              </p:nvPr>
            </p:nvSpPr>
            <p:spPr/>
            <p:txBody>
              <a:bodyPr/>
              <a:lstStyle/>
              <a:p>
                <a:r>
                  <a:rPr lang="en-GB" dirty="0"/>
                  <a:t>Q1: Reciprocal questions</a:t>
                </a:r>
              </a:p>
              <a:p>
                <a:r>
                  <a:rPr lang="en-GB" dirty="0"/>
                  <a:t>Q2: Standard questions based on K207a and K207b</a:t>
                </a:r>
              </a:p>
              <a:p>
                <a:r>
                  <a:rPr lang="en-GB" dirty="0"/>
                  <a:t>Q3: Matching task</a:t>
                </a:r>
              </a:p>
              <a:p>
                <a:r>
                  <a:rPr lang="en-GB" dirty="0"/>
                  <a:t>Q4: Reverse indices – find</a:t>
                </a:r>
                <a:r>
                  <a:rPr lang="en-GB" baseline="0" dirty="0"/>
                  <a:t> </a:t>
                </a:r>
                <a:r>
                  <a:rPr lang="en-GB" b="0" i="0" baseline="0">
                    <a:latin typeface="Cambria Math" panose="02040503050406030204" pitchFamily="18" charset="0"/>
                  </a:rPr>
                  <a:t>𝑥</a:t>
                </a:r>
                <a:endParaRPr lang="en-GB" dirty="0"/>
              </a:p>
              <a:p>
                <a:endParaRPr lang="en-GB" dirty="0"/>
              </a:p>
            </p:txBody>
          </p:sp>
        </mc:Fallback>
      </mc:AlternateContent>
      <p:sp>
        <p:nvSpPr>
          <p:cNvPr id="4" name="Slide Number Placeholder 3"/>
          <p:cNvSpPr>
            <a:spLocks noGrp="1"/>
          </p:cNvSpPr>
          <p:nvPr>
            <p:ph type="sldNum" sz="quarter" idx="5"/>
          </p:nvPr>
        </p:nvSpPr>
        <p:spPr/>
        <p:txBody>
          <a:bodyPr/>
          <a:lstStyle/>
          <a:p>
            <a:fld id="{EA3D3350-E27F-4E44-B184-6E0E019F0BE0}" type="slidenum">
              <a:rPr lang="en-GB" smtClean="0"/>
              <a:t>34</a:t>
            </a:fld>
            <a:endParaRPr lang="en-GB"/>
          </a:p>
        </p:txBody>
      </p:sp>
    </p:spTree>
    <p:extLst>
      <p:ext uri="{BB962C8B-B14F-4D97-AF65-F5344CB8AC3E}">
        <p14:creationId xmlns:p14="http://schemas.microsoft.com/office/powerpoint/2010/main" val="22421574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F8B580-6B0B-0FBE-F1A4-598D3D9370DD}"/>
              </a:ext>
            </a:extLst>
          </p:cNvPr>
          <p:cNvSpPr/>
          <p:nvPr/>
        </p:nvSpPr>
        <p:spPr>
          <a:xfrm>
            <a:off x="-1" y="0"/>
            <a:ext cx="9142856" cy="6858000"/>
          </a:xfrm>
          <a:prstGeom prst="rect">
            <a:avLst/>
          </a:prstGeom>
          <a:pattFill prst="wdDnDiag">
            <a:fgClr>
              <a:schemeClr val="bg2"/>
            </a:fgClr>
            <a:bgClr>
              <a:schemeClr val="bg1"/>
            </a:bgClr>
          </a:patt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3" name="Subtitle 2"/>
          <p:cNvSpPr>
            <a:spLocks noGrp="1"/>
          </p:cNvSpPr>
          <p:nvPr>
            <p:ph type="subTitle" idx="1" hasCustomPrompt="1"/>
          </p:nvPr>
        </p:nvSpPr>
        <p:spPr>
          <a:xfrm>
            <a:off x="664668" y="3350644"/>
            <a:ext cx="7813517" cy="289505"/>
          </a:xfrm>
        </p:spPr>
        <p:txBody>
          <a:bodyPr>
            <a:noAutofit/>
          </a:bodyPr>
          <a:lstStyle>
            <a:lvl1pPr marL="0" indent="0" algn="ctr">
              <a:buNone/>
              <a:defRPr sz="20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&amp; Email address of creator</a:t>
            </a:r>
            <a:endParaRPr lang="en-GB" dirty="0"/>
          </a:p>
        </p:txBody>
      </p:sp>
      <p:sp>
        <p:nvSpPr>
          <p:cNvPr id="7" name="Rectangle 6">
            <a:extLst>
              <a:ext uri="{FF2B5EF4-FFF2-40B4-BE49-F238E27FC236}">
                <a16:creationId xmlns:a16="http://schemas.microsoft.com/office/drawing/2014/main" id="{4BC6FBD1-3F40-215F-9950-194BCEE0612F}"/>
              </a:ext>
            </a:extLst>
          </p:cNvPr>
          <p:cNvSpPr/>
          <p:nvPr/>
        </p:nvSpPr>
        <p:spPr>
          <a:xfrm>
            <a:off x="0" y="-3488"/>
            <a:ext cx="9171170" cy="715291"/>
          </a:xfrm>
          <a:prstGeom prst="rect">
            <a:avLst/>
          </a:prstGeom>
          <a:solidFill>
            <a:srgbClr val="BAE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2"/>
              </a:solidFill>
            </a:endParaRPr>
          </a:p>
        </p:txBody>
      </p:sp>
      <p:sp>
        <p:nvSpPr>
          <p:cNvPr id="9" name="Rectangle 8">
            <a:extLst>
              <a:ext uri="{FF2B5EF4-FFF2-40B4-BE49-F238E27FC236}">
                <a16:creationId xmlns:a16="http://schemas.microsoft.com/office/drawing/2014/main" id="{8C24497D-7033-0859-5009-B856082B259E}"/>
              </a:ext>
            </a:extLst>
          </p:cNvPr>
          <p:cNvSpPr/>
          <p:nvPr/>
        </p:nvSpPr>
        <p:spPr>
          <a:xfrm>
            <a:off x="5968842" y="6232790"/>
            <a:ext cx="2965766" cy="461665"/>
          </a:xfrm>
          <a:prstGeom prst="rect">
            <a:avLst/>
          </a:prstGeom>
        </p:spPr>
        <p:txBody>
          <a:bodyPr wrap="square">
            <a:spAutoFit/>
          </a:bodyPr>
          <a:lstStyle/>
          <a:p>
            <a:pPr algn="r"/>
            <a:r>
              <a:rPr lang="en-GB" sz="1200" dirty="0">
                <a:solidFill>
                  <a:srgbClr val="777777"/>
                </a:solidFill>
                <a:latin typeface="+mj-lt"/>
              </a:rPr>
              <a:t>Dr Frost Learning is a registered charity in England and Wales (no 1194954)</a:t>
            </a:r>
            <a:endParaRPr lang="en-GB" sz="1200" dirty="0">
              <a:latin typeface="+mj-lt"/>
            </a:endParaRPr>
          </a:p>
        </p:txBody>
      </p:sp>
      <p:sp>
        <p:nvSpPr>
          <p:cNvPr id="2" name="Title 1"/>
          <p:cNvSpPr>
            <a:spLocks noGrp="1"/>
          </p:cNvSpPr>
          <p:nvPr>
            <p:ph type="ctrTitle"/>
          </p:nvPr>
        </p:nvSpPr>
        <p:spPr>
          <a:xfrm>
            <a:off x="0" y="2406300"/>
            <a:ext cx="9144000" cy="711803"/>
          </a:xfrm>
          <a:prstGeom prst="rect">
            <a:avLst/>
          </a:prstGeom>
        </p:spPr>
        <p:txBody>
          <a:bodyPr/>
          <a:lstStyle>
            <a:lvl1pPr algn="ctr">
              <a:defRPr sz="4400" b="1">
                <a:solidFill>
                  <a:srgbClr val="222A35"/>
                </a:solidFill>
              </a:defRPr>
            </a:lvl1pPr>
          </a:lstStyle>
          <a:p>
            <a:r>
              <a:rPr lang="en-GB"/>
              <a:t>Click to edit Master title style</a:t>
            </a:r>
            <a:endParaRPr lang="en-GB" dirty="0"/>
          </a:p>
        </p:txBody>
      </p:sp>
      <p:sp>
        <p:nvSpPr>
          <p:cNvPr id="5" name="TextBox 4">
            <a:extLst>
              <a:ext uri="{FF2B5EF4-FFF2-40B4-BE49-F238E27FC236}">
                <a16:creationId xmlns:a16="http://schemas.microsoft.com/office/drawing/2014/main" id="{44539BA9-8B62-7E4E-2773-6F501CD553F4}"/>
              </a:ext>
            </a:extLst>
          </p:cNvPr>
          <p:cNvSpPr txBox="1"/>
          <p:nvPr/>
        </p:nvSpPr>
        <p:spPr>
          <a:xfrm>
            <a:off x="138330" y="6252440"/>
            <a:ext cx="4104456" cy="369332"/>
          </a:xfrm>
          <a:prstGeom prst="rect">
            <a:avLst/>
          </a:prstGeom>
          <a:noFill/>
        </p:spPr>
        <p:txBody>
          <a:bodyPr wrap="square" rtlCol="0">
            <a:spAutoFit/>
          </a:bodyPr>
          <a:lstStyle/>
          <a:p>
            <a:r>
              <a:rPr lang="en-GB" dirty="0"/>
              <a:t>Last modified:</a:t>
            </a:r>
          </a:p>
        </p:txBody>
      </p:sp>
      <p:sp>
        <p:nvSpPr>
          <p:cNvPr id="6" name="Rectangle 5">
            <a:extLst>
              <a:ext uri="{FF2B5EF4-FFF2-40B4-BE49-F238E27FC236}">
                <a16:creationId xmlns:a16="http://schemas.microsoft.com/office/drawing/2014/main" id="{401C8542-E65C-7D1B-9ED3-B9D1291D672E}"/>
              </a:ext>
            </a:extLst>
          </p:cNvPr>
          <p:cNvSpPr/>
          <p:nvPr/>
        </p:nvSpPr>
        <p:spPr>
          <a:xfrm>
            <a:off x="0" y="6780609"/>
            <a:ext cx="9144000" cy="1047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 Placeholder 11">
            <a:extLst>
              <a:ext uri="{FF2B5EF4-FFF2-40B4-BE49-F238E27FC236}">
                <a16:creationId xmlns:a16="http://schemas.microsoft.com/office/drawing/2014/main" id="{514049AE-9B5B-4176-C832-2711549AEB5F}"/>
              </a:ext>
            </a:extLst>
          </p:cNvPr>
          <p:cNvSpPr>
            <a:spLocks noGrp="1"/>
          </p:cNvSpPr>
          <p:nvPr>
            <p:ph type="body" sz="quarter" idx="10"/>
          </p:nvPr>
        </p:nvSpPr>
        <p:spPr>
          <a:xfrm>
            <a:off x="1692275" y="6237312"/>
            <a:ext cx="2519363" cy="390525"/>
          </a:xfrm>
        </p:spPr>
        <p:txBody>
          <a:bodyPr>
            <a:noAutofit/>
          </a:bodyPr>
          <a:lstStyle>
            <a:lvl1pPr marL="0" indent="0">
              <a:buNone/>
              <a:defRPr sz="1800"/>
            </a:lvl1pPr>
          </a:lstStyle>
          <a:p>
            <a:pPr lvl="0"/>
            <a:r>
              <a:rPr lang="en-GB"/>
              <a:t>Click to edit Master text styles</a:t>
            </a:r>
          </a:p>
        </p:txBody>
      </p:sp>
      <p:pic>
        <p:nvPicPr>
          <p:cNvPr id="8" name="Picture 7" descr="A picture containing graphics, graphic design, clipart, design&#10;&#10;Description automatically generated">
            <a:extLst>
              <a:ext uri="{FF2B5EF4-FFF2-40B4-BE49-F238E27FC236}">
                <a16:creationId xmlns:a16="http://schemas.microsoft.com/office/drawing/2014/main" id="{69A882DC-5AA7-74E7-9341-391DA71C20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0265" y="5455762"/>
            <a:ext cx="797326" cy="603945"/>
          </a:xfrm>
          <a:prstGeom prst="rect">
            <a:avLst/>
          </a:prstGeom>
        </p:spPr>
      </p:pic>
      <p:sp>
        <p:nvSpPr>
          <p:cNvPr id="10" name="Subtitle 2">
            <a:extLst>
              <a:ext uri="{FF2B5EF4-FFF2-40B4-BE49-F238E27FC236}">
                <a16:creationId xmlns:a16="http://schemas.microsoft.com/office/drawing/2014/main" id="{B0A11455-351C-40E6-5FA4-61785274D45F}"/>
              </a:ext>
            </a:extLst>
          </p:cNvPr>
          <p:cNvSpPr txBox="1">
            <a:spLocks/>
          </p:cNvSpPr>
          <p:nvPr userDrawn="1"/>
        </p:nvSpPr>
        <p:spPr>
          <a:xfrm>
            <a:off x="1079038" y="3798430"/>
            <a:ext cx="6984776" cy="116656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GB" sz="2000" b="1" dirty="0"/>
              <a:t>www.drfrost.org </a:t>
            </a:r>
          </a:p>
          <a:p>
            <a:pPr marL="0" indent="0" algn="ctr">
              <a:buNone/>
            </a:pPr>
            <a:r>
              <a:rPr lang="en-GB" sz="2000" b="1" dirty="0"/>
              <a:t>@DrFrostMaths</a:t>
            </a:r>
          </a:p>
        </p:txBody>
      </p:sp>
      <p:sp>
        <p:nvSpPr>
          <p:cNvPr id="11" name="TextBox 10">
            <a:extLst>
              <a:ext uri="{FF2B5EF4-FFF2-40B4-BE49-F238E27FC236}">
                <a16:creationId xmlns:a16="http://schemas.microsoft.com/office/drawing/2014/main" id="{F9A1D6FD-4F55-861A-D400-D4B73CC44345}"/>
              </a:ext>
            </a:extLst>
          </p:cNvPr>
          <p:cNvSpPr txBox="1"/>
          <p:nvPr userDrawn="1"/>
        </p:nvSpPr>
        <p:spPr>
          <a:xfrm>
            <a:off x="2408699" y="4812435"/>
            <a:ext cx="4353771" cy="830997"/>
          </a:xfrm>
          <a:prstGeom prst="rect">
            <a:avLst/>
          </a:prstGeom>
          <a:noFill/>
        </p:spPr>
        <p:txBody>
          <a:bodyPr wrap="square">
            <a:spAutoFit/>
          </a:bodyPr>
          <a:lstStyle/>
          <a:p>
            <a:pPr marL="0" indent="0" algn="ctr">
              <a:buNone/>
            </a:pPr>
            <a:r>
              <a:rPr lang="en-GB" sz="1600" b="1" dirty="0"/>
              <a:t>Contact the resource team: </a:t>
            </a:r>
          </a:p>
          <a:p>
            <a:pPr marL="0" indent="0" algn="ctr">
              <a:buNone/>
            </a:pPr>
            <a:r>
              <a:rPr lang="en-GB" sz="1600" b="0" dirty="0"/>
              <a:t>resources@drfrost.org</a:t>
            </a:r>
          </a:p>
          <a:p>
            <a:pPr marL="0" indent="0" algn="ctr">
              <a:buNone/>
            </a:pPr>
            <a:r>
              <a:rPr lang="en-GB" sz="1600" b="0" dirty="0"/>
              <a:t>@DrFrostResource </a:t>
            </a:r>
          </a:p>
        </p:txBody>
      </p:sp>
    </p:spTree>
    <p:extLst>
      <p:ext uri="{BB962C8B-B14F-4D97-AF65-F5344CB8AC3E}">
        <p14:creationId xmlns:p14="http://schemas.microsoft.com/office/powerpoint/2010/main" val="4173412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sing the Slid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3D476E-DB76-D432-6950-B1A6E90C1970}"/>
              </a:ext>
            </a:extLst>
          </p:cNvPr>
          <p:cNvSpPr/>
          <p:nvPr userDrawn="1"/>
        </p:nvSpPr>
        <p:spPr>
          <a:xfrm>
            <a:off x="-1" y="0"/>
            <a:ext cx="9142856" cy="6858000"/>
          </a:xfrm>
          <a:prstGeom prst="rect">
            <a:avLst/>
          </a:prstGeom>
          <a:pattFill prst="wdDnDiag">
            <a:fgClr>
              <a:schemeClr val="bg2"/>
            </a:fgClr>
            <a:bgClr>
              <a:schemeClr val="bg1"/>
            </a:bgClr>
          </a:patt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6" name="Rectangle 5">
            <a:extLst>
              <a:ext uri="{FF2B5EF4-FFF2-40B4-BE49-F238E27FC236}">
                <a16:creationId xmlns:a16="http://schemas.microsoft.com/office/drawing/2014/main" id="{76188A89-0107-C2E9-7193-62884829023C}"/>
              </a:ext>
            </a:extLst>
          </p:cNvPr>
          <p:cNvSpPr/>
          <p:nvPr userDrawn="1"/>
        </p:nvSpPr>
        <p:spPr>
          <a:xfrm>
            <a:off x="-1" y="0"/>
            <a:ext cx="9144001" cy="54868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2800" b="1" dirty="0">
                <a:solidFill>
                  <a:schemeClr val="tx1"/>
                </a:solidFill>
              </a:rPr>
              <a:t> How to use these slides</a:t>
            </a:r>
          </a:p>
        </p:txBody>
      </p:sp>
      <p:sp>
        <p:nvSpPr>
          <p:cNvPr id="7" name="Rectangle 6">
            <a:extLst>
              <a:ext uri="{FF2B5EF4-FFF2-40B4-BE49-F238E27FC236}">
                <a16:creationId xmlns:a16="http://schemas.microsoft.com/office/drawing/2014/main" id="{15478F6E-E982-901B-B1CD-99E9BEC8F560}"/>
              </a:ext>
            </a:extLst>
          </p:cNvPr>
          <p:cNvSpPr/>
          <p:nvPr userDrawn="1"/>
        </p:nvSpPr>
        <p:spPr>
          <a:xfrm>
            <a:off x="3697572" y="6583530"/>
            <a:ext cx="5445283" cy="276999"/>
          </a:xfrm>
          <a:prstGeom prst="rect">
            <a:avLst/>
          </a:prstGeom>
        </p:spPr>
        <p:txBody>
          <a:bodyPr wrap="square">
            <a:spAutoFit/>
          </a:bodyPr>
          <a:lstStyle/>
          <a:p>
            <a:pPr algn="r"/>
            <a:r>
              <a:rPr lang="en-GB" sz="1200" dirty="0">
                <a:solidFill>
                  <a:srgbClr val="777777"/>
                </a:solidFill>
                <a:latin typeface="+mj-lt"/>
              </a:rPr>
              <a:t>Dr Frost Learning is a registered charity in England and Wales (no 1194954)</a:t>
            </a:r>
            <a:endParaRPr lang="en-GB" sz="1200" dirty="0">
              <a:latin typeface="+mj-lt"/>
            </a:endParaRPr>
          </a:p>
        </p:txBody>
      </p:sp>
      <p:graphicFrame>
        <p:nvGraphicFramePr>
          <p:cNvPr id="9" name="Table 4">
            <a:extLst>
              <a:ext uri="{FF2B5EF4-FFF2-40B4-BE49-F238E27FC236}">
                <a16:creationId xmlns:a16="http://schemas.microsoft.com/office/drawing/2014/main" id="{B1E6C5DD-BFA0-9A9F-D8E7-3FF31922E6FD}"/>
              </a:ext>
            </a:extLst>
          </p:cNvPr>
          <p:cNvGraphicFramePr>
            <a:graphicFrameLocks noGrp="1"/>
          </p:cNvGraphicFramePr>
          <p:nvPr userDrawn="1">
            <p:extLst>
              <p:ext uri="{D42A27DB-BD31-4B8C-83A1-F6EECF244321}">
                <p14:modId xmlns:p14="http://schemas.microsoft.com/office/powerpoint/2010/main" val="1595371098"/>
              </p:ext>
            </p:extLst>
          </p:nvPr>
        </p:nvGraphicFramePr>
        <p:xfrm>
          <a:off x="186166" y="1488568"/>
          <a:ext cx="8800210" cy="5119007"/>
        </p:xfrm>
        <a:graphic>
          <a:graphicData uri="http://schemas.openxmlformats.org/drawingml/2006/table">
            <a:tbl>
              <a:tblPr firstRow="1" bandRow="1">
                <a:tableStyleId>{6E25E649-3F16-4E02-A733-19D2CDBF48F0}</a:tableStyleId>
              </a:tblPr>
              <a:tblGrid>
                <a:gridCol w="1254191">
                  <a:extLst>
                    <a:ext uri="{9D8B030D-6E8A-4147-A177-3AD203B41FA5}">
                      <a16:colId xmlns:a16="http://schemas.microsoft.com/office/drawing/2014/main" val="2907381801"/>
                    </a:ext>
                  </a:extLst>
                </a:gridCol>
                <a:gridCol w="5055585">
                  <a:extLst>
                    <a:ext uri="{9D8B030D-6E8A-4147-A177-3AD203B41FA5}">
                      <a16:colId xmlns:a16="http://schemas.microsoft.com/office/drawing/2014/main" val="1014323303"/>
                    </a:ext>
                  </a:extLst>
                </a:gridCol>
                <a:gridCol w="2490434">
                  <a:extLst>
                    <a:ext uri="{9D8B030D-6E8A-4147-A177-3AD203B41FA5}">
                      <a16:colId xmlns:a16="http://schemas.microsoft.com/office/drawing/2014/main" val="3445353090"/>
                    </a:ext>
                  </a:extLst>
                </a:gridCol>
              </a:tblGrid>
              <a:tr h="320927">
                <a:tc>
                  <a:txBody>
                    <a:bodyPr/>
                    <a:lstStyle/>
                    <a:p>
                      <a:pPr algn="ctr">
                        <a:lnSpc>
                          <a:spcPct val="100000"/>
                        </a:lnSpc>
                        <a:spcAft>
                          <a:spcPts val="800"/>
                        </a:spcAft>
                      </a:pPr>
                      <a:r>
                        <a:rPr lang="en-GB" sz="1400" b="1" dirty="0">
                          <a:solidFill>
                            <a:srgbClr val="BAE947"/>
                          </a:solidFill>
                          <a:effectLst/>
                          <a:latin typeface="Trebuchet MS" panose="020B0603020202020204" pitchFamily="34" charset="0"/>
                          <a:ea typeface="Trebuchet MS" panose="020B0603020202020204" pitchFamily="34" charset="0"/>
                          <a:cs typeface="Trebuchet MS" panose="020B0603020202020204" pitchFamily="34" charset="0"/>
                        </a:rPr>
                        <a:t>Slide Title</a:t>
                      </a:r>
                      <a:endParaRPr lang="en-GB" sz="1400" dirty="0">
                        <a:effectLst/>
                        <a:latin typeface="Calibri" panose="020F0502020204030204" pitchFamily="34" charset="0"/>
                        <a:ea typeface="Calibri" panose="020F0502020204030204" pitchFamily="34" charset="0"/>
                      </a:endParaRPr>
                    </a:p>
                  </a:txBody>
                  <a:tcPr>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pPr algn="ctr">
                        <a:lnSpc>
                          <a:spcPct val="100000"/>
                        </a:lnSpc>
                        <a:spcAft>
                          <a:spcPts val="800"/>
                        </a:spcAft>
                      </a:pPr>
                      <a:r>
                        <a:rPr lang="en-GB" sz="1400" b="1" dirty="0">
                          <a:solidFill>
                            <a:srgbClr val="BAE947"/>
                          </a:solidFill>
                          <a:effectLst/>
                          <a:latin typeface="Trebuchet MS" panose="020B0603020202020204" pitchFamily="34" charset="0"/>
                          <a:ea typeface="Trebuchet MS" panose="020B0603020202020204" pitchFamily="34" charset="0"/>
                          <a:cs typeface="Trebuchet MS" panose="020B0603020202020204" pitchFamily="34" charset="0"/>
                        </a:rPr>
                        <a:t>Explanation</a:t>
                      </a:r>
                      <a:endParaRPr lang="en-GB" sz="1400" dirty="0">
                        <a:effectLst/>
                        <a:latin typeface="Calibri" panose="020F0502020204030204" pitchFamily="34" charset="0"/>
                        <a:ea typeface="Calibri" panose="020F0502020204030204" pitchFamily="34" charset="0"/>
                      </a:endParaRPr>
                    </a:p>
                  </a:txBody>
                  <a:tcPr>
                    <a:lnL w="1270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pPr algn="ctr">
                        <a:lnSpc>
                          <a:spcPct val="100000"/>
                        </a:lnSpc>
                        <a:spcAft>
                          <a:spcPts val="800"/>
                        </a:spcAft>
                      </a:pPr>
                      <a:r>
                        <a:rPr lang="en-GB" sz="1400" b="1" dirty="0">
                          <a:solidFill>
                            <a:srgbClr val="BAE947"/>
                          </a:solidFill>
                          <a:effectLst/>
                          <a:latin typeface="Trebuchet MS" panose="020B0603020202020204" pitchFamily="34" charset="0"/>
                          <a:ea typeface="Trebuchet MS" panose="020B0603020202020204" pitchFamily="34" charset="0"/>
                          <a:cs typeface="Trebuchet MS" panose="020B0603020202020204" pitchFamily="34" charset="0"/>
                        </a:rPr>
                        <a:t>Default Animations*</a:t>
                      </a:r>
                      <a:endParaRPr lang="en-GB" sz="1400" dirty="0">
                        <a:effectLst/>
                        <a:latin typeface="Calibri" panose="020F0502020204030204" pitchFamily="34" charset="0"/>
                        <a:ea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95567856"/>
                  </a:ext>
                </a:extLst>
              </a:tr>
              <a:tr h="320927">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Recap</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as a prior knowledge check or to review prerequisite knowledge. Can be used as a starter or as part of the main lesson.</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tcPr>
                </a:tc>
                <a:tc>
                  <a:txBody>
                    <a:bodyPr/>
                    <a:lstStyle/>
                    <a:p>
                      <a:pPr algn="ctr">
                        <a:lnSpc>
                          <a:spcPct val="100000"/>
                        </a:lnSpc>
                        <a:spcAft>
                          <a:spcPts val="800"/>
                        </a:spcAft>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Green click-to-reveal boxes.</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121344555"/>
                  </a:ext>
                </a:extLst>
              </a:tr>
              <a:tr h="648000">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The Big Idea</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to highlight key concepts or theorems. This could include the ‘why’ of the topic - including  “real-life” contextual scenarios, or putting into context of other mathematical concepts (past and future).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Usually in sequence with some green click-to-reveal boxes.</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88620264"/>
                  </a:ext>
                </a:extLst>
              </a:tr>
              <a:tr h="288000">
                <a:tc>
                  <a:txBody>
                    <a:bodyPr/>
                    <a:lstStyle/>
                    <a:p>
                      <a:pPr algn="ctr">
                        <a:lnSpc>
                          <a:spcPct val="100000"/>
                        </a:lnSpc>
                        <a:spcAft>
                          <a:spcPts val="800"/>
                        </a:spcAft>
                      </a:pPr>
                      <a:r>
                        <a:rPr lang="en-GB" sz="1200" b="1">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Example</a:t>
                      </a:r>
                      <a:endParaRPr lang="en-GB" sz="120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modelled by the teacher.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lnSpc>
                          <a:spcPct val="100000"/>
                        </a:lnSpc>
                        <a:spcAft>
                          <a:spcPts val="800"/>
                        </a:spcAft>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Solution animates in sequence.</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823316511"/>
                  </a:ext>
                </a:extLst>
              </a:tr>
              <a:tr h="432000">
                <a:tc>
                  <a:txBody>
                    <a:bodyPr/>
                    <a:lstStyle/>
                    <a:p>
                      <a:pPr algn="ctr">
                        <a:lnSpc>
                          <a:spcPct val="100000"/>
                        </a:lnSpc>
                        <a:spcAft>
                          <a:spcPts val="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Test Your Understanding</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completed by students and used for Assessment for Learning, primarily using mini-whiteboards.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Green click-to-reveal boxes.</a:t>
                      </a:r>
                      <a:b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b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For multi-step answers, reveal in parts or click final answer to reveal full solution.</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9011436"/>
                  </a:ext>
                </a:extLst>
              </a:tr>
              <a:tr h="723483">
                <a:tc>
                  <a:txBody>
                    <a:bodyPr/>
                    <a:lstStyle/>
                    <a:p>
                      <a:pPr algn="ctr">
                        <a:lnSpc>
                          <a:spcPct val="100000"/>
                        </a:lnSpc>
                        <a:spcAft>
                          <a:spcPts val="800"/>
                        </a:spcAft>
                      </a:pPr>
                      <a:r>
                        <a:rPr lang="en-GB" sz="1200" b="1">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Example Problem Pair</a:t>
                      </a:r>
                      <a:endParaRPr lang="en-GB" sz="120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as ‘Example’ &amp;‘Test Your Understanding’ above, within the same slide to provide scaffold via visible modelled solution. </a:t>
                      </a:r>
                      <a:b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b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TYU column is blank initially, to focus attention on example. </a:t>
                      </a:r>
                      <a:b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b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Reveal question by clicking ‘Test Your Understanding’ banner.</a:t>
                      </a: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lnSpc>
                          <a:spcPct val="100000"/>
                        </a:lnSpc>
                        <a:spcAft>
                          <a:spcPts val="800"/>
                        </a:spcAft>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Example animates in sequence. Click the header to reveal TYU question, then green click-to-reveal boxes.</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373779652"/>
                  </a:ext>
                </a:extLst>
              </a:tr>
              <a:tr h="648000">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Quickfire Questions</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as fluency practice. Multiple questions in rapid succession, for calculations that can be completed mentally. Often used for shorter questions/ formulae or to isolate a small part of the method.</a:t>
                      </a:r>
                      <a:endParaRPr lang="en-GB" sz="1200" b="1"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Green click-to-reveal boxes. For multi-step answers, reveal in parts or click final line to reveal full solution.</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06600185"/>
                  </a:ext>
                </a:extLst>
              </a:tr>
              <a:tr h="648000">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Multi-choice Question</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as a diagnostic question. Multiple choice questions, with plausible distractors, to allow teachers to diagnose misconceptions and errors in student thinking, then adapt their lesson accordingly.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lnSpc>
                          <a:spcPct val="100000"/>
                        </a:lnSpc>
                        <a:spcAft>
                          <a:spcPts val="800"/>
                        </a:spcAft>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Arrow points to answer, on click.</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74955280"/>
                  </a:ext>
                </a:extLst>
              </a:tr>
              <a:tr h="288000">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Exam Question</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completed by teacher or student.</a:t>
                      </a: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Green click-to-reveal boxes.</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0814626"/>
                  </a:ext>
                </a:extLst>
              </a:tr>
            </a:tbl>
          </a:graphicData>
        </a:graphic>
      </p:graphicFrame>
      <p:sp>
        <p:nvSpPr>
          <p:cNvPr id="16" name="TextBox 15">
            <a:extLst>
              <a:ext uri="{FF2B5EF4-FFF2-40B4-BE49-F238E27FC236}">
                <a16:creationId xmlns:a16="http://schemas.microsoft.com/office/drawing/2014/main" id="{3B7FB694-71D8-D54A-242E-D184298108FD}"/>
              </a:ext>
            </a:extLst>
          </p:cNvPr>
          <p:cNvSpPr txBox="1"/>
          <p:nvPr userDrawn="1"/>
        </p:nvSpPr>
        <p:spPr>
          <a:xfrm>
            <a:off x="166179" y="566577"/>
            <a:ext cx="8800211" cy="954107"/>
          </a:xfrm>
          <a:prstGeom prst="rect">
            <a:avLst/>
          </a:prstGeom>
          <a:noFill/>
        </p:spPr>
        <p:txBody>
          <a:bodyPr wrap="square">
            <a:spAutoFit/>
          </a:bodyPr>
          <a:lstStyle/>
          <a:p>
            <a:r>
              <a:rPr lang="en-GB" sz="1400" b="0" dirty="0"/>
              <a:t>Though many slides in this resource will have titles specific to the topic, the slide titles in the table below are used consistently within DFL resources for specific pedagogical purposes.</a:t>
            </a:r>
          </a:p>
          <a:p>
            <a:r>
              <a:rPr lang="en-GB" sz="1400" b="0" dirty="0"/>
              <a:t>Any atypical use of a slide type, including any change of animation* or intended use, will be outlined in the Teacher Notes for the slide.</a:t>
            </a:r>
          </a:p>
        </p:txBody>
      </p:sp>
      <p:sp>
        <p:nvSpPr>
          <p:cNvPr id="17" name="Rectangle 16">
            <a:extLst>
              <a:ext uri="{FF2B5EF4-FFF2-40B4-BE49-F238E27FC236}">
                <a16:creationId xmlns:a16="http://schemas.microsoft.com/office/drawing/2014/main" id="{DB46DD2D-2AF6-3BA6-E0DC-D4439B4374EE}"/>
              </a:ext>
            </a:extLst>
          </p:cNvPr>
          <p:cNvSpPr/>
          <p:nvPr userDrawn="1"/>
        </p:nvSpPr>
        <p:spPr>
          <a:xfrm>
            <a:off x="-1" y="0"/>
            <a:ext cx="9142856" cy="6858000"/>
          </a:xfrm>
          <a:prstGeom prst="rect">
            <a:avLst/>
          </a:prstGeom>
          <a:pattFill prst="wdDnDiag">
            <a:fgClr>
              <a:schemeClr val="bg2"/>
            </a:fgClr>
            <a:bgClr>
              <a:schemeClr val="bg1"/>
            </a:bgClr>
          </a:patt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17B16402-6AEF-B37C-39F0-05F3E56C74A8}"/>
              </a:ext>
            </a:extLst>
          </p:cNvPr>
          <p:cNvSpPr/>
          <p:nvPr userDrawn="1"/>
        </p:nvSpPr>
        <p:spPr>
          <a:xfrm>
            <a:off x="-1" y="0"/>
            <a:ext cx="9144001" cy="54868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2800" b="1" dirty="0">
                <a:solidFill>
                  <a:schemeClr val="tx1"/>
                </a:solidFill>
              </a:rPr>
              <a:t> How to use these slides</a:t>
            </a:r>
          </a:p>
        </p:txBody>
      </p:sp>
      <p:sp>
        <p:nvSpPr>
          <p:cNvPr id="19" name="Rectangle 18">
            <a:extLst>
              <a:ext uri="{FF2B5EF4-FFF2-40B4-BE49-F238E27FC236}">
                <a16:creationId xmlns:a16="http://schemas.microsoft.com/office/drawing/2014/main" id="{D888BA7D-B3AD-2FEE-E7DD-511FFBCAE187}"/>
              </a:ext>
            </a:extLst>
          </p:cNvPr>
          <p:cNvSpPr/>
          <p:nvPr userDrawn="1"/>
        </p:nvSpPr>
        <p:spPr>
          <a:xfrm>
            <a:off x="3697572" y="6583530"/>
            <a:ext cx="5445283" cy="276999"/>
          </a:xfrm>
          <a:prstGeom prst="rect">
            <a:avLst/>
          </a:prstGeom>
        </p:spPr>
        <p:txBody>
          <a:bodyPr wrap="square">
            <a:spAutoFit/>
          </a:bodyPr>
          <a:lstStyle/>
          <a:p>
            <a:pPr algn="r"/>
            <a:r>
              <a:rPr lang="en-GB" sz="1200" dirty="0">
                <a:solidFill>
                  <a:srgbClr val="777777"/>
                </a:solidFill>
                <a:latin typeface="+mj-lt"/>
              </a:rPr>
              <a:t>Dr Frost Learning is a registered charity in England and Wales (no 1194954)</a:t>
            </a:r>
            <a:endParaRPr lang="en-GB" sz="1200" dirty="0">
              <a:latin typeface="+mj-lt"/>
            </a:endParaRPr>
          </a:p>
        </p:txBody>
      </p:sp>
      <p:graphicFrame>
        <p:nvGraphicFramePr>
          <p:cNvPr id="20" name="Table 4">
            <a:extLst>
              <a:ext uri="{FF2B5EF4-FFF2-40B4-BE49-F238E27FC236}">
                <a16:creationId xmlns:a16="http://schemas.microsoft.com/office/drawing/2014/main" id="{825FA787-B21E-7D5D-1C45-C8ECE75BAB25}"/>
              </a:ext>
            </a:extLst>
          </p:cNvPr>
          <p:cNvGraphicFramePr>
            <a:graphicFrameLocks noGrp="1"/>
          </p:cNvGraphicFramePr>
          <p:nvPr userDrawn="1">
            <p:extLst>
              <p:ext uri="{D42A27DB-BD31-4B8C-83A1-F6EECF244321}">
                <p14:modId xmlns:p14="http://schemas.microsoft.com/office/powerpoint/2010/main" val="2474839754"/>
              </p:ext>
            </p:extLst>
          </p:nvPr>
        </p:nvGraphicFramePr>
        <p:xfrm>
          <a:off x="186166" y="1488568"/>
          <a:ext cx="8800210" cy="5119007"/>
        </p:xfrm>
        <a:graphic>
          <a:graphicData uri="http://schemas.openxmlformats.org/drawingml/2006/table">
            <a:tbl>
              <a:tblPr firstRow="1" bandRow="1">
                <a:tableStyleId>{6E25E649-3F16-4E02-A733-19D2CDBF48F0}</a:tableStyleId>
              </a:tblPr>
              <a:tblGrid>
                <a:gridCol w="1254191">
                  <a:extLst>
                    <a:ext uri="{9D8B030D-6E8A-4147-A177-3AD203B41FA5}">
                      <a16:colId xmlns:a16="http://schemas.microsoft.com/office/drawing/2014/main" val="2907381801"/>
                    </a:ext>
                  </a:extLst>
                </a:gridCol>
                <a:gridCol w="5055585">
                  <a:extLst>
                    <a:ext uri="{9D8B030D-6E8A-4147-A177-3AD203B41FA5}">
                      <a16:colId xmlns:a16="http://schemas.microsoft.com/office/drawing/2014/main" val="1014323303"/>
                    </a:ext>
                  </a:extLst>
                </a:gridCol>
                <a:gridCol w="2490434">
                  <a:extLst>
                    <a:ext uri="{9D8B030D-6E8A-4147-A177-3AD203B41FA5}">
                      <a16:colId xmlns:a16="http://schemas.microsoft.com/office/drawing/2014/main" val="3445353090"/>
                    </a:ext>
                  </a:extLst>
                </a:gridCol>
              </a:tblGrid>
              <a:tr h="320927">
                <a:tc>
                  <a:txBody>
                    <a:bodyPr/>
                    <a:lstStyle/>
                    <a:p>
                      <a:pPr algn="ctr">
                        <a:lnSpc>
                          <a:spcPct val="100000"/>
                        </a:lnSpc>
                        <a:spcAft>
                          <a:spcPts val="800"/>
                        </a:spcAft>
                      </a:pPr>
                      <a:r>
                        <a:rPr lang="en-GB" sz="1400" b="1" dirty="0">
                          <a:solidFill>
                            <a:srgbClr val="BAE947"/>
                          </a:solidFill>
                          <a:effectLst/>
                          <a:latin typeface="Trebuchet MS" panose="020B0603020202020204" pitchFamily="34" charset="0"/>
                          <a:ea typeface="Trebuchet MS" panose="020B0603020202020204" pitchFamily="34" charset="0"/>
                          <a:cs typeface="Trebuchet MS" panose="020B0603020202020204" pitchFamily="34" charset="0"/>
                        </a:rPr>
                        <a:t>Slide Title</a:t>
                      </a:r>
                      <a:endParaRPr lang="en-GB" sz="1400" dirty="0">
                        <a:effectLst/>
                        <a:latin typeface="Calibri" panose="020F0502020204030204" pitchFamily="34" charset="0"/>
                        <a:ea typeface="Calibri" panose="020F0502020204030204" pitchFamily="34" charset="0"/>
                      </a:endParaRPr>
                    </a:p>
                  </a:txBody>
                  <a:tcPr>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pPr algn="ctr">
                        <a:lnSpc>
                          <a:spcPct val="100000"/>
                        </a:lnSpc>
                        <a:spcAft>
                          <a:spcPts val="800"/>
                        </a:spcAft>
                      </a:pPr>
                      <a:r>
                        <a:rPr lang="en-GB" sz="1400" b="1" dirty="0">
                          <a:solidFill>
                            <a:srgbClr val="BAE947"/>
                          </a:solidFill>
                          <a:effectLst/>
                          <a:latin typeface="Trebuchet MS" panose="020B0603020202020204" pitchFamily="34" charset="0"/>
                          <a:ea typeface="Trebuchet MS" panose="020B0603020202020204" pitchFamily="34" charset="0"/>
                          <a:cs typeface="Trebuchet MS" panose="020B0603020202020204" pitchFamily="34" charset="0"/>
                        </a:rPr>
                        <a:t>Explanation</a:t>
                      </a:r>
                      <a:endParaRPr lang="en-GB" sz="1400" dirty="0">
                        <a:effectLst/>
                        <a:latin typeface="Calibri" panose="020F0502020204030204" pitchFamily="34" charset="0"/>
                        <a:ea typeface="Calibri" panose="020F0502020204030204" pitchFamily="34" charset="0"/>
                      </a:endParaRPr>
                    </a:p>
                  </a:txBody>
                  <a:tcPr>
                    <a:lnL w="12700" cap="flat" cmpd="sng" algn="ctr">
                      <a:solidFill>
                        <a:schemeClr val="tx2"/>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chemeClr val="tx2"/>
                    </a:solidFill>
                  </a:tcPr>
                </a:tc>
                <a:tc>
                  <a:txBody>
                    <a:bodyPr/>
                    <a:lstStyle/>
                    <a:p>
                      <a:pPr algn="ctr">
                        <a:lnSpc>
                          <a:spcPct val="100000"/>
                        </a:lnSpc>
                        <a:spcAft>
                          <a:spcPts val="800"/>
                        </a:spcAft>
                      </a:pPr>
                      <a:r>
                        <a:rPr lang="en-GB" sz="1400" b="1" dirty="0">
                          <a:solidFill>
                            <a:srgbClr val="BAE947"/>
                          </a:solidFill>
                          <a:effectLst/>
                          <a:latin typeface="Trebuchet MS" panose="020B0603020202020204" pitchFamily="34" charset="0"/>
                          <a:ea typeface="Trebuchet MS" panose="020B0603020202020204" pitchFamily="34" charset="0"/>
                          <a:cs typeface="Trebuchet MS" panose="020B0603020202020204" pitchFamily="34" charset="0"/>
                        </a:rPr>
                        <a:t>Default Animations*</a:t>
                      </a:r>
                      <a:endParaRPr lang="en-GB" sz="1400" dirty="0">
                        <a:effectLst/>
                        <a:latin typeface="Calibri" panose="020F0502020204030204" pitchFamily="34" charset="0"/>
                        <a:ea typeface="Calibri" panose="020F050202020403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95567856"/>
                  </a:ext>
                </a:extLst>
              </a:tr>
              <a:tr h="320927">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Recap</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as a prior knowledge check or to review prerequisite knowledge. Can be used as a starter or as part of the main lesson.</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2"/>
                      </a:solidFill>
                      <a:prstDash val="solid"/>
                      <a:round/>
                      <a:headEnd type="none" w="med" len="med"/>
                      <a:tailEnd type="none" w="med" len="med"/>
                    </a:lnT>
                  </a:tcPr>
                </a:tc>
                <a:tc>
                  <a:txBody>
                    <a:bodyPr/>
                    <a:lstStyle/>
                    <a:p>
                      <a:pPr algn="ctr">
                        <a:lnSpc>
                          <a:spcPct val="100000"/>
                        </a:lnSpc>
                        <a:spcAft>
                          <a:spcPts val="800"/>
                        </a:spcAft>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Green click-to-reveal boxes.</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121344555"/>
                  </a:ext>
                </a:extLst>
              </a:tr>
              <a:tr h="648000">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The Big Idea</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to highlight key concepts or theorems. This could include the ‘why’ of the topic - including  “real-life” contextual scenarios, or putting into context of other mathematical concepts (past and future).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Usually in sequence with some green click-to-reveal boxes.</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488620264"/>
                  </a:ext>
                </a:extLst>
              </a:tr>
              <a:tr h="288000">
                <a:tc>
                  <a:txBody>
                    <a:bodyPr/>
                    <a:lstStyle/>
                    <a:p>
                      <a:pPr algn="ctr">
                        <a:lnSpc>
                          <a:spcPct val="100000"/>
                        </a:lnSpc>
                        <a:spcAft>
                          <a:spcPts val="800"/>
                        </a:spcAft>
                      </a:pPr>
                      <a:r>
                        <a:rPr lang="en-GB" sz="1200" b="1">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Example</a:t>
                      </a:r>
                      <a:endParaRPr lang="en-GB" sz="120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modelled by the teacher.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lnSpc>
                          <a:spcPct val="100000"/>
                        </a:lnSpc>
                        <a:spcAft>
                          <a:spcPts val="800"/>
                        </a:spcAft>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Solution animates in sequence.</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823316511"/>
                  </a:ext>
                </a:extLst>
              </a:tr>
              <a:tr h="432000">
                <a:tc>
                  <a:txBody>
                    <a:bodyPr/>
                    <a:lstStyle/>
                    <a:p>
                      <a:pPr algn="ctr">
                        <a:lnSpc>
                          <a:spcPct val="100000"/>
                        </a:lnSpc>
                        <a:spcAft>
                          <a:spcPts val="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Test Your Understanding</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completed by students and used for Assessment for Learning, primarily using mini-whiteboards.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Green click-to-reveal boxes.</a:t>
                      </a:r>
                      <a:b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b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For multi-step answers, reveal in parts or click final answer to reveal full solution.</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209011436"/>
                  </a:ext>
                </a:extLst>
              </a:tr>
              <a:tr h="723483">
                <a:tc>
                  <a:txBody>
                    <a:bodyPr/>
                    <a:lstStyle/>
                    <a:p>
                      <a:pPr algn="ctr">
                        <a:lnSpc>
                          <a:spcPct val="100000"/>
                        </a:lnSpc>
                        <a:spcAft>
                          <a:spcPts val="800"/>
                        </a:spcAft>
                      </a:pPr>
                      <a:r>
                        <a:rPr lang="en-GB" sz="1200" b="1">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Example Problem Pair</a:t>
                      </a:r>
                      <a:endParaRPr lang="en-GB" sz="120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as ‘Example’ &amp;‘Test Your Understanding’ above, within the same slide to provide scaffold via visible modelled solution. </a:t>
                      </a:r>
                      <a:b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b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TYU column is blank initially, to focus attention on example. </a:t>
                      </a:r>
                      <a:endPar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lnSpc>
                          <a:spcPct val="100000"/>
                        </a:lnSpc>
                        <a:spcAft>
                          <a:spcPts val="800"/>
                        </a:spcAft>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Example animates in sequence, followed by TYU question with green click-to-reveal boxes for solution steps. </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373779652"/>
                  </a:ext>
                </a:extLst>
              </a:tr>
              <a:tr h="648000">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Quickfire Questions</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as fluency practice. Multiple questions in rapid succession, for calculations that can be completed mentally. Often used for shorter questions/ formulae or to isolate a small part of the method.</a:t>
                      </a:r>
                      <a:endParaRPr lang="en-GB" sz="1200" b="1"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Green click-to-reveal boxes. For multi-step answers, reveal in parts or click final line to reveal full solution.</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306600185"/>
                  </a:ext>
                </a:extLst>
              </a:tr>
              <a:tr h="648000">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Multi-choice Question</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used as a diagnostic question. Multiple choice questions, with plausible distractors, to allow teachers to diagnose misconceptions and errors in student thinking, then adapt their lesson accordingly.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lnSpc>
                          <a:spcPct val="100000"/>
                        </a:lnSpc>
                        <a:spcAft>
                          <a:spcPts val="800"/>
                        </a:spcAft>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Arrow points to answer, on click.</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274955280"/>
                  </a:ext>
                </a:extLst>
              </a:tr>
              <a:tr h="288000">
                <a:tc>
                  <a:txBody>
                    <a:bodyPr/>
                    <a:lstStyle/>
                    <a:p>
                      <a:pPr algn="ctr">
                        <a:lnSpc>
                          <a:spcPct val="100000"/>
                        </a:lnSpc>
                        <a:spcAft>
                          <a:spcPts val="800"/>
                        </a:spcAft>
                      </a:pP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Exam Question</a:t>
                      </a:r>
                      <a:endParaRPr lang="en-GB" sz="1200" dirty="0">
                        <a:effectLst/>
                        <a:latin typeface="Calibri" panose="020F0502020204030204" pitchFamily="34" charset="0"/>
                        <a:ea typeface="Calibri" panose="020F0502020204030204" pitchFamily="34" charset="0"/>
                      </a:endParaRPr>
                    </a:p>
                  </a:txBody>
                  <a:tcPr anchor="ctr">
                    <a:lnR w="12700" cap="flat" cmpd="sng" algn="ctr">
                      <a:solidFill>
                        <a:schemeClr val="tx2"/>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0000"/>
                        </a:lnSpc>
                        <a:spcAft>
                          <a:spcPts val="800"/>
                        </a:spcAft>
                      </a:pPr>
                      <a:r>
                        <a:rPr lang="en-GB" sz="120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To be completed by teacher or student.</a:t>
                      </a:r>
                      <a:r>
                        <a:rPr lang="en-GB" sz="1200" b="1"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 </a:t>
                      </a:r>
                      <a:endParaRPr lang="en-GB" sz="1200" dirty="0">
                        <a:effectLst/>
                        <a:latin typeface="Calibri" panose="020F0502020204030204" pitchFamily="34" charset="0"/>
                        <a:ea typeface="Calibri" panose="020F0502020204030204" pitchFamily="34" charset="0"/>
                      </a:endParaRPr>
                    </a:p>
                  </a:txBody>
                  <a:tcPr anchor="ctr">
                    <a:lnL w="12700" cap="flat" cmpd="sng" algn="ctr">
                      <a:solidFill>
                        <a:schemeClr val="tx2"/>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GB" sz="1200" b="0" dirty="0">
                          <a:solidFill>
                            <a:srgbClr val="000000"/>
                          </a:solidFill>
                          <a:effectLst/>
                          <a:latin typeface="Trebuchet MS" panose="020B0603020202020204" pitchFamily="34" charset="0"/>
                          <a:ea typeface="Trebuchet MS" panose="020B0603020202020204" pitchFamily="34" charset="0"/>
                          <a:cs typeface="Trebuchet MS" panose="020B0603020202020204" pitchFamily="34" charset="0"/>
                        </a:rPr>
                        <a:t>Green click-to-reveal boxes.</a:t>
                      </a:r>
                      <a:endParaRPr lang="en-GB" sz="1200" b="0" dirty="0">
                        <a:effectLst/>
                        <a:latin typeface="Calibri" panose="020F0502020204030204" pitchFamily="34" charset="0"/>
                        <a:ea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0814626"/>
                  </a:ext>
                </a:extLst>
              </a:tr>
            </a:tbl>
          </a:graphicData>
        </a:graphic>
      </p:graphicFrame>
      <p:sp>
        <p:nvSpPr>
          <p:cNvPr id="21" name="TextBox 20">
            <a:extLst>
              <a:ext uri="{FF2B5EF4-FFF2-40B4-BE49-F238E27FC236}">
                <a16:creationId xmlns:a16="http://schemas.microsoft.com/office/drawing/2014/main" id="{71ECD632-08B3-7B42-086B-70F1F638FCCB}"/>
              </a:ext>
            </a:extLst>
          </p:cNvPr>
          <p:cNvSpPr txBox="1"/>
          <p:nvPr userDrawn="1"/>
        </p:nvSpPr>
        <p:spPr>
          <a:xfrm>
            <a:off x="166179" y="566577"/>
            <a:ext cx="8800211" cy="954107"/>
          </a:xfrm>
          <a:prstGeom prst="rect">
            <a:avLst/>
          </a:prstGeom>
          <a:noFill/>
        </p:spPr>
        <p:txBody>
          <a:bodyPr wrap="square">
            <a:spAutoFit/>
          </a:bodyPr>
          <a:lstStyle/>
          <a:p>
            <a:r>
              <a:rPr lang="en-GB" sz="1400" b="0" dirty="0"/>
              <a:t>Though many slides in this resource will have titles specific to the topic, the slide titles in the table below are used consistently within DFL resources for specific pedagogical purposes.</a:t>
            </a:r>
          </a:p>
          <a:p>
            <a:r>
              <a:rPr lang="en-GB" sz="1400" b="0" dirty="0"/>
              <a:t>Any atypical use of a slide type, including any change of animation* or intended use, will be outlined in the Teacher Notes for the slide.</a:t>
            </a:r>
          </a:p>
        </p:txBody>
      </p:sp>
    </p:spTree>
    <p:extLst>
      <p:ext uri="{BB962C8B-B14F-4D97-AF65-F5344CB8AC3E}">
        <p14:creationId xmlns:p14="http://schemas.microsoft.com/office/powerpoint/2010/main" val="518558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eacher Note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0037F82-FCC1-1995-1590-BE05F5340CCC}"/>
              </a:ext>
            </a:extLst>
          </p:cNvPr>
          <p:cNvSpPr/>
          <p:nvPr/>
        </p:nvSpPr>
        <p:spPr>
          <a:xfrm>
            <a:off x="-1" y="0"/>
            <a:ext cx="9142856" cy="6858000"/>
          </a:xfrm>
          <a:prstGeom prst="rect">
            <a:avLst/>
          </a:prstGeom>
          <a:pattFill prst="wdDnDiag">
            <a:fgClr>
              <a:schemeClr val="bg2"/>
            </a:fgClr>
            <a:bgClr>
              <a:schemeClr val="bg1"/>
            </a:bgClr>
          </a:patt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7" name="Rectangle 6">
            <a:extLst>
              <a:ext uri="{FF2B5EF4-FFF2-40B4-BE49-F238E27FC236}">
                <a16:creationId xmlns:a16="http://schemas.microsoft.com/office/drawing/2014/main" id="{4BC6FBD1-3F40-215F-9950-194BCEE0612F}"/>
              </a:ext>
            </a:extLst>
          </p:cNvPr>
          <p:cNvSpPr/>
          <p:nvPr/>
        </p:nvSpPr>
        <p:spPr>
          <a:xfrm>
            <a:off x="-1" y="0"/>
            <a:ext cx="9144001" cy="54868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2800" b="1" dirty="0">
                <a:solidFill>
                  <a:schemeClr val="tx1"/>
                </a:solidFill>
              </a:rPr>
              <a:t> Teacher Notes</a:t>
            </a:r>
          </a:p>
        </p:txBody>
      </p:sp>
      <p:sp>
        <p:nvSpPr>
          <p:cNvPr id="9" name="Rectangle 8">
            <a:extLst>
              <a:ext uri="{FF2B5EF4-FFF2-40B4-BE49-F238E27FC236}">
                <a16:creationId xmlns:a16="http://schemas.microsoft.com/office/drawing/2014/main" id="{8C24497D-7033-0859-5009-B856082B259E}"/>
              </a:ext>
            </a:extLst>
          </p:cNvPr>
          <p:cNvSpPr/>
          <p:nvPr/>
        </p:nvSpPr>
        <p:spPr>
          <a:xfrm>
            <a:off x="6137117" y="6340611"/>
            <a:ext cx="2965766" cy="461665"/>
          </a:xfrm>
          <a:prstGeom prst="rect">
            <a:avLst/>
          </a:prstGeom>
        </p:spPr>
        <p:txBody>
          <a:bodyPr wrap="square">
            <a:spAutoFit/>
          </a:bodyPr>
          <a:lstStyle/>
          <a:p>
            <a:pPr algn="r"/>
            <a:r>
              <a:rPr lang="en-GB" sz="1200" dirty="0">
                <a:solidFill>
                  <a:srgbClr val="777777"/>
                </a:solidFill>
                <a:latin typeface="+mj-lt"/>
              </a:rPr>
              <a:t>Dr Frost Learning is a registered charity in England and Wales (no 1194954)</a:t>
            </a:r>
            <a:endParaRPr lang="en-GB" sz="1200" dirty="0">
              <a:latin typeface="+mj-lt"/>
            </a:endParaRPr>
          </a:p>
        </p:txBody>
      </p:sp>
      <p:sp>
        <p:nvSpPr>
          <p:cNvPr id="8" name="Text Placeholder 2">
            <a:extLst>
              <a:ext uri="{FF2B5EF4-FFF2-40B4-BE49-F238E27FC236}">
                <a16:creationId xmlns:a16="http://schemas.microsoft.com/office/drawing/2014/main" id="{C137FAB0-E3AA-395B-926C-DF3AF49951FD}"/>
              </a:ext>
            </a:extLst>
          </p:cNvPr>
          <p:cNvSpPr>
            <a:spLocks noGrp="1"/>
          </p:cNvSpPr>
          <p:nvPr>
            <p:ph type="body" idx="15" hasCustomPrompt="1"/>
          </p:nvPr>
        </p:nvSpPr>
        <p:spPr>
          <a:xfrm>
            <a:off x="4697751" y="699061"/>
            <a:ext cx="2829564" cy="369332"/>
          </a:xfrm>
        </p:spPr>
        <p:txBody>
          <a:bodyPr anchor="b">
            <a:no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Future Links</a:t>
            </a:r>
          </a:p>
        </p:txBody>
      </p:sp>
      <p:sp>
        <p:nvSpPr>
          <p:cNvPr id="12" name="Content Placeholder 3">
            <a:extLst>
              <a:ext uri="{FF2B5EF4-FFF2-40B4-BE49-F238E27FC236}">
                <a16:creationId xmlns:a16="http://schemas.microsoft.com/office/drawing/2014/main" id="{57F853A3-DD23-2170-8479-A64AEA404097}"/>
              </a:ext>
            </a:extLst>
          </p:cNvPr>
          <p:cNvSpPr>
            <a:spLocks noGrp="1"/>
          </p:cNvSpPr>
          <p:nvPr>
            <p:ph sz="half" idx="16"/>
          </p:nvPr>
        </p:nvSpPr>
        <p:spPr>
          <a:xfrm>
            <a:off x="4681219" y="1068393"/>
            <a:ext cx="4352789" cy="4326408"/>
          </a:xfrm>
        </p:spPr>
        <p:txBody>
          <a:bodyPr/>
          <a:lstStyle>
            <a:lvl1pPr>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0" name="Text Placeholder 2">
            <a:extLst>
              <a:ext uri="{FF2B5EF4-FFF2-40B4-BE49-F238E27FC236}">
                <a16:creationId xmlns:a16="http://schemas.microsoft.com/office/drawing/2014/main" id="{6B2BFEC1-91B6-2441-29B5-43690547E4C8}"/>
              </a:ext>
            </a:extLst>
          </p:cNvPr>
          <p:cNvSpPr>
            <a:spLocks noGrp="1"/>
          </p:cNvSpPr>
          <p:nvPr>
            <p:ph type="body" idx="1" hasCustomPrompt="1"/>
          </p:nvPr>
        </p:nvSpPr>
        <p:spPr>
          <a:xfrm>
            <a:off x="109218" y="674370"/>
            <a:ext cx="2829564" cy="369332"/>
          </a:xfrm>
        </p:spPr>
        <p:txBody>
          <a:bodyPr anchor="b">
            <a:no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Prerequisite Knowledge</a:t>
            </a:r>
          </a:p>
        </p:txBody>
      </p:sp>
      <p:sp>
        <p:nvSpPr>
          <p:cNvPr id="11" name="Content Placeholder 3">
            <a:extLst>
              <a:ext uri="{FF2B5EF4-FFF2-40B4-BE49-F238E27FC236}">
                <a16:creationId xmlns:a16="http://schemas.microsoft.com/office/drawing/2014/main" id="{022A172E-49F3-013E-6E88-4EFBB2EB539E}"/>
              </a:ext>
            </a:extLst>
          </p:cNvPr>
          <p:cNvSpPr>
            <a:spLocks noGrp="1"/>
          </p:cNvSpPr>
          <p:nvPr>
            <p:ph sz="half" idx="2"/>
          </p:nvPr>
        </p:nvSpPr>
        <p:spPr>
          <a:xfrm>
            <a:off x="109218" y="1043702"/>
            <a:ext cx="4352789" cy="4383668"/>
          </a:xfrm>
        </p:spPr>
        <p:txBody>
          <a:bodyPr/>
          <a:lstStyle>
            <a:lvl1pPr>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7" name="TextBox 16">
            <a:extLst>
              <a:ext uri="{FF2B5EF4-FFF2-40B4-BE49-F238E27FC236}">
                <a16:creationId xmlns:a16="http://schemas.microsoft.com/office/drawing/2014/main" id="{D8263208-FE8E-C592-4721-363FF31E6297}"/>
              </a:ext>
            </a:extLst>
          </p:cNvPr>
          <p:cNvSpPr txBox="1"/>
          <p:nvPr/>
        </p:nvSpPr>
        <p:spPr>
          <a:xfrm>
            <a:off x="827334" y="5533655"/>
            <a:ext cx="2484000" cy="3385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Key Points</a:t>
            </a:r>
          </a:p>
        </p:txBody>
      </p:sp>
      <p:sp>
        <p:nvSpPr>
          <p:cNvPr id="18" name="Rectangle 17">
            <a:extLst>
              <a:ext uri="{FF2B5EF4-FFF2-40B4-BE49-F238E27FC236}">
                <a16:creationId xmlns:a16="http://schemas.microsoft.com/office/drawing/2014/main" id="{01FD1D56-01DA-DCFD-EFC9-5AA03FC8DCB9}"/>
              </a:ext>
            </a:extLst>
          </p:cNvPr>
          <p:cNvSpPr/>
          <p:nvPr/>
        </p:nvSpPr>
        <p:spPr>
          <a:xfrm>
            <a:off x="3453846" y="5520491"/>
            <a:ext cx="2484000" cy="540000"/>
          </a:xfrm>
          <a:prstGeom prst="rect">
            <a:avLst/>
          </a:prstGeom>
          <a:solidFill>
            <a:schemeClr val="accent5"/>
          </a:solidFill>
          <a:ln>
            <a:solidFill>
              <a:srgbClr val="60773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GB" sz="1600" dirty="0"/>
              <a:t>Solution step – </a:t>
            </a:r>
            <a:br>
              <a:rPr lang="en-GB" sz="1600" dirty="0"/>
            </a:br>
            <a:r>
              <a:rPr lang="en-GB" sz="1600" dirty="0"/>
              <a:t>click to reveal</a:t>
            </a:r>
          </a:p>
        </p:txBody>
      </p:sp>
      <p:sp>
        <p:nvSpPr>
          <p:cNvPr id="19" name="TextBox 18">
            <a:extLst>
              <a:ext uri="{FF2B5EF4-FFF2-40B4-BE49-F238E27FC236}">
                <a16:creationId xmlns:a16="http://schemas.microsoft.com/office/drawing/2014/main" id="{4B91BB82-B10F-F83D-9847-F2C7DEFDD649}"/>
              </a:ext>
            </a:extLst>
          </p:cNvPr>
          <p:cNvSpPr txBox="1"/>
          <p:nvPr/>
        </p:nvSpPr>
        <p:spPr>
          <a:xfrm>
            <a:off x="3453846" y="6166753"/>
            <a:ext cx="2484000" cy="58477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1600" dirty="0"/>
              <a:t>Question/Discussion Prompt</a:t>
            </a:r>
          </a:p>
        </p:txBody>
      </p:sp>
      <p:sp>
        <p:nvSpPr>
          <p:cNvPr id="21" name="TextBox 20">
            <a:extLst>
              <a:ext uri="{FF2B5EF4-FFF2-40B4-BE49-F238E27FC236}">
                <a16:creationId xmlns:a16="http://schemas.microsoft.com/office/drawing/2014/main" id="{3C48D3DF-1355-76A7-A83E-A564BA8B1C5E}"/>
              </a:ext>
            </a:extLst>
          </p:cNvPr>
          <p:cNvSpPr txBox="1"/>
          <p:nvPr/>
        </p:nvSpPr>
        <p:spPr>
          <a:xfrm>
            <a:off x="818199" y="6001220"/>
            <a:ext cx="2484000" cy="540000"/>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GB" sz="1600" dirty="0">
                <a:latin typeface="Wingdings" panose="05000000000000000000" pitchFamily="2" charset="2"/>
              </a:rPr>
              <a:t>!</a:t>
            </a:r>
            <a:r>
              <a:rPr lang="en-GB" sz="1200" dirty="0">
                <a:latin typeface="Wingdings" panose="05000000000000000000" pitchFamily="2" charset="2"/>
              </a:rPr>
              <a:t> </a:t>
            </a:r>
            <a:r>
              <a:rPr lang="en-GB" sz="1600" dirty="0">
                <a:latin typeface="+mj-lt"/>
              </a:rPr>
              <a:t>To be written </a:t>
            </a:r>
            <a:br>
              <a:rPr lang="en-GB" sz="1600" dirty="0">
                <a:latin typeface="+mj-lt"/>
              </a:rPr>
            </a:br>
            <a:r>
              <a:rPr lang="en-GB" sz="1600" dirty="0">
                <a:latin typeface="+mj-lt"/>
              </a:rPr>
              <a:t>in books</a:t>
            </a:r>
            <a:endParaRPr lang="en-GB" sz="1600" dirty="0"/>
          </a:p>
        </p:txBody>
      </p:sp>
      <p:sp>
        <p:nvSpPr>
          <p:cNvPr id="2" name="TextBox 1">
            <a:extLst>
              <a:ext uri="{FF2B5EF4-FFF2-40B4-BE49-F238E27FC236}">
                <a16:creationId xmlns:a16="http://schemas.microsoft.com/office/drawing/2014/main" id="{8FE91184-48BA-CD20-11C5-D51D55E45CF6}"/>
              </a:ext>
            </a:extLst>
          </p:cNvPr>
          <p:cNvSpPr txBox="1"/>
          <p:nvPr/>
        </p:nvSpPr>
        <p:spPr>
          <a:xfrm>
            <a:off x="6300192" y="5562938"/>
            <a:ext cx="2691994" cy="738664"/>
          </a:xfrm>
          <a:prstGeom prst="rect">
            <a:avLst/>
          </a:prstGeom>
          <a:noFill/>
          <a:ln w="28575">
            <a:solidFill>
              <a:schemeClr val="accent1"/>
            </a:solidFill>
          </a:ln>
        </p:spPr>
        <p:txBody>
          <a:bodyPr wrap="square" rtlCol="0">
            <a:spAutoFit/>
          </a:bodyPr>
          <a:lstStyle/>
          <a:p>
            <a:pPr algn="ctr"/>
            <a:r>
              <a:rPr lang="en-GB" sz="1400" dirty="0"/>
              <a:t>All slides include pedagogical detail in the ‘Notes’ section for teach slide.</a:t>
            </a:r>
          </a:p>
        </p:txBody>
      </p:sp>
      <p:sp>
        <p:nvSpPr>
          <p:cNvPr id="3" name="Rectangle 2">
            <a:extLst>
              <a:ext uri="{FF2B5EF4-FFF2-40B4-BE49-F238E27FC236}">
                <a16:creationId xmlns:a16="http://schemas.microsoft.com/office/drawing/2014/main" id="{8BDBEA3F-4F1F-C08E-46AC-327146A6DB49}"/>
              </a:ext>
            </a:extLst>
          </p:cNvPr>
          <p:cNvSpPr/>
          <p:nvPr userDrawn="1"/>
        </p:nvSpPr>
        <p:spPr>
          <a:xfrm>
            <a:off x="114693" y="5039446"/>
            <a:ext cx="614271" cy="338554"/>
          </a:xfrm>
          <a:prstGeom prst="rect">
            <a:avLst/>
          </a:prstGeom>
        </p:spPr>
        <p:txBody>
          <a:bodyPr wrap="none">
            <a:spAutoFit/>
          </a:bodyPr>
          <a:lstStyle/>
          <a:p>
            <a:r>
              <a:rPr lang="en-GB" sz="1600" b="1" dirty="0"/>
              <a:t>Key</a:t>
            </a:r>
            <a:r>
              <a:rPr lang="en-GB" sz="1400" b="1" dirty="0"/>
              <a:t>:</a:t>
            </a:r>
          </a:p>
        </p:txBody>
      </p:sp>
      <p:sp>
        <p:nvSpPr>
          <p:cNvPr id="4" name="Rectangle 3">
            <a:extLst>
              <a:ext uri="{FF2B5EF4-FFF2-40B4-BE49-F238E27FC236}">
                <a16:creationId xmlns:a16="http://schemas.microsoft.com/office/drawing/2014/main" id="{02A32FE6-3C2A-6239-7478-45BE1CFD6186}"/>
              </a:ext>
            </a:extLst>
          </p:cNvPr>
          <p:cNvSpPr/>
          <p:nvPr userDrawn="1"/>
        </p:nvSpPr>
        <p:spPr>
          <a:xfrm>
            <a:off x="827335" y="5023749"/>
            <a:ext cx="5110512" cy="407462"/>
          </a:xfrm>
          <a:prstGeom prst="rect">
            <a:avLst/>
          </a:prstGeom>
          <a:ln/>
        </p:spPr>
        <p:style>
          <a:lnRef idx="2">
            <a:schemeClr val="dk1"/>
          </a:lnRef>
          <a:fillRef idx="1">
            <a:schemeClr val="lt1"/>
          </a:fillRef>
          <a:effectRef idx="0">
            <a:schemeClr val="dk1"/>
          </a:effectRef>
          <a:fontRef idx="minor">
            <a:schemeClr val="dk1"/>
          </a:fontRef>
        </p:style>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r>
              <a:rPr lang="en-GB" sz="1200" kern="0" dirty="0">
                <a:solidFill>
                  <a:sysClr val="windowText" lastClr="000000"/>
                </a:solidFill>
                <a:latin typeface="+mj-lt"/>
              </a:rPr>
              <a:t>         Throughout the slides, this symbol refers to a web link. Unless </a:t>
            </a:r>
            <a:br>
              <a:rPr lang="en-GB" sz="1200" kern="0" dirty="0">
                <a:solidFill>
                  <a:sysClr val="windowText" lastClr="000000"/>
                </a:solidFill>
                <a:latin typeface="+mj-lt"/>
              </a:rPr>
            </a:br>
            <a:r>
              <a:rPr lang="en-GB" sz="1200" kern="0" dirty="0">
                <a:solidFill>
                  <a:sysClr val="windowText" lastClr="000000"/>
                </a:solidFill>
                <a:latin typeface="+mj-lt"/>
              </a:rPr>
              <a:t>         otherwise specified, this will be to some functionality within DF.</a:t>
            </a:r>
            <a:endParaRPr kumimoji="0" lang="en-GB" sz="1200" i="0" u="none" strike="noStrike" kern="0" cap="none" spc="0" normalizeH="0" baseline="0" noProof="0" dirty="0">
              <a:ln>
                <a:noFill/>
              </a:ln>
              <a:solidFill>
                <a:sysClr val="windowText" lastClr="000000"/>
              </a:solidFill>
              <a:effectLst/>
              <a:uLnTx/>
              <a:uFillTx/>
              <a:latin typeface="+mj-lt"/>
              <a:ea typeface="+mn-ea"/>
              <a:cs typeface="+mn-cs"/>
            </a:endParaRPr>
          </a:p>
        </p:txBody>
      </p:sp>
      <p:pic>
        <p:nvPicPr>
          <p:cNvPr id="6" name="Graphic 5">
            <a:extLst>
              <a:ext uri="{FF2B5EF4-FFF2-40B4-BE49-F238E27FC236}">
                <a16:creationId xmlns:a16="http://schemas.microsoft.com/office/drawing/2014/main" id="{31F54752-BCFC-9A03-755E-1481EF89565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5472" y="5096610"/>
            <a:ext cx="281390" cy="281390"/>
          </a:xfrm>
          <a:prstGeom prst="rect">
            <a:avLst/>
          </a:prstGeom>
        </p:spPr>
      </p:pic>
    </p:spTree>
    <p:extLst>
      <p:ext uri="{BB962C8B-B14F-4D97-AF65-F5344CB8AC3E}">
        <p14:creationId xmlns:p14="http://schemas.microsoft.com/office/powerpoint/2010/main" val="375050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eacher Notes with Representatio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0037F82-FCC1-1995-1590-BE05F5340CCC}"/>
              </a:ext>
            </a:extLst>
          </p:cNvPr>
          <p:cNvSpPr/>
          <p:nvPr/>
        </p:nvSpPr>
        <p:spPr>
          <a:xfrm>
            <a:off x="-1" y="0"/>
            <a:ext cx="9142856" cy="6858000"/>
          </a:xfrm>
          <a:prstGeom prst="rect">
            <a:avLst/>
          </a:prstGeom>
          <a:pattFill prst="wdDnDiag">
            <a:fgClr>
              <a:schemeClr val="bg2"/>
            </a:fgClr>
            <a:bgClr>
              <a:schemeClr val="bg1"/>
            </a:bgClr>
          </a:patt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7" name="Rectangle 6">
            <a:extLst>
              <a:ext uri="{FF2B5EF4-FFF2-40B4-BE49-F238E27FC236}">
                <a16:creationId xmlns:a16="http://schemas.microsoft.com/office/drawing/2014/main" id="{4BC6FBD1-3F40-215F-9950-194BCEE0612F}"/>
              </a:ext>
            </a:extLst>
          </p:cNvPr>
          <p:cNvSpPr/>
          <p:nvPr/>
        </p:nvSpPr>
        <p:spPr>
          <a:xfrm>
            <a:off x="-1" y="0"/>
            <a:ext cx="9144001" cy="54868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2800" b="1" dirty="0">
                <a:solidFill>
                  <a:schemeClr val="tx1"/>
                </a:solidFill>
              </a:rPr>
              <a:t> Teacher Notes</a:t>
            </a:r>
          </a:p>
        </p:txBody>
      </p:sp>
      <p:sp>
        <p:nvSpPr>
          <p:cNvPr id="9" name="Rectangle 8">
            <a:extLst>
              <a:ext uri="{FF2B5EF4-FFF2-40B4-BE49-F238E27FC236}">
                <a16:creationId xmlns:a16="http://schemas.microsoft.com/office/drawing/2014/main" id="{8C24497D-7033-0859-5009-B856082B259E}"/>
              </a:ext>
            </a:extLst>
          </p:cNvPr>
          <p:cNvSpPr/>
          <p:nvPr/>
        </p:nvSpPr>
        <p:spPr>
          <a:xfrm>
            <a:off x="6137117" y="6340611"/>
            <a:ext cx="2965766" cy="461665"/>
          </a:xfrm>
          <a:prstGeom prst="rect">
            <a:avLst/>
          </a:prstGeom>
        </p:spPr>
        <p:txBody>
          <a:bodyPr wrap="square">
            <a:spAutoFit/>
          </a:bodyPr>
          <a:lstStyle/>
          <a:p>
            <a:pPr algn="r"/>
            <a:r>
              <a:rPr lang="en-GB" sz="1200" dirty="0">
                <a:solidFill>
                  <a:srgbClr val="777777"/>
                </a:solidFill>
                <a:latin typeface="+mj-lt"/>
              </a:rPr>
              <a:t>Dr Frost Learning is a registered charity in England and Wales (no 1194954)</a:t>
            </a:r>
            <a:endParaRPr lang="en-GB" sz="1200" dirty="0">
              <a:latin typeface="+mj-lt"/>
            </a:endParaRPr>
          </a:p>
        </p:txBody>
      </p:sp>
      <p:sp>
        <p:nvSpPr>
          <p:cNvPr id="10" name="Text Placeholder 2">
            <a:extLst>
              <a:ext uri="{FF2B5EF4-FFF2-40B4-BE49-F238E27FC236}">
                <a16:creationId xmlns:a16="http://schemas.microsoft.com/office/drawing/2014/main" id="{6B2BFEC1-91B6-2441-29B5-43690547E4C8}"/>
              </a:ext>
            </a:extLst>
          </p:cNvPr>
          <p:cNvSpPr>
            <a:spLocks noGrp="1"/>
          </p:cNvSpPr>
          <p:nvPr>
            <p:ph type="body" idx="1" hasCustomPrompt="1"/>
          </p:nvPr>
        </p:nvSpPr>
        <p:spPr>
          <a:xfrm>
            <a:off x="108073" y="677691"/>
            <a:ext cx="2735735" cy="369332"/>
          </a:xfrm>
        </p:spPr>
        <p:txBody>
          <a:bodyPr anchor="b">
            <a:no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Prerequisite Knowledge</a:t>
            </a:r>
          </a:p>
        </p:txBody>
      </p:sp>
      <p:sp>
        <p:nvSpPr>
          <p:cNvPr id="11" name="Content Placeholder 3">
            <a:extLst>
              <a:ext uri="{FF2B5EF4-FFF2-40B4-BE49-F238E27FC236}">
                <a16:creationId xmlns:a16="http://schemas.microsoft.com/office/drawing/2014/main" id="{022A172E-49F3-013E-6E88-4EFBB2EB539E}"/>
              </a:ext>
            </a:extLst>
          </p:cNvPr>
          <p:cNvSpPr>
            <a:spLocks noGrp="1"/>
          </p:cNvSpPr>
          <p:nvPr>
            <p:ph sz="half" idx="2"/>
          </p:nvPr>
        </p:nvSpPr>
        <p:spPr>
          <a:xfrm>
            <a:off x="109217" y="1037293"/>
            <a:ext cx="2864939" cy="4367351"/>
          </a:xfrm>
        </p:spPr>
        <p:txBody>
          <a:bodyPr/>
          <a:lstStyle>
            <a:lvl1pPr>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Text Placeholder 2">
            <a:extLst>
              <a:ext uri="{FF2B5EF4-FFF2-40B4-BE49-F238E27FC236}">
                <a16:creationId xmlns:a16="http://schemas.microsoft.com/office/drawing/2014/main" id="{51020771-1347-9735-5BB5-A3C38ED655BC}"/>
              </a:ext>
            </a:extLst>
          </p:cNvPr>
          <p:cNvSpPr>
            <a:spLocks noGrp="1"/>
          </p:cNvSpPr>
          <p:nvPr>
            <p:ph type="body" idx="13" hasCustomPrompt="1"/>
          </p:nvPr>
        </p:nvSpPr>
        <p:spPr>
          <a:xfrm>
            <a:off x="3130300" y="667961"/>
            <a:ext cx="2665836" cy="369332"/>
          </a:xfrm>
        </p:spPr>
        <p:txBody>
          <a:bodyPr anchor="b">
            <a:no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Representations Used</a:t>
            </a:r>
          </a:p>
        </p:txBody>
      </p:sp>
      <p:sp>
        <p:nvSpPr>
          <p:cNvPr id="3" name="Content Placeholder 3">
            <a:extLst>
              <a:ext uri="{FF2B5EF4-FFF2-40B4-BE49-F238E27FC236}">
                <a16:creationId xmlns:a16="http://schemas.microsoft.com/office/drawing/2014/main" id="{2756757B-BA63-0803-D594-6A2D257A77D6}"/>
              </a:ext>
            </a:extLst>
          </p:cNvPr>
          <p:cNvSpPr>
            <a:spLocks noGrp="1"/>
          </p:cNvSpPr>
          <p:nvPr>
            <p:ph sz="half" idx="14"/>
          </p:nvPr>
        </p:nvSpPr>
        <p:spPr>
          <a:xfrm>
            <a:off x="3134273" y="1056608"/>
            <a:ext cx="2865600" cy="4357621"/>
          </a:xfrm>
        </p:spPr>
        <p:txBody>
          <a:bodyPr/>
          <a:lstStyle>
            <a:lvl1pPr>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8" name="Text Placeholder 2">
            <a:extLst>
              <a:ext uri="{FF2B5EF4-FFF2-40B4-BE49-F238E27FC236}">
                <a16:creationId xmlns:a16="http://schemas.microsoft.com/office/drawing/2014/main" id="{C137FAB0-E3AA-395B-926C-DF3AF49951FD}"/>
              </a:ext>
            </a:extLst>
          </p:cNvPr>
          <p:cNvSpPr>
            <a:spLocks noGrp="1"/>
          </p:cNvSpPr>
          <p:nvPr>
            <p:ph type="body" idx="15" hasCustomPrompt="1"/>
          </p:nvPr>
        </p:nvSpPr>
        <p:spPr>
          <a:xfrm>
            <a:off x="6185610" y="687537"/>
            <a:ext cx="2378748" cy="369332"/>
          </a:xfrm>
        </p:spPr>
        <p:txBody>
          <a:bodyPr anchor="b">
            <a:noAutofit/>
          </a:bodyPr>
          <a:lstStyle>
            <a:lvl1pPr marL="0" indent="0">
              <a:buNone/>
              <a:defRPr sz="18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Future Links</a:t>
            </a:r>
          </a:p>
        </p:txBody>
      </p:sp>
      <p:sp>
        <p:nvSpPr>
          <p:cNvPr id="12" name="Content Placeholder 3">
            <a:extLst>
              <a:ext uri="{FF2B5EF4-FFF2-40B4-BE49-F238E27FC236}">
                <a16:creationId xmlns:a16="http://schemas.microsoft.com/office/drawing/2014/main" id="{57F853A3-DD23-2170-8479-A64AEA404097}"/>
              </a:ext>
            </a:extLst>
          </p:cNvPr>
          <p:cNvSpPr>
            <a:spLocks noGrp="1"/>
          </p:cNvSpPr>
          <p:nvPr>
            <p:ph sz="half" idx="16"/>
          </p:nvPr>
        </p:nvSpPr>
        <p:spPr>
          <a:xfrm>
            <a:off x="6169181" y="1047023"/>
            <a:ext cx="2865600" cy="4357621"/>
          </a:xfrm>
        </p:spPr>
        <p:txBody>
          <a:bodyPr/>
          <a:lstStyle>
            <a:lvl1pPr>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Box 3">
            <a:extLst>
              <a:ext uri="{FF2B5EF4-FFF2-40B4-BE49-F238E27FC236}">
                <a16:creationId xmlns:a16="http://schemas.microsoft.com/office/drawing/2014/main" id="{C2CEAD3A-AB77-DC5C-8037-D687584D49A6}"/>
              </a:ext>
            </a:extLst>
          </p:cNvPr>
          <p:cNvSpPr txBox="1"/>
          <p:nvPr/>
        </p:nvSpPr>
        <p:spPr>
          <a:xfrm>
            <a:off x="827334" y="5533655"/>
            <a:ext cx="2484000" cy="3385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Key Points</a:t>
            </a:r>
          </a:p>
        </p:txBody>
      </p:sp>
      <p:sp>
        <p:nvSpPr>
          <p:cNvPr id="5" name="Rectangle 4">
            <a:extLst>
              <a:ext uri="{FF2B5EF4-FFF2-40B4-BE49-F238E27FC236}">
                <a16:creationId xmlns:a16="http://schemas.microsoft.com/office/drawing/2014/main" id="{E4CCB285-C4D8-21BD-E00A-5ADD79D8EF74}"/>
              </a:ext>
            </a:extLst>
          </p:cNvPr>
          <p:cNvSpPr/>
          <p:nvPr/>
        </p:nvSpPr>
        <p:spPr>
          <a:xfrm>
            <a:off x="3453846" y="5520491"/>
            <a:ext cx="2484000" cy="540000"/>
          </a:xfrm>
          <a:prstGeom prst="rect">
            <a:avLst/>
          </a:prstGeom>
          <a:solidFill>
            <a:schemeClr val="accent5"/>
          </a:solidFill>
          <a:ln>
            <a:solidFill>
              <a:srgbClr val="607731"/>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en-GB" sz="1600" dirty="0"/>
              <a:t>Solution step – </a:t>
            </a:r>
            <a:br>
              <a:rPr lang="en-GB" sz="1600" dirty="0"/>
            </a:br>
            <a:r>
              <a:rPr lang="en-GB" sz="1600" dirty="0"/>
              <a:t>click to reveal</a:t>
            </a:r>
          </a:p>
        </p:txBody>
      </p:sp>
      <p:sp>
        <p:nvSpPr>
          <p:cNvPr id="6" name="TextBox 5">
            <a:extLst>
              <a:ext uri="{FF2B5EF4-FFF2-40B4-BE49-F238E27FC236}">
                <a16:creationId xmlns:a16="http://schemas.microsoft.com/office/drawing/2014/main" id="{97E9530F-8410-EFE7-C06E-0DA4703EB176}"/>
              </a:ext>
            </a:extLst>
          </p:cNvPr>
          <p:cNvSpPr txBox="1"/>
          <p:nvPr/>
        </p:nvSpPr>
        <p:spPr>
          <a:xfrm>
            <a:off x="3453846" y="6166753"/>
            <a:ext cx="2484000" cy="584775"/>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1600" dirty="0"/>
              <a:t>Question/Discussion Prompt</a:t>
            </a:r>
          </a:p>
        </p:txBody>
      </p:sp>
      <p:sp>
        <p:nvSpPr>
          <p:cNvPr id="14" name="Rectangle 13">
            <a:extLst>
              <a:ext uri="{FF2B5EF4-FFF2-40B4-BE49-F238E27FC236}">
                <a16:creationId xmlns:a16="http://schemas.microsoft.com/office/drawing/2014/main" id="{D2AAE088-6D4E-BB38-F781-9C3971BCF7B9}"/>
              </a:ext>
            </a:extLst>
          </p:cNvPr>
          <p:cNvSpPr/>
          <p:nvPr/>
        </p:nvSpPr>
        <p:spPr>
          <a:xfrm>
            <a:off x="95971" y="5533655"/>
            <a:ext cx="614271" cy="338554"/>
          </a:xfrm>
          <a:prstGeom prst="rect">
            <a:avLst/>
          </a:prstGeom>
        </p:spPr>
        <p:txBody>
          <a:bodyPr wrap="none">
            <a:spAutoFit/>
          </a:bodyPr>
          <a:lstStyle/>
          <a:p>
            <a:r>
              <a:rPr lang="en-GB" sz="1600" b="1" dirty="0"/>
              <a:t>Key</a:t>
            </a:r>
            <a:r>
              <a:rPr lang="en-GB" sz="1400" b="1" dirty="0"/>
              <a:t>:</a:t>
            </a:r>
          </a:p>
        </p:txBody>
      </p:sp>
      <p:sp>
        <p:nvSpPr>
          <p:cNvPr id="16" name="TextBox 15">
            <a:extLst>
              <a:ext uri="{FF2B5EF4-FFF2-40B4-BE49-F238E27FC236}">
                <a16:creationId xmlns:a16="http://schemas.microsoft.com/office/drawing/2014/main" id="{3D34FA08-2FA5-5670-2E55-7ACDB9379571}"/>
              </a:ext>
            </a:extLst>
          </p:cNvPr>
          <p:cNvSpPr txBox="1"/>
          <p:nvPr/>
        </p:nvSpPr>
        <p:spPr>
          <a:xfrm>
            <a:off x="818199" y="6001220"/>
            <a:ext cx="2484000" cy="540000"/>
          </a:xfrm>
          <a:prstGeom prst="rect">
            <a:avLst/>
          </a:prstGeom>
          <a:solidFill>
            <a:schemeClr val="tx1"/>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GB" sz="1600" dirty="0">
                <a:latin typeface="Wingdings" panose="05000000000000000000" pitchFamily="2" charset="2"/>
              </a:rPr>
              <a:t>!</a:t>
            </a:r>
            <a:r>
              <a:rPr lang="en-GB" sz="1200" dirty="0">
                <a:latin typeface="Wingdings" panose="05000000000000000000" pitchFamily="2" charset="2"/>
              </a:rPr>
              <a:t> </a:t>
            </a:r>
            <a:r>
              <a:rPr lang="en-GB" sz="1600" dirty="0">
                <a:latin typeface="+mj-lt"/>
              </a:rPr>
              <a:t>To be written </a:t>
            </a:r>
            <a:br>
              <a:rPr lang="en-GB" sz="1600" dirty="0">
                <a:latin typeface="+mj-lt"/>
              </a:rPr>
            </a:br>
            <a:r>
              <a:rPr lang="en-GB" sz="1600" dirty="0">
                <a:latin typeface="+mj-lt"/>
              </a:rPr>
              <a:t>in books</a:t>
            </a:r>
            <a:endParaRPr lang="en-GB" sz="1600" dirty="0"/>
          </a:p>
        </p:txBody>
      </p:sp>
      <p:sp>
        <p:nvSpPr>
          <p:cNvPr id="15" name="TextBox 14">
            <a:extLst>
              <a:ext uri="{FF2B5EF4-FFF2-40B4-BE49-F238E27FC236}">
                <a16:creationId xmlns:a16="http://schemas.microsoft.com/office/drawing/2014/main" id="{EA6A2EF6-FA6D-66DB-952D-04216CDCD2CF}"/>
              </a:ext>
            </a:extLst>
          </p:cNvPr>
          <p:cNvSpPr txBox="1"/>
          <p:nvPr userDrawn="1"/>
        </p:nvSpPr>
        <p:spPr>
          <a:xfrm>
            <a:off x="6300192" y="5562938"/>
            <a:ext cx="2691994" cy="738664"/>
          </a:xfrm>
          <a:prstGeom prst="rect">
            <a:avLst/>
          </a:prstGeom>
          <a:noFill/>
          <a:ln w="28575">
            <a:solidFill>
              <a:schemeClr val="accent1"/>
            </a:solidFill>
          </a:ln>
        </p:spPr>
        <p:txBody>
          <a:bodyPr wrap="square" rtlCol="0">
            <a:spAutoFit/>
          </a:bodyPr>
          <a:lstStyle/>
          <a:p>
            <a:pPr algn="ctr"/>
            <a:r>
              <a:rPr lang="en-GB" sz="1400" dirty="0"/>
              <a:t>All slides include pedagogical detail in the ‘Notes’ section for teach slide.</a:t>
            </a:r>
          </a:p>
        </p:txBody>
      </p:sp>
    </p:spTree>
    <p:extLst>
      <p:ext uri="{BB962C8B-B14F-4D97-AF65-F5344CB8AC3E}">
        <p14:creationId xmlns:p14="http://schemas.microsoft.com/office/powerpoint/2010/main" val="952525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A101E6F-00E7-774C-33CA-137EF69FA5AB}"/>
              </a:ext>
            </a:extLst>
          </p:cNvPr>
          <p:cNvSpPr/>
          <p:nvPr/>
        </p:nvSpPr>
        <p:spPr>
          <a:xfrm>
            <a:off x="-1" y="-9553"/>
            <a:ext cx="9144001" cy="576291"/>
          </a:xfrm>
          <a:prstGeom prst="rect">
            <a:avLst/>
          </a:prstGeom>
          <a:solidFill>
            <a:srgbClr val="9FC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2"/>
              </a:solidFill>
            </a:endParaRPr>
          </a:p>
        </p:txBody>
      </p:sp>
      <p:sp>
        <p:nvSpPr>
          <p:cNvPr id="8" name="Rectangle 7">
            <a:extLst>
              <a:ext uri="{FF2B5EF4-FFF2-40B4-BE49-F238E27FC236}">
                <a16:creationId xmlns:a16="http://schemas.microsoft.com/office/drawing/2014/main" id="{6ADEA57E-1812-C978-D64B-16AF596E0F27}"/>
              </a:ext>
            </a:extLst>
          </p:cNvPr>
          <p:cNvSpPr/>
          <p:nvPr/>
        </p:nvSpPr>
        <p:spPr>
          <a:xfrm>
            <a:off x="0" y="-19092"/>
            <a:ext cx="9144000" cy="5429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GB" sz="3200" b="1" dirty="0">
              <a:solidFill>
                <a:schemeClr val="tx2"/>
              </a:solidFill>
            </a:endParaRPr>
          </a:p>
        </p:txBody>
      </p:sp>
      <p:sp>
        <p:nvSpPr>
          <p:cNvPr id="2" name="Title 1"/>
          <p:cNvSpPr>
            <a:spLocks noGrp="1"/>
          </p:cNvSpPr>
          <p:nvPr>
            <p:ph type="title"/>
          </p:nvPr>
        </p:nvSpPr>
        <p:spPr>
          <a:xfrm>
            <a:off x="107503" y="27874"/>
            <a:ext cx="8928992" cy="449034"/>
          </a:xfrm>
          <a:prstGeom prst="rect">
            <a:avLst/>
          </a:prstGeom>
        </p:spPr>
        <p:txBody>
          <a:bodyPr/>
          <a:lstStyle>
            <a:lvl1pPr>
              <a:defRPr sz="2800">
                <a:solidFill>
                  <a:schemeClr val="bg1"/>
                </a:solidFill>
              </a:defRPr>
            </a:lvl1p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pic>
        <p:nvPicPr>
          <p:cNvPr id="5" name="Picture 4">
            <a:extLst>
              <a:ext uri="{FF2B5EF4-FFF2-40B4-BE49-F238E27FC236}">
                <a16:creationId xmlns:a16="http://schemas.microsoft.com/office/drawing/2014/main" id="{4795CC9C-02A8-B6D8-E88C-8BA816A039BF}"/>
              </a:ext>
            </a:extLst>
          </p:cNvPr>
          <p:cNvPicPr>
            <a:picLocks noChangeAspect="1"/>
          </p:cNvPicPr>
          <p:nvPr/>
        </p:nvPicPr>
        <p:blipFill>
          <a:blip r:embed="rId2" cstate="print">
            <a:alphaModFix amt="35000"/>
            <a:duotone>
              <a:prstClr val="black"/>
              <a:schemeClr val="accent1">
                <a:tint val="45000"/>
                <a:satMod val="400000"/>
              </a:schemeClr>
            </a:duotone>
            <a:extLst>
              <a:ext uri="{28A0092B-C50C-407E-A947-70E740481C1C}">
                <a14:useLocalDpi xmlns:a14="http://schemas.microsoft.com/office/drawing/2010/main" val="0"/>
              </a:ext>
            </a:extLst>
          </a:blip>
          <a:srcRect/>
          <a:stretch/>
        </p:blipFill>
        <p:spPr>
          <a:xfrm>
            <a:off x="7861300" y="6208882"/>
            <a:ext cx="1158180" cy="512794"/>
          </a:xfrm>
          <a:prstGeom prst="rect">
            <a:avLst/>
          </a:prstGeom>
        </p:spPr>
      </p:pic>
    </p:spTree>
    <p:extLst>
      <p:ext uri="{BB962C8B-B14F-4D97-AF65-F5344CB8AC3E}">
        <p14:creationId xmlns:p14="http://schemas.microsoft.com/office/powerpoint/2010/main" val="518289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Q">
    <p:spTree>
      <p:nvGrpSpPr>
        <p:cNvPr id="1" name=""/>
        <p:cNvGrpSpPr/>
        <p:nvPr/>
      </p:nvGrpSpPr>
      <p:grpSpPr>
        <a:xfrm>
          <a:off x="0" y="0"/>
          <a:ext cx="0" cy="0"/>
          <a:chOff x="0" y="0"/>
          <a:chExt cx="0" cy="0"/>
        </a:xfrm>
      </p:grpSpPr>
      <p:sp>
        <p:nvSpPr>
          <p:cNvPr id="3" name="Content Placeholder 2"/>
          <p:cNvSpPr>
            <a:spLocks noGrp="1"/>
          </p:cNvSpPr>
          <p:nvPr>
            <p:ph idx="1"/>
          </p:nvPr>
        </p:nvSpPr>
        <p:spPr>
          <a:xfrm>
            <a:off x="468000" y="764704"/>
            <a:ext cx="8208000" cy="4254016"/>
          </a:xfrm>
          <a:solidFill>
            <a:schemeClr val="tx2"/>
          </a:solidFill>
        </p:spPr>
        <p:txBody>
          <a:bodyPr/>
          <a:lstStyle>
            <a:lvl1pPr>
              <a:defRPr>
                <a:solidFill>
                  <a:schemeClr val="bg1">
                    <a:lumMod val="95000"/>
                  </a:schemeClr>
                </a:solidFill>
              </a:defRPr>
            </a:lvl1pPr>
            <a:lvl2pPr>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Text Placeholder 4">
            <a:extLst>
              <a:ext uri="{FF2B5EF4-FFF2-40B4-BE49-F238E27FC236}">
                <a16:creationId xmlns:a16="http://schemas.microsoft.com/office/drawing/2014/main" id="{A16FD889-5545-A5A1-5998-4621FF63A0B3}"/>
              </a:ext>
            </a:extLst>
          </p:cNvPr>
          <p:cNvSpPr>
            <a:spLocks noGrp="1"/>
          </p:cNvSpPr>
          <p:nvPr>
            <p:ph type="body" sz="quarter" idx="11" hasCustomPrompt="1"/>
          </p:nvPr>
        </p:nvSpPr>
        <p:spPr>
          <a:xfrm>
            <a:off x="466870" y="5018720"/>
            <a:ext cx="2052000" cy="1295400"/>
          </a:xfrm>
          <a:solidFill>
            <a:schemeClr val="accent5"/>
          </a:solidFill>
        </p:spPr>
        <p:txBody>
          <a:bodyPr anchor="ctr"/>
          <a:lstStyle>
            <a:lvl1pPr marL="0" indent="0" algn="ctr">
              <a:buNone/>
              <a:defRPr>
                <a:latin typeface="+mn-lt"/>
              </a:defRPr>
            </a:lvl1pPr>
          </a:lstStyle>
          <a:p>
            <a:pPr lvl="0"/>
            <a:r>
              <a:rPr lang="en-GB" dirty="0"/>
              <a:t>A</a:t>
            </a:r>
          </a:p>
          <a:p>
            <a:pPr lvl="0"/>
            <a:r>
              <a:rPr lang="en-GB" dirty="0"/>
              <a:t>Option 1</a:t>
            </a:r>
          </a:p>
        </p:txBody>
      </p:sp>
      <p:sp>
        <p:nvSpPr>
          <p:cNvPr id="7" name="Text Placeholder 4">
            <a:extLst>
              <a:ext uri="{FF2B5EF4-FFF2-40B4-BE49-F238E27FC236}">
                <a16:creationId xmlns:a16="http://schemas.microsoft.com/office/drawing/2014/main" id="{CF9AE5FA-053C-0565-00DE-D085BA05865C}"/>
              </a:ext>
            </a:extLst>
          </p:cNvPr>
          <p:cNvSpPr>
            <a:spLocks noGrp="1"/>
          </p:cNvSpPr>
          <p:nvPr>
            <p:ph type="body" sz="quarter" idx="12" hasCustomPrompt="1"/>
          </p:nvPr>
        </p:nvSpPr>
        <p:spPr>
          <a:xfrm>
            <a:off x="2517687" y="5018720"/>
            <a:ext cx="2052000" cy="1295400"/>
          </a:xfrm>
          <a:solidFill>
            <a:schemeClr val="accent4"/>
          </a:solidFill>
        </p:spPr>
        <p:txBody>
          <a:bodyPr anchor="ctr"/>
          <a:lstStyle>
            <a:lvl1pPr marL="0" indent="0" algn="ctr">
              <a:buNone/>
              <a:defRPr>
                <a:latin typeface="+mn-lt"/>
              </a:defRPr>
            </a:lvl1pPr>
          </a:lstStyle>
          <a:p>
            <a:pPr lvl="0"/>
            <a:r>
              <a:rPr lang="en-GB" dirty="0"/>
              <a:t>B</a:t>
            </a:r>
          </a:p>
          <a:p>
            <a:pPr lvl="0"/>
            <a:r>
              <a:rPr lang="en-GB" dirty="0"/>
              <a:t>Option 2</a:t>
            </a:r>
          </a:p>
        </p:txBody>
      </p:sp>
      <p:sp>
        <p:nvSpPr>
          <p:cNvPr id="9" name="Text Placeholder 4">
            <a:extLst>
              <a:ext uri="{FF2B5EF4-FFF2-40B4-BE49-F238E27FC236}">
                <a16:creationId xmlns:a16="http://schemas.microsoft.com/office/drawing/2014/main" id="{67AE0685-A4ED-C18E-D6BD-24A91AD51B17}"/>
              </a:ext>
            </a:extLst>
          </p:cNvPr>
          <p:cNvSpPr>
            <a:spLocks noGrp="1"/>
          </p:cNvSpPr>
          <p:nvPr>
            <p:ph type="body" sz="quarter" idx="13"/>
          </p:nvPr>
        </p:nvSpPr>
        <p:spPr>
          <a:xfrm>
            <a:off x="4568504" y="5018720"/>
            <a:ext cx="2052000" cy="1295400"/>
          </a:xfrm>
          <a:solidFill>
            <a:schemeClr val="accent6"/>
          </a:solidFill>
        </p:spPr>
        <p:txBody>
          <a:bodyPr anchor="ctr"/>
          <a:lstStyle>
            <a:lvl1pPr marL="0" indent="0" algn="ctr">
              <a:buNone/>
              <a:defRPr>
                <a:latin typeface="+mn-lt"/>
              </a:defRPr>
            </a:lvl1pPr>
          </a:lstStyle>
          <a:p>
            <a:pPr lvl="0"/>
            <a:r>
              <a:rPr lang="en-GB"/>
              <a:t>Click to edit Master text styles</a:t>
            </a:r>
          </a:p>
          <a:p>
            <a:pPr lvl="1"/>
            <a:r>
              <a:rPr lang="en-GB"/>
              <a:t>Second level</a:t>
            </a:r>
          </a:p>
        </p:txBody>
      </p:sp>
      <p:sp>
        <p:nvSpPr>
          <p:cNvPr id="10" name="Text Placeholder 4">
            <a:extLst>
              <a:ext uri="{FF2B5EF4-FFF2-40B4-BE49-F238E27FC236}">
                <a16:creationId xmlns:a16="http://schemas.microsoft.com/office/drawing/2014/main" id="{4C2A19CC-6E76-AB4B-0B0A-AF96874F3F1E}"/>
              </a:ext>
            </a:extLst>
          </p:cNvPr>
          <p:cNvSpPr>
            <a:spLocks noGrp="1"/>
          </p:cNvSpPr>
          <p:nvPr>
            <p:ph type="body" sz="quarter" idx="14" hasCustomPrompt="1"/>
          </p:nvPr>
        </p:nvSpPr>
        <p:spPr>
          <a:xfrm>
            <a:off x="6619320" y="5018720"/>
            <a:ext cx="2052000" cy="1295400"/>
          </a:xfrm>
          <a:solidFill>
            <a:schemeClr val="accent3"/>
          </a:solidFill>
        </p:spPr>
        <p:txBody>
          <a:bodyPr anchor="ctr"/>
          <a:lstStyle>
            <a:lvl1pPr marL="0" indent="0" algn="ctr">
              <a:buNone/>
              <a:defRPr>
                <a:latin typeface="+mn-lt"/>
              </a:defRPr>
            </a:lvl1pPr>
          </a:lstStyle>
          <a:p>
            <a:pPr lvl="0"/>
            <a:r>
              <a:rPr lang="en-GB" dirty="0"/>
              <a:t>D</a:t>
            </a:r>
          </a:p>
          <a:p>
            <a:pPr lvl="0"/>
            <a:r>
              <a:rPr lang="en-GB" dirty="0"/>
              <a:t>Option 4</a:t>
            </a:r>
          </a:p>
        </p:txBody>
      </p:sp>
      <p:sp>
        <p:nvSpPr>
          <p:cNvPr id="4" name="Rectangle 3">
            <a:extLst>
              <a:ext uri="{FF2B5EF4-FFF2-40B4-BE49-F238E27FC236}">
                <a16:creationId xmlns:a16="http://schemas.microsoft.com/office/drawing/2014/main" id="{B6B26028-3F19-0AFC-F1CB-935419BF7ACE}"/>
              </a:ext>
            </a:extLst>
          </p:cNvPr>
          <p:cNvSpPr/>
          <p:nvPr/>
        </p:nvSpPr>
        <p:spPr>
          <a:xfrm>
            <a:off x="-1" y="-9553"/>
            <a:ext cx="9144001" cy="576291"/>
          </a:xfrm>
          <a:prstGeom prst="rect">
            <a:avLst/>
          </a:prstGeom>
          <a:solidFill>
            <a:srgbClr val="BAE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2"/>
              </a:solidFill>
            </a:endParaRPr>
          </a:p>
        </p:txBody>
      </p:sp>
      <p:sp>
        <p:nvSpPr>
          <p:cNvPr id="5" name="Rectangle 4">
            <a:extLst>
              <a:ext uri="{FF2B5EF4-FFF2-40B4-BE49-F238E27FC236}">
                <a16:creationId xmlns:a16="http://schemas.microsoft.com/office/drawing/2014/main" id="{950B87F9-D154-CE37-D3CB-F216DEB434EF}"/>
              </a:ext>
            </a:extLst>
          </p:cNvPr>
          <p:cNvSpPr/>
          <p:nvPr/>
        </p:nvSpPr>
        <p:spPr>
          <a:xfrm>
            <a:off x="0" y="-19092"/>
            <a:ext cx="9144000" cy="5429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GB" sz="3200" b="1" dirty="0">
              <a:solidFill>
                <a:schemeClr val="tx2"/>
              </a:solidFill>
            </a:endParaRPr>
          </a:p>
        </p:txBody>
      </p:sp>
      <p:sp>
        <p:nvSpPr>
          <p:cNvPr id="12" name="TextBox 11">
            <a:extLst>
              <a:ext uri="{FF2B5EF4-FFF2-40B4-BE49-F238E27FC236}">
                <a16:creationId xmlns:a16="http://schemas.microsoft.com/office/drawing/2014/main" id="{9ADBB104-BAEE-4E8F-330E-A82ED8008138}"/>
              </a:ext>
            </a:extLst>
          </p:cNvPr>
          <p:cNvSpPr txBox="1"/>
          <p:nvPr/>
        </p:nvSpPr>
        <p:spPr>
          <a:xfrm>
            <a:off x="107502" y="-19093"/>
            <a:ext cx="4356200" cy="523220"/>
          </a:xfrm>
          <a:prstGeom prst="rect">
            <a:avLst/>
          </a:prstGeom>
          <a:noFill/>
        </p:spPr>
        <p:txBody>
          <a:bodyPr wrap="square">
            <a:spAutoFit/>
          </a:bodyPr>
          <a:lstStyle/>
          <a:p>
            <a:r>
              <a:rPr lang="en-US" sz="2800" b="1" dirty="0">
                <a:solidFill>
                  <a:schemeClr val="bg1"/>
                </a:solidFill>
              </a:rPr>
              <a:t>Multi-Choice Question</a:t>
            </a:r>
            <a:endParaRPr lang="en-GB" sz="2800" b="1" dirty="0">
              <a:solidFill>
                <a:schemeClr val="bg1"/>
              </a:solidFill>
            </a:endParaRPr>
          </a:p>
        </p:txBody>
      </p:sp>
    </p:spTree>
    <p:extLst>
      <p:ext uri="{BB962C8B-B14F-4D97-AF65-F5344CB8AC3E}">
        <p14:creationId xmlns:p14="http://schemas.microsoft.com/office/powerpoint/2010/main" val="2759757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P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EB7B76-7BB3-72CB-4B88-C51347D21D23}"/>
              </a:ext>
            </a:extLst>
          </p:cNvPr>
          <p:cNvSpPr/>
          <p:nvPr/>
        </p:nvSpPr>
        <p:spPr>
          <a:xfrm>
            <a:off x="-1" y="-9553"/>
            <a:ext cx="9144001" cy="576291"/>
          </a:xfrm>
          <a:prstGeom prst="rect">
            <a:avLst/>
          </a:prstGeom>
          <a:solidFill>
            <a:srgbClr val="9FC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2"/>
              </a:solidFill>
            </a:endParaRPr>
          </a:p>
        </p:txBody>
      </p:sp>
      <p:sp>
        <p:nvSpPr>
          <p:cNvPr id="10" name="Rectangle 9">
            <a:extLst>
              <a:ext uri="{FF2B5EF4-FFF2-40B4-BE49-F238E27FC236}">
                <a16:creationId xmlns:a16="http://schemas.microsoft.com/office/drawing/2014/main" id="{9228A73C-57B9-B813-7D7E-137BF9D28BBA}"/>
              </a:ext>
            </a:extLst>
          </p:cNvPr>
          <p:cNvSpPr/>
          <p:nvPr/>
        </p:nvSpPr>
        <p:spPr>
          <a:xfrm>
            <a:off x="0" y="-19092"/>
            <a:ext cx="9144000" cy="5429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GB" sz="3200" b="1" dirty="0">
              <a:solidFill>
                <a:schemeClr val="tx2"/>
              </a:solidFill>
            </a:endParaRPr>
          </a:p>
        </p:txBody>
      </p:sp>
      <p:sp>
        <p:nvSpPr>
          <p:cNvPr id="3" name="Content Placeholder 2"/>
          <p:cNvSpPr>
            <a:spLocks noGrp="1"/>
          </p:cNvSpPr>
          <p:nvPr>
            <p:ph idx="1"/>
          </p:nvPr>
        </p:nvSpPr>
        <p:spPr>
          <a:xfrm>
            <a:off x="99671" y="764703"/>
            <a:ext cx="4356200" cy="5890775"/>
          </a:xfrm>
        </p:spPr>
        <p:txBody>
          <a:bodyPr>
            <a:normAutofit/>
          </a:bodyPr>
          <a:lstStyle>
            <a:lvl1pPr>
              <a:defRPr sz="2000"/>
            </a:lvl1pPr>
            <a:lvl2pPr>
              <a:defRPr sz="1800"/>
            </a:lvl2pPr>
            <a:lvl3pPr>
              <a:defRPr sz="16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9" name="Content Placeholder 2">
            <a:extLst>
              <a:ext uri="{FF2B5EF4-FFF2-40B4-BE49-F238E27FC236}">
                <a16:creationId xmlns:a16="http://schemas.microsoft.com/office/drawing/2014/main" id="{46F67B28-A612-686F-3C9B-E47A38FE77C6}"/>
              </a:ext>
            </a:extLst>
          </p:cNvPr>
          <p:cNvSpPr>
            <a:spLocks noGrp="1"/>
          </p:cNvSpPr>
          <p:nvPr>
            <p:ph idx="13"/>
          </p:nvPr>
        </p:nvSpPr>
        <p:spPr>
          <a:xfrm>
            <a:off x="4680294" y="764704"/>
            <a:ext cx="4356200" cy="5890775"/>
          </a:xfrm>
        </p:spPr>
        <p:txBody>
          <a:bodyPr>
            <a:normAutofit/>
          </a:bodyPr>
          <a:lstStyle>
            <a:lvl1pPr>
              <a:defRPr sz="2000"/>
            </a:lvl1pPr>
            <a:lvl2pPr>
              <a:defRPr sz="1800"/>
            </a:lvl2pPr>
            <a:lvl3pPr>
              <a:defRPr sz="1600"/>
            </a:lvl3pPr>
            <a:lvl4pPr>
              <a:defRPr sz="1400"/>
            </a:lvl4pPr>
            <a:lvl5pPr>
              <a:defRPr sz="14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cxnSp>
        <p:nvCxnSpPr>
          <p:cNvPr id="2" name="Straight Connector 1">
            <a:extLst>
              <a:ext uri="{FF2B5EF4-FFF2-40B4-BE49-F238E27FC236}">
                <a16:creationId xmlns:a16="http://schemas.microsoft.com/office/drawing/2014/main" id="{AB81DAA1-DE76-4A2F-8494-8A4A9E0458A2}"/>
              </a:ext>
            </a:extLst>
          </p:cNvPr>
          <p:cNvCxnSpPr>
            <a:cxnSpLocks/>
          </p:cNvCxnSpPr>
          <p:nvPr/>
        </p:nvCxnSpPr>
        <p:spPr>
          <a:xfrm>
            <a:off x="4569850" y="764703"/>
            <a:ext cx="0" cy="5890775"/>
          </a:xfrm>
          <a:prstGeom prst="line">
            <a:avLst/>
          </a:prstGeom>
          <a:ln w="28575"/>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D7B1D698-AFF2-D9B2-DB1A-6174F5FCD7B1}"/>
              </a:ext>
            </a:extLst>
          </p:cNvPr>
          <p:cNvSpPr txBox="1"/>
          <p:nvPr/>
        </p:nvSpPr>
        <p:spPr>
          <a:xfrm>
            <a:off x="107502" y="-19093"/>
            <a:ext cx="4356200" cy="523220"/>
          </a:xfrm>
          <a:prstGeom prst="rect">
            <a:avLst/>
          </a:prstGeom>
          <a:noFill/>
        </p:spPr>
        <p:txBody>
          <a:bodyPr wrap="square">
            <a:spAutoFit/>
          </a:bodyPr>
          <a:lstStyle/>
          <a:p>
            <a:r>
              <a:rPr lang="en-US" sz="2800" b="1" dirty="0">
                <a:solidFill>
                  <a:schemeClr val="bg1"/>
                </a:solidFill>
              </a:rPr>
              <a:t>Example</a:t>
            </a:r>
            <a:endParaRPr lang="en-GB" sz="2800" b="1" dirty="0">
              <a:solidFill>
                <a:schemeClr val="bg1"/>
              </a:solidFill>
            </a:endParaRPr>
          </a:p>
        </p:txBody>
      </p:sp>
      <p:sp>
        <p:nvSpPr>
          <p:cNvPr id="20" name="TextBox 19">
            <a:extLst>
              <a:ext uri="{FF2B5EF4-FFF2-40B4-BE49-F238E27FC236}">
                <a16:creationId xmlns:a16="http://schemas.microsoft.com/office/drawing/2014/main" id="{0A2E5499-5E9B-B9D8-54CA-E03A997EE296}"/>
              </a:ext>
            </a:extLst>
          </p:cNvPr>
          <p:cNvSpPr txBox="1"/>
          <p:nvPr/>
        </p:nvSpPr>
        <p:spPr>
          <a:xfrm>
            <a:off x="4569850" y="-9219"/>
            <a:ext cx="4356200" cy="523220"/>
          </a:xfrm>
          <a:prstGeom prst="rect">
            <a:avLst/>
          </a:prstGeom>
          <a:noFill/>
        </p:spPr>
        <p:txBody>
          <a:bodyPr wrap="square">
            <a:spAutoFit/>
          </a:bodyPr>
          <a:lstStyle/>
          <a:p>
            <a:r>
              <a:rPr lang="en-US" sz="2800" b="1" dirty="0">
                <a:solidFill>
                  <a:schemeClr val="bg1"/>
                </a:solidFill>
              </a:rPr>
              <a:t>Test Your Understanding</a:t>
            </a:r>
            <a:endParaRPr lang="en-GB" sz="2800" b="1" dirty="0">
              <a:solidFill>
                <a:schemeClr val="bg1"/>
              </a:solidFill>
            </a:endParaRPr>
          </a:p>
        </p:txBody>
      </p:sp>
      <p:pic>
        <p:nvPicPr>
          <p:cNvPr id="6" name="Picture 5">
            <a:extLst>
              <a:ext uri="{FF2B5EF4-FFF2-40B4-BE49-F238E27FC236}">
                <a16:creationId xmlns:a16="http://schemas.microsoft.com/office/drawing/2014/main" id="{3BBD6F74-4E0F-A278-A5DF-32AC3DF0836A}"/>
              </a:ext>
            </a:extLst>
          </p:cNvPr>
          <p:cNvPicPr>
            <a:picLocks noChangeAspect="1"/>
          </p:cNvPicPr>
          <p:nvPr/>
        </p:nvPicPr>
        <p:blipFill>
          <a:blip r:embed="rId2" cstate="print">
            <a:alphaModFix amt="35000"/>
            <a:duotone>
              <a:prstClr val="black"/>
              <a:schemeClr val="accent1">
                <a:tint val="45000"/>
                <a:satMod val="400000"/>
              </a:schemeClr>
            </a:duotone>
            <a:extLst>
              <a:ext uri="{28A0092B-C50C-407E-A947-70E740481C1C}">
                <a14:useLocalDpi xmlns:a14="http://schemas.microsoft.com/office/drawing/2010/main" val="0"/>
              </a:ext>
            </a:extLst>
          </a:blip>
          <a:srcRect/>
          <a:stretch/>
        </p:blipFill>
        <p:spPr>
          <a:xfrm>
            <a:off x="7861300" y="6208882"/>
            <a:ext cx="1158180" cy="512794"/>
          </a:xfrm>
          <a:prstGeom prst="rect">
            <a:avLst/>
          </a:prstGeom>
        </p:spPr>
      </p:pic>
    </p:spTree>
    <p:extLst>
      <p:ext uri="{BB962C8B-B14F-4D97-AF65-F5344CB8AC3E}">
        <p14:creationId xmlns:p14="http://schemas.microsoft.com/office/powerpoint/2010/main" val="786631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B31DF4A-00D6-63D9-225B-6B01D6CA7759}"/>
              </a:ext>
            </a:extLst>
          </p:cNvPr>
          <p:cNvSpPr/>
          <p:nvPr/>
        </p:nvSpPr>
        <p:spPr>
          <a:xfrm>
            <a:off x="-1" y="-9553"/>
            <a:ext cx="9144001" cy="576291"/>
          </a:xfrm>
          <a:prstGeom prst="rect">
            <a:avLst/>
          </a:prstGeom>
          <a:solidFill>
            <a:srgbClr val="9FC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2"/>
              </a:solidFill>
            </a:endParaRPr>
          </a:p>
        </p:txBody>
      </p:sp>
      <p:sp>
        <p:nvSpPr>
          <p:cNvPr id="4" name="Rectangle 3">
            <a:extLst>
              <a:ext uri="{FF2B5EF4-FFF2-40B4-BE49-F238E27FC236}">
                <a16:creationId xmlns:a16="http://schemas.microsoft.com/office/drawing/2014/main" id="{B37F663B-08C7-9EC0-BE14-883A8CA0D735}"/>
              </a:ext>
            </a:extLst>
          </p:cNvPr>
          <p:cNvSpPr/>
          <p:nvPr/>
        </p:nvSpPr>
        <p:spPr>
          <a:xfrm>
            <a:off x="0" y="-19092"/>
            <a:ext cx="9144000" cy="5429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GB" sz="3200" b="1" dirty="0">
              <a:solidFill>
                <a:schemeClr val="tx2"/>
              </a:solidFill>
            </a:endParaRPr>
          </a:p>
        </p:txBody>
      </p:sp>
      <p:sp>
        <p:nvSpPr>
          <p:cNvPr id="5" name="Title 1">
            <a:extLst>
              <a:ext uri="{FF2B5EF4-FFF2-40B4-BE49-F238E27FC236}">
                <a16:creationId xmlns:a16="http://schemas.microsoft.com/office/drawing/2014/main" id="{3351731F-79DD-9E71-E929-9EC455CF8242}"/>
              </a:ext>
            </a:extLst>
          </p:cNvPr>
          <p:cNvSpPr>
            <a:spLocks noGrp="1"/>
          </p:cNvSpPr>
          <p:nvPr>
            <p:ph type="title"/>
          </p:nvPr>
        </p:nvSpPr>
        <p:spPr>
          <a:xfrm>
            <a:off x="107503" y="27874"/>
            <a:ext cx="8928992" cy="449034"/>
          </a:xfrm>
          <a:prstGeom prst="rect">
            <a:avLst/>
          </a:prstGeom>
        </p:spPr>
        <p:txBody>
          <a:bodyPr/>
          <a:lstStyle>
            <a:lvl1pPr>
              <a:defRPr sz="2800">
                <a:solidFill>
                  <a:schemeClr val="bg1"/>
                </a:solidFill>
              </a:defRPr>
            </a:lvl1pPr>
          </a:lstStyle>
          <a:p>
            <a:r>
              <a:rPr lang="en-GB"/>
              <a:t>Click to edit Master title style</a:t>
            </a:r>
            <a:endParaRPr lang="en-GB" dirty="0"/>
          </a:p>
        </p:txBody>
      </p:sp>
      <p:pic>
        <p:nvPicPr>
          <p:cNvPr id="6" name="Picture 5">
            <a:extLst>
              <a:ext uri="{FF2B5EF4-FFF2-40B4-BE49-F238E27FC236}">
                <a16:creationId xmlns:a16="http://schemas.microsoft.com/office/drawing/2014/main" id="{97E5980C-ACA5-9256-BBFA-5DC4B7114A34}"/>
              </a:ext>
            </a:extLst>
          </p:cNvPr>
          <p:cNvPicPr>
            <a:picLocks noChangeAspect="1"/>
          </p:cNvPicPr>
          <p:nvPr/>
        </p:nvPicPr>
        <p:blipFill>
          <a:blip r:embed="rId2" cstate="print">
            <a:alphaModFix amt="35000"/>
            <a:duotone>
              <a:prstClr val="black"/>
              <a:schemeClr val="accent1">
                <a:tint val="45000"/>
                <a:satMod val="400000"/>
              </a:schemeClr>
            </a:duotone>
            <a:extLst>
              <a:ext uri="{28A0092B-C50C-407E-A947-70E740481C1C}">
                <a14:useLocalDpi xmlns:a14="http://schemas.microsoft.com/office/drawing/2010/main" val="0"/>
              </a:ext>
            </a:extLst>
          </a:blip>
          <a:srcRect/>
          <a:stretch/>
        </p:blipFill>
        <p:spPr>
          <a:xfrm>
            <a:off x="7861300" y="6208882"/>
            <a:ext cx="1158180" cy="512794"/>
          </a:xfrm>
          <a:prstGeom prst="rect">
            <a:avLst/>
          </a:prstGeom>
        </p:spPr>
      </p:pic>
    </p:spTree>
    <p:extLst>
      <p:ext uri="{BB962C8B-B14F-4D97-AF65-F5344CB8AC3E}">
        <p14:creationId xmlns:p14="http://schemas.microsoft.com/office/powerpoint/2010/main" val="3939346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8739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8" y="27631"/>
            <a:ext cx="9142856" cy="449034"/>
          </a:xfrm>
          <a:prstGeom prst="rect">
            <a:avLst/>
          </a:prstGeom>
        </p:spPr>
        <p:txBody>
          <a:bodyPr vert="horz" lIns="91440" tIns="45720" rIns="91440" bIns="45720" rtlCol="0" anchor="ctr">
            <a:noAutofit/>
          </a:bodyPr>
          <a:lstStyle/>
          <a:p>
            <a:r>
              <a:rPr lang="en-GB"/>
              <a:t>Click to edit Master title style</a:t>
            </a:r>
            <a:endParaRPr lang="en-GB" dirty="0"/>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3455809471"/>
      </p:ext>
    </p:extLst>
  </p:cSld>
  <p:clrMap bg1="lt1" tx1="dk1" bg2="lt2" tx2="dk2" accent1="accent1" accent2="accent2" accent3="accent3" accent4="accent4" accent5="accent5" accent6="accent6" hlink="hlink" folHlink="folHlink"/>
  <p:sldLayoutIdLst>
    <p:sldLayoutId id="2147483666" r:id="rId1"/>
    <p:sldLayoutId id="2147483662" r:id="rId2"/>
    <p:sldLayoutId id="2147483665" r:id="rId3"/>
    <p:sldLayoutId id="2147483663" r:id="rId4"/>
    <p:sldLayoutId id="2147483650" r:id="rId5"/>
    <p:sldLayoutId id="2147483667" r:id="rId6"/>
    <p:sldLayoutId id="2147483664" r:id="rId7"/>
    <p:sldLayoutId id="2147483654" r:id="rId8"/>
    <p:sldLayoutId id="2147483655" r:id="rId9"/>
  </p:sldLayoutIdLst>
  <p:txStyles>
    <p:titleStyle>
      <a:lvl1pPr algn="l" defTabSz="914400" rtl="0" eaLnBrk="1" latinLnBrk="0" hangingPunct="1">
        <a:spcBef>
          <a:spcPct val="0"/>
        </a:spcBef>
        <a:buNone/>
        <a:defRPr sz="3200" b="1"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11.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3.xml"/><Relationship Id="rId16" Type="http://schemas.openxmlformats.org/officeDocument/2006/relationships/image" Target="../media/image25.png"/><Relationship Id="rId1" Type="http://schemas.openxmlformats.org/officeDocument/2006/relationships/slideLayout" Target="../slideLayouts/slideLayout5.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6.png"/><Relationship Id="rId7" Type="http://schemas.openxmlformats.org/officeDocument/2006/relationships/image" Target="../media/image281.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notesSlide" Target="../notesSlides/notesSlide4.xml"/><Relationship Id="rId16" Type="http://schemas.openxmlformats.org/officeDocument/2006/relationships/image" Target="../media/image37.png"/><Relationship Id="rId1" Type="http://schemas.openxmlformats.org/officeDocument/2006/relationships/slideLayout" Target="../slideLayouts/slideLayout5.xml"/><Relationship Id="rId6" Type="http://schemas.openxmlformats.org/officeDocument/2006/relationships/image" Target="../media/image271.png"/><Relationship Id="rId11" Type="http://schemas.openxmlformats.org/officeDocument/2006/relationships/image" Target="../media/image32.png"/><Relationship Id="rId5" Type="http://schemas.openxmlformats.org/officeDocument/2006/relationships/image" Target="../media/image28.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7.png"/><Relationship Id="rId9" Type="http://schemas.openxmlformats.org/officeDocument/2006/relationships/image" Target="../media/image30.png"/><Relationship Id="rId14" Type="http://schemas.openxmlformats.org/officeDocument/2006/relationships/image" Target="../media/image35.png"/></Relationships>
</file>

<file path=ppt/slides/_rels/slide6.xml.rels><?xml version="1.0" encoding="UTF-8" standalone="yes"?>
<Relationships xmlns="http://schemas.openxmlformats.org/package/2006/relationships"><Relationship Id="rId8" Type="http://schemas.openxmlformats.org/officeDocument/2006/relationships/image" Target="../media/image1310.png"/><Relationship Id="rId13" Type="http://schemas.openxmlformats.org/officeDocument/2006/relationships/image" Target="../media/image180.png"/><Relationship Id="rId3" Type="http://schemas.openxmlformats.org/officeDocument/2006/relationships/image" Target="../media/image810.png"/><Relationship Id="rId7" Type="http://schemas.openxmlformats.org/officeDocument/2006/relationships/image" Target="../media/image121.png"/><Relationship Id="rId12" Type="http://schemas.openxmlformats.org/officeDocument/2006/relationships/image" Target="../media/image175.png"/><Relationship Id="rId2" Type="http://schemas.openxmlformats.org/officeDocument/2006/relationships/notesSlide" Target="../notesSlides/notesSlide5.xml"/><Relationship Id="rId16" Type="http://schemas.openxmlformats.org/officeDocument/2006/relationships/image" Target="../media/image42.png"/><Relationship Id="rId1" Type="http://schemas.openxmlformats.org/officeDocument/2006/relationships/slideLayout" Target="../slideLayouts/slideLayout5.xml"/><Relationship Id="rId6" Type="http://schemas.openxmlformats.org/officeDocument/2006/relationships/image" Target="../media/image113.png"/><Relationship Id="rId5" Type="http://schemas.openxmlformats.org/officeDocument/2006/relationships/image" Target="../media/image1010.png"/><Relationship Id="rId15" Type="http://schemas.openxmlformats.org/officeDocument/2006/relationships/image" Target="../media/image41.png"/><Relationship Id="rId4" Type="http://schemas.openxmlformats.org/officeDocument/2006/relationships/image" Target="../media/image39.png"/><Relationship Id="rId9" Type="http://schemas.openxmlformats.org/officeDocument/2006/relationships/image" Target="../media/image40.png"/><Relationship Id="rId14" Type="http://schemas.openxmlformats.org/officeDocument/2006/relationships/image" Target="../media/image190.png"/></Relationships>
</file>

<file path=ppt/slides/_rels/slide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1.png"/><Relationship Id="rId7"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21.png"/><Relationship Id="rId4" Type="http://schemas.openxmlformats.org/officeDocument/2006/relationships/image" Target="../media/image411.png"/><Relationship Id="rId9" Type="http://schemas.openxmlformats.org/officeDocument/2006/relationships/image" Target="../media/image46.png"/></Relationships>
</file>

<file path=ppt/slides/_rels/slide8.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18" Type="http://schemas.openxmlformats.org/officeDocument/2006/relationships/image" Target="../media/image62.png"/><Relationship Id="rId3" Type="http://schemas.openxmlformats.org/officeDocument/2006/relationships/image" Target="../media/image47.pn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 Type="http://schemas.openxmlformats.org/officeDocument/2006/relationships/notesSlide" Target="../notesSlides/notesSlide7.xml"/><Relationship Id="rId16" Type="http://schemas.openxmlformats.org/officeDocument/2006/relationships/image" Target="../media/image60.png"/><Relationship Id="rId20" Type="http://schemas.openxmlformats.org/officeDocument/2006/relationships/image" Target="../media/image64.png"/><Relationship Id="rId1" Type="http://schemas.openxmlformats.org/officeDocument/2006/relationships/slideLayout" Target="../slideLayouts/slideLayout5.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5" Type="http://schemas.openxmlformats.org/officeDocument/2006/relationships/image" Target="../media/image59.png"/><Relationship Id="rId10" Type="http://schemas.openxmlformats.org/officeDocument/2006/relationships/image" Target="../media/image54.png"/><Relationship Id="rId19" Type="http://schemas.openxmlformats.org/officeDocument/2006/relationships/image" Target="../media/image63.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s>
</file>

<file path=ppt/slides/_rels/slide9.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10.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291.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21.png"/><Relationship Id="rId11" Type="http://schemas.openxmlformats.org/officeDocument/2006/relationships/image" Target="../media/image81.png"/><Relationship Id="rId5" Type="http://schemas.openxmlformats.org/officeDocument/2006/relationships/image" Target="../media/image311.png"/><Relationship Id="rId10" Type="http://schemas.openxmlformats.org/officeDocument/2006/relationships/image" Target="../media/image80.png"/><Relationship Id="rId4" Type="http://schemas.openxmlformats.org/officeDocument/2006/relationships/image" Target="../media/image301.png"/><Relationship Id="rId9" Type="http://schemas.openxmlformats.org/officeDocument/2006/relationships/image" Target="../media/image79.png"/></Relationships>
</file>

<file path=ppt/slides/_rels/slide11.xml.rels><?xml version="1.0" encoding="UTF-8" standalone="yes"?>
<Relationships xmlns="http://schemas.openxmlformats.org/package/2006/relationships"><Relationship Id="rId8" Type="http://schemas.openxmlformats.org/officeDocument/2006/relationships/image" Target="../media/image85.png"/><Relationship Id="rId13" Type="http://schemas.openxmlformats.org/officeDocument/2006/relationships/image" Target="../media/image90.png"/><Relationship Id="rId3" Type="http://schemas.openxmlformats.org/officeDocument/2006/relationships/image" Target="../media/image83.png"/><Relationship Id="rId7" Type="http://schemas.openxmlformats.org/officeDocument/2006/relationships/image" Target="../media/image84.png"/><Relationship Id="rId12" Type="http://schemas.openxmlformats.org/officeDocument/2006/relationships/image" Target="../media/image89.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780.png"/><Relationship Id="rId11" Type="http://schemas.openxmlformats.org/officeDocument/2006/relationships/image" Target="../media/image88.png"/><Relationship Id="rId5" Type="http://schemas.openxmlformats.org/officeDocument/2006/relationships/image" Target="../media/image381.png"/><Relationship Id="rId15" Type="http://schemas.openxmlformats.org/officeDocument/2006/relationships/image" Target="../media/image92.png"/><Relationship Id="rId10" Type="http://schemas.openxmlformats.org/officeDocument/2006/relationships/image" Target="../media/image87.png"/><Relationship Id="rId4" Type="http://schemas.openxmlformats.org/officeDocument/2006/relationships/image" Target="../media/image371.png"/><Relationship Id="rId9" Type="http://schemas.openxmlformats.org/officeDocument/2006/relationships/image" Target="../media/image86.png"/><Relationship Id="rId14" Type="http://schemas.openxmlformats.org/officeDocument/2006/relationships/image" Target="../media/image91.png"/></Relationships>
</file>

<file path=ppt/slides/_rels/slide12.xml.rels><?xml version="1.0" encoding="UTF-8" standalone="yes"?>
<Relationships xmlns="http://schemas.openxmlformats.org/package/2006/relationships"><Relationship Id="rId8" Type="http://schemas.openxmlformats.org/officeDocument/2006/relationships/image" Target="../media/image501.png"/><Relationship Id="rId3" Type="http://schemas.openxmlformats.org/officeDocument/2006/relationships/image" Target="../media/image451.png"/><Relationship Id="rId7" Type="http://schemas.openxmlformats.org/officeDocument/2006/relationships/image" Target="../media/image491.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481.png"/><Relationship Id="rId5" Type="http://schemas.openxmlformats.org/officeDocument/2006/relationships/image" Target="../media/image471.png"/><Relationship Id="rId10" Type="http://schemas.openxmlformats.org/officeDocument/2006/relationships/image" Target="../media/image521.png"/><Relationship Id="rId4" Type="http://schemas.openxmlformats.org/officeDocument/2006/relationships/image" Target="../media/image461.png"/><Relationship Id="rId9" Type="http://schemas.openxmlformats.org/officeDocument/2006/relationships/image" Target="../media/image511.png"/></Relationships>
</file>

<file path=ppt/slides/_rels/slide13.xml.rels><?xml version="1.0" encoding="UTF-8" standalone="yes"?>
<Relationships xmlns="http://schemas.openxmlformats.org/package/2006/relationships"><Relationship Id="rId8" Type="http://schemas.openxmlformats.org/officeDocument/2006/relationships/image" Target="../media/image94.svg"/><Relationship Id="rId13" Type="http://schemas.openxmlformats.org/officeDocument/2006/relationships/image" Target="../media/image99.png"/><Relationship Id="rId18" Type="http://schemas.openxmlformats.org/officeDocument/2006/relationships/image" Target="../media/image931.png"/><Relationship Id="rId3" Type="http://schemas.openxmlformats.org/officeDocument/2006/relationships/image" Target="../media/image5.png"/><Relationship Id="rId7" Type="http://schemas.openxmlformats.org/officeDocument/2006/relationships/image" Target="../media/image93.png"/><Relationship Id="rId12" Type="http://schemas.openxmlformats.org/officeDocument/2006/relationships/image" Target="../media/image98.svg"/><Relationship Id="rId17" Type="http://schemas.openxmlformats.org/officeDocument/2006/relationships/image" Target="../media/image671.png"/><Relationship Id="rId2" Type="http://schemas.openxmlformats.org/officeDocument/2006/relationships/notesSlide" Target="../notesSlides/notesSlide12.xml"/><Relationship Id="rId16" Type="http://schemas.openxmlformats.org/officeDocument/2006/relationships/image" Target="../media/image102.svg"/><Relationship Id="rId20" Type="http://schemas.openxmlformats.org/officeDocument/2006/relationships/image" Target="../media/image107.png"/><Relationship Id="rId1" Type="http://schemas.openxmlformats.org/officeDocument/2006/relationships/slideLayout" Target="../slideLayouts/slideLayout5.xml"/><Relationship Id="rId6" Type="http://schemas.openxmlformats.org/officeDocument/2006/relationships/image" Target="../media/image8.svg"/><Relationship Id="rId11" Type="http://schemas.openxmlformats.org/officeDocument/2006/relationships/image" Target="../media/image97.png"/><Relationship Id="rId5" Type="http://schemas.openxmlformats.org/officeDocument/2006/relationships/image" Target="../media/image7.png"/><Relationship Id="rId15" Type="http://schemas.openxmlformats.org/officeDocument/2006/relationships/image" Target="../media/image101.png"/><Relationship Id="rId10" Type="http://schemas.openxmlformats.org/officeDocument/2006/relationships/image" Target="../media/image96.svg"/><Relationship Id="rId19" Type="http://schemas.openxmlformats.org/officeDocument/2006/relationships/image" Target="../media/image94.png"/><Relationship Id="rId4" Type="http://schemas.openxmlformats.org/officeDocument/2006/relationships/image" Target="../media/image6.svg"/><Relationship Id="rId9" Type="http://schemas.openxmlformats.org/officeDocument/2006/relationships/image" Target="../media/image95.png"/><Relationship Id="rId14" Type="http://schemas.openxmlformats.org/officeDocument/2006/relationships/image" Target="../media/image100.svg"/></Relationships>
</file>

<file path=ppt/slides/_rels/slide14.xml.rels><?xml version="1.0" encoding="UTF-8" standalone="yes"?>
<Relationships xmlns="http://schemas.openxmlformats.org/package/2006/relationships"><Relationship Id="rId8" Type="http://schemas.openxmlformats.org/officeDocument/2006/relationships/image" Target="../media/image1310.png"/><Relationship Id="rId13" Type="http://schemas.openxmlformats.org/officeDocument/2006/relationships/image" Target="../media/image180.png"/><Relationship Id="rId18" Type="http://schemas.openxmlformats.org/officeDocument/2006/relationships/image" Target="../media/image990.png"/><Relationship Id="rId21" Type="http://schemas.openxmlformats.org/officeDocument/2006/relationships/image" Target="../media/image110.png"/><Relationship Id="rId7" Type="http://schemas.openxmlformats.org/officeDocument/2006/relationships/image" Target="../media/image121.png"/><Relationship Id="rId12" Type="http://schemas.openxmlformats.org/officeDocument/2006/relationships/image" Target="../media/image175.png"/><Relationship Id="rId17" Type="http://schemas.openxmlformats.org/officeDocument/2006/relationships/image" Target="../media/image98.png"/><Relationship Id="rId2" Type="http://schemas.openxmlformats.org/officeDocument/2006/relationships/notesSlide" Target="../notesSlides/notesSlide13.xml"/><Relationship Id="rId16" Type="http://schemas.openxmlformats.org/officeDocument/2006/relationships/image" Target="../media/image971.png"/><Relationship Id="rId20" Type="http://schemas.openxmlformats.org/officeDocument/2006/relationships/image" Target="../media/image1091.png"/><Relationship Id="rId1" Type="http://schemas.openxmlformats.org/officeDocument/2006/relationships/slideLayout" Target="../slideLayouts/slideLayout5.xml"/><Relationship Id="rId6" Type="http://schemas.openxmlformats.org/officeDocument/2006/relationships/image" Target="../media/image113.png"/><Relationship Id="rId11" Type="http://schemas.openxmlformats.org/officeDocument/2006/relationships/image" Target="../media/image1071.png"/><Relationship Id="rId5" Type="http://schemas.openxmlformats.org/officeDocument/2006/relationships/image" Target="../media/image1010.png"/><Relationship Id="rId15" Type="http://schemas.openxmlformats.org/officeDocument/2006/relationships/image" Target="../media/image108.png"/><Relationship Id="rId10" Type="http://schemas.openxmlformats.org/officeDocument/2006/relationships/image" Target="../media/image1510.png"/><Relationship Id="rId19" Type="http://schemas.openxmlformats.org/officeDocument/2006/relationships/image" Target="../media/image109.png"/><Relationship Id="rId4" Type="http://schemas.openxmlformats.org/officeDocument/2006/relationships/image" Target="../media/image910.png"/><Relationship Id="rId9" Type="http://schemas.openxmlformats.org/officeDocument/2006/relationships/image" Target="../media/image1410.png"/><Relationship Id="rId14" Type="http://schemas.openxmlformats.org/officeDocument/2006/relationships/image" Target="../media/image190.png"/><Relationship Id="rId22" Type="http://schemas.openxmlformats.org/officeDocument/2006/relationships/image" Target="../media/image111.png"/></Relationships>
</file>

<file path=ppt/slides/_rels/slide1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image" Target="../media/image1070.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image" Target="../media/image1011.png"/><Relationship Id="rId1" Type="http://schemas.openxmlformats.org/officeDocument/2006/relationships/slideLayout" Target="../slideLayouts/slideLayout5.xml"/><Relationship Id="rId6" Type="http://schemas.openxmlformats.org/officeDocument/2006/relationships/image" Target="../media/image112.png"/><Relationship Id="rId11" Type="http://schemas.openxmlformats.org/officeDocument/2006/relationships/image" Target="../media/image1100.png"/><Relationship Id="rId5" Type="http://schemas.openxmlformats.org/officeDocument/2006/relationships/image" Target="../media/image104.png"/><Relationship Id="rId10" Type="http://schemas.openxmlformats.org/officeDocument/2006/relationships/image" Target="../media/image1090.png"/><Relationship Id="rId4" Type="http://schemas.openxmlformats.org/officeDocument/2006/relationships/image" Target="../media/image1030.png"/><Relationship Id="rId9" Type="http://schemas.openxmlformats.org/officeDocument/2006/relationships/image" Target="../media/image1080.png"/></Relationships>
</file>

<file path=ppt/slides/_rels/slide17.xml.rels><?xml version="1.0" encoding="UTF-8" standalone="yes"?>
<Relationships xmlns="http://schemas.openxmlformats.org/package/2006/relationships"><Relationship Id="rId8" Type="http://schemas.openxmlformats.org/officeDocument/2006/relationships/image" Target="../media/image114.png"/><Relationship Id="rId13" Type="http://schemas.openxmlformats.org/officeDocument/2006/relationships/image" Target="../media/image119.svg"/><Relationship Id="rId18" Type="http://schemas.openxmlformats.org/officeDocument/2006/relationships/image" Target="../media/image124.png"/><Relationship Id="rId26" Type="http://schemas.openxmlformats.org/officeDocument/2006/relationships/image" Target="../media/image134.png"/><Relationship Id="rId3" Type="http://schemas.openxmlformats.org/officeDocument/2006/relationships/image" Target="../media/image1110.png"/><Relationship Id="rId21" Type="http://schemas.openxmlformats.org/officeDocument/2006/relationships/image" Target="../media/image129.png"/><Relationship Id="rId7" Type="http://schemas.openxmlformats.org/officeDocument/2006/relationships/image" Target="../media/image106.svg"/><Relationship Id="rId12" Type="http://schemas.openxmlformats.org/officeDocument/2006/relationships/image" Target="../media/image118.png"/><Relationship Id="rId17" Type="http://schemas.openxmlformats.org/officeDocument/2006/relationships/image" Target="../media/image123.svg"/><Relationship Id="rId25" Type="http://schemas.openxmlformats.org/officeDocument/2006/relationships/image" Target="../media/image133.png"/><Relationship Id="rId2" Type="http://schemas.openxmlformats.org/officeDocument/2006/relationships/notesSlide" Target="../notesSlides/notesSlide15.xml"/><Relationship Id="rId16" Type="http://schemas.openxmlformats.org/officeDocument/2006/relationships/image" Target="../media/image122.png"/><Relationship Id="rId20" Type="http://schemas.openxmlformats.org/officeDocument/2006/relationships/image" Target="../media/image1280.png"/><Relationship Id="rId1" Type="http://schemas.openxmlformats.org/officeDocument/2006/relationships/slideLayout" Target="../slideLayouts/slideLayout5.xml"/><Relationship Id="rId6" Type="http://schemas.openxmlformats.org/officeDocument/2006/relationships/image" Target="../media/image105.png"/><Relationship Id="rId11" Type="http://schemas.openxmlformats.org/officeDocument/2006/relationships/image" Target="../media/image117.svg"/><Relationship Id="rId24" Type="http://schemas.openxmlformats.org/officeDocument/2006/relationships/image" Target="../media/image132.png"/><Relationship Id="rId5" Type="http://schemas.openxmlformats.org/officeDocument/2006/relationships/image" Target="../media/image104.svg"/><Relationship Id="rId15" Type="http://schemas.openxmlformats.org/officeDocument/2006/relationships/image" Target="../media/image121.svg"/><Relationship Id="rId23" Type="http://schemas.openxmlformats.org/officeDocument/2006/relationships/image" Target="../media/image131.png"/><Relationship Id="rId10" Type="http://schemas.openxmlformats.org/officeDocument/2006/relationships/image" Target="../media/image116.png"/><Relationship Id="rId19" Type="http://schemas.openxmlformats.org/officeDocument/2006/relationships/image" Target="../media/image125.svg"/><Relationship Id="rId4" Type="http://schemas.openxmlformats.org/officeDocument/2006/relationships/image" Target="../media/image103.png"/><Relationship Id="rId9" Type="http://schemas.openxmlformats.org/officeDocument/2006/relationships/image" Target="../media/image115.svg"/><Relationship Id="rId14" Type="http://schemas.openxmlformats.org/officeDocument/2006/relationships/image" Target="../media/image120.png"/><Relationship Id="rId22" Type="http://schemas.openxmlformats.org/officeDocument/2006/relationships/image" Target="../media/image130.png"/></Relationships>
</file>

<file path=ppt/slides/_rels/slide18.xml.rels><?xml version="1.0" encoding="UTF-8" standalone="yes"?>
<Relationships xmlns="http://schemas.openxmlformats.org/package/2006/relationships"><Relationship Id="rId13" Type="http://schemas.openxmlformats.org/officeDocument/2006/relationships/image" Target="../media/image142.png"/><Relationship Id="rId18" Type="http://schemas.openxmlformats.org/officeDocument/2006/relationships/image" Target="../media/image147.png"/><Relationship Id="rId26" Type="http://schemas.openxmlformats.org/officeDocument/2006/relationships/image" Target="../media/image125.svg"/><Relationship Id="rId3" Type="http://schemas.openxmlformats.org/officeDocument/2006/relationships/image" Target="../media/image1340.png"/><Relationship Id="rId21" Type="http://schemas.openxmlformats.org/officeDocument/2006/relationships/image" Target="../media/image120.png"/><Relationship Id="rId34" Type="http://schemas.openxmlformats.org/officeDocument/2006/relationships/image" Target="../media/image117.svg"/><Relationship Id="rId7" Type="http://schemas.openxmlformats.org/officeDocument/2006/relationships/image" Target="../media/image137.png"/><Relationship Id="rId12" Type="http://schemas.openxmlformats.org/officeDocument/2006/relationships/image" Target="../media/image141.png"/><Relationship Id="rId17" Type="http://schemas.openxmlformats.org/officeDocument/2006/relationships/image" Target="../media/image146.png"/><Relationship Id="rId25" Type="http://schemas.openxmlformats.org/officeDocument/2006/relationships/image" Target="../media/image124.png"/><Relationship Id="rId33" Type="http://schemas.openxmlformats.org/officeDocument/2006/relationships/image" Target="../media/image116.png"/><Relationship Id="rId2" Type="http://schemas.openxmlformats.org/officeDocument/2006/relationships/notesSlide" Target="../notesSlides/notesSlide16.xml"/><Relationship Id="rId16" Type="http://schemas.openxmlformats.org/officeDocument/2006/relationships/image" Target="../media/image145.png"/><Relationship Id="rId20" Type="http://schemas.openxmlformats.org/officeDocument/2006/relationships/image" Target="../media/image119.svg"/><Relationship Id="rId29"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710.png"/><Relationship Id="rId11" Type="http://schemas.openxmlformats.org/officeDocument/2006/relationships/image" Target="../media/image140.png"/><Relationship Id="rId24" Type="http://schemas.openxmlformats.org/officeDocument/2006/relationships/image" Target="../media/image123.svg"/><Relationship Id="rId32" Type="http://schemas.openxmlformats.org/officeDocument/2006/relationships/image" Target="../media/image115.svg"/><Relationship Id="rId5" Type="http://schemas.openxmlformats.org/officeDocument/2006/relationships/image" Target="../media/image136.png"/><Relationship Id="rId15" Type="http://schemas.openxmlformats.org/officeDocument/2006/relationships/image" Target="../media/image144.png"/><Relationship Id="rId23" Type="http://schemas.openxmlformats.org/officeDocument/2006/relationships/image" Target="../media/image122.png"/><Relationship Id="rId28" Type="http://schemas.openxmlformats.org/officeDocument/2006/relationships/image" Target="../media/image104.svg"/><Relationship Id="rId10" Type="http://schemas.openxmlformats.org/officeDocument/2006/relationships/image" Target="../media/image139.png"/><Relationship Id="rId19" Type="http://schemas.openxmlformats.org/officeDocument/2006/relationships/image" Target="../media/image118.png"/><Relationship Id="rId31" Type="http://schemas.openxmlformats.org/officeDocument/2006/relationships/image" Target="../media/image114.png"/><Relationship Id="rId4" Type="http://schemas.openxmlformats.org/officeDocument/2006/relationships/image" Target="../media/image135.png"/><Relationship Id="rId9" Type="http://schemas.openxmlformats.org/officeDocument/2006/relationships/image" Target="../media/image138.png"/><Relationship Id="rId14" Type="http://schemas.openxmlformats.org/officeDocument/2006/relationships/image" Target="../media/image143.png"/><Relationship Id="rId22" Type="http://schemas.openxmlformats.org/officeDocument/2006/relationships/image" Target="../media/image121.svg"/><Relationship Id="rId27" Type="http://schemas.openxmlformats.org/officeDocument/2006/relationships/image" Target="../media/image103.png"/><Relationship Id="rId30" Type="http://schemas.openxmlformats.org/officeDocument/2006/relationships/image" Target="../media/image106.svg"/><Relationship Id="rId8" Type="http://schemas.openxmlformats.org/officeDocument/2006/relationships/image" Target="../media/image1371.png"/></Relationships>
</file>

<file path=ppt/slides/_rels/slide19.xml.rels><?xml version="1.0" encoding="UTF-8" standalone="yes"?>
<Relationships xmlns="http://schemas.openxmlformats.org/package/2006/relationships"><Relationship Id="rId13" Type="http://schemas.openxmlformats.org/officeDocument/2006/relationships/image" Target="../media/image156.png"/><Relationship Id="rId18" Type="http://schemas.openxmlformats.org/officeDocument/2006/relationships/image" Target="../media/image119.svg"/><Relationship Id="rId26" Type="http://schemas.openxmlformats.org/officeDocument/2006/relationships/image" Target="../media/image104.svg"/><Relationship Id="rId3" Type="http://schemas.openxmlformats.org/officeDocument/2006/relationships/image" Target="../media/image126.png"/><Relationship Id="rId21" Type="http://schemas.openxmlformats.org/officeDocument/2006/relationships/image" Target="../media/image122.png"/><Relationship Id="rId34" Type="http://schemas.openxmlformats.org/officeDocument/2006/relationships/image" Target="../media/image161.png"/><Relationship Id="rId7" Type="http://schemas.openxmlformats.org/officeDocument/2006/relationships/image" Target="../media/image150.png"/><Relationship Id="rId12" Type="http://schemas.openxmlformats.org/officeDocument/2006/relationships/image" Target="../media/image155.png"/><Relationship Id="rId17" Type="http://schemas.openxmlformats.org/officeDocument/2006/relationships/image" Target="../media/image118.png"/><Relationship Id="rId25" Type="http://schemas.openxmlformats.org/officeDocument/2006/relationships/image" Target="../media/image103.png"/><Relationship Id="rId33" Type="http://schemas.openxmlformats.org/officeDocument/2006/relationships/image" Target="../media/image160.png"/><Relationship Id="rId2" Type="http://schemas.openxmlformats.org/officeDocument/2006/relationships/notesSlide" Target="../notesSlides/notesSlide17.xml"/><Relationship Id="rId16" Type="http://schemas.openxmlformats.org/officeDocument/2006/relationships/image" Target="../media/image159.png"/><Relationship Id="rId20" Type="http://schemas.openxmlformats.org/officeDocument/2006/relationships/image" Target="../media/image121.svg"/><Relationship Id="rId29" Type="http://schemas.openxmlformats.org/officeDocument/2006/relationships/image" Target="../media/image114.png"/><Relationship Id="rId1" Type="http://schemas.openxmlformats.org/officeDocument/2006/relationships/slideLayout" Target="../slideLayouts/slideLayout7.xml"/><Relationship Id="rId6" Type="http://schemas.openxmlformats.org/officeDocument/2006/relationships/image" Target="../media/image1350.png"/><Relationship Id="rId11" Type="http://schemas.openxmlformats.org/officeDocument/2006/relationships/image" Target="../media/image154.png"/><Relationship Id="rId24" Type="http://schemas.openxmlformats.org/officeDocument/2006/relationships/image" Target="../media/image125.svg"/><Relationship Id="rId32" Type="http://schemas.openxmlformats.org/officeDocument/2006/relationships/image" Target="../media/image117.svg"/><Relationship Id="rId5" Type="http://schemas.openxmlformats.org/officeDocument/2006/relationships/image" Target="../media/image800.png"/><Relationship Id="rId15" Type="http://schemas.openxmlformats.org/officeDocument/2006/relationships/image" Target="../media/image158.png"/><Relationship Id="rId23" Type="http://schemas.openxmlformats.org/officeDocument/2006/relationships/image" Target="../media/image124.png"/><Relationship Id="rId28" Type="http://schemas.openxmlformats.org/officeDocument/2006/relationships/image" Target="../media/image106.svg"/><Relationship Id="rId36" Type="http://schemas.openxmlformats.org/officeDocument/2006/relationships/image" Target="../media/image163.png"/><Relationship Id="rId10" Type="http://schemas.openxmlformats.org/officeDocument/2006/relationships/image" Target="../media/image153.png"/><Relationship Id="rId19" Type="http://schemas.openxmlformats.org/officeDocument/2006/relationships/image" Target="../media/image120.png"/><Relationship Id="rId31" Type="http://schemas.openxmlformats.org/officeDocument/2006/relationships/image" Target="../media/image116.png"/><Relationship Id="rId4" Type="http://schemas.openxmlformats.org/officeDocument/2006/relationships/image" Target="../media/image149.png"/><Relationship Id="rId9" Type="http://schemas.openxmlformats.org/officeDocument/2006/relationships/image" Target="../media/image152.png"/><Relationship Id="rId14" Type="http://schemas.openxmlformats.org/officeDocument/2006/relationships/image" Target="../media/image157.png"/><Relationship Id="rId22" Type="http://schemas.openxmlformats.org/officeDocument/2006/relationships/image" Target="../media/image123.svg"/><Relationship Id="rId27" Type="http://schemas.openxmlformats.org/officeDocument/2006/relationships/image" Target="../media/image105.png"/><Relationship Id="rId30" Type="http://schemas.openxmlformats.org/officeDocument/2006/relationships/image" Target="../media/image115.svg"/><Relationship Id="rId35" Type="http://schemas.openxmlformats.org/officeDocument/2006/relationships/image" Target="../media/image162.png"/><Relationship Id="rId8" Type="http://schemas.openxmlformats.org/officeDocument/2006/relationships/image" Target="../media/image151.png"/></Relationships>
</file>

<file path=ppt/slides/_rels/slide20.xml.rels><?xml version="1.0" encoding="UTF-8" standalone="yes"?>
<Relationships xmlns="http://schemas.openxmlformats.org/package/2006/relationships"><Relationship Id="rId8" Type="http://schemas.openxmlformats.org/officeDocument/2006/relationships/image" Target="../media/image920.png"/><Relationship Id="rId3" Type="http://schemas.openxmlformats.org/officeDocument/2006/relationships/image" Target="../media/image870.png"/><Relationship Id="rId7" Type="http://schemas.openxmlformats.org/officeDocument/2006/relationships/image" Target="../media/image911.png"/><Relationship Id="rId2" Type="http://schemas.openxmlformats.org/officeDocument/2006/relationships/notesSlide" Target="../notesSlides/notesSlide18.xml"/><Relationship Id="rId1" Type="http://schemas.openxmlformats.org/officeDocument/2006/relationships/slideLayout" Target="../slideLayouts/slideLayout5.xml"/><Relationship Id="rId6" Type="http://schemas.openxmlformats.org/officeDocument/2006/relationships/image" Target="../media/image900.png"/><Relationship Id="rId5" Type="http://schemas.openxmlformats.org/officeDocument/2006/relationships/image" Target="../media/image890.png"/><Relationship Id="rId10" Type="http://schemas.openxmlformats.org/officeDocument/2006/relationships/image" Target="../media/image940.png"/><Relationship Id="rId4" Type="http://schemas.openxmlformats.org/officeDocument/2006/relationships/image" Target="../media/image880.png"/><Relationship Id="rId9" Type="http://schemas.openxmlformats.org/officeDocument/2006/relationships/image" Target="../media/image930.png"/></Relationships>
</file>

<file path=ppt/slides/_rels/slide21.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270.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0.png"/></Relationships>
</file>

<file path=ppt/slides/_rels/slide22.xml.rels><?xml version="1.0" encoding="UTF-8" standalone="yes"?>
<Relationships xmlns="http://schemas.openxmlformats.org/package/2006/relationships"><Relationship Id="rId3" Type="http://schemas.openxmlformats.org/officeDocument/2006/relationships/image" Target="../media/image430.png"/><Relationship Id="rId7" Type="http://schemas.openxmlformats.org/officeDocument/2006/relationships/image" Target="../media/image470.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460.png"/><Relationship Id="rId5" Type="http://schemas.openxmlformats.org/officeDocument/2006/relationships/image" Target="../media/image450.png"/><Relationship Id="rId4" Type="http://schemas.openxmlformats.org/officeDocument/2006/relationships/image" Target="../media/image440.png"/></Relationships>
</file>

<file path=ppt/slides/_rels/slide23.xml.rels><?xml version="1.0" encoding="UTF-8" standalone="yes"?>
<Relationships xmlns="http://schemas.openxmlformats.org/package/2006/relationships"><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310.png"/><Relationship Id="rId5" Type="http://schemas.openxmlformats.org/officeDocument/2006/relationships/image" Target="../media/image300.png"/><Relationship Id="rId4" Type="http://schemas.openxmlformats.org/officeDocument/2006/relationships/image" Target="../media/image290.png"/></Relationships>
</file>

<file path=ppt/slides/_rels/slide24.xml.rels><?xml version="1.0" encoding="UTF-8" standalone="yes"?>
<Relationships xmlns="http://schemas.openxmlformats.org/package/2006/relationships"><Relationship Id="rId3" Type="http://schemas.openxmlformats.org/officeDocument/2006/relationships/image" Target="../media/image480.png"/><Relationship Id="rId7" Type="http://schemas.openxmlformats.org/officeDocument/2006/relationships/image" Target="../media/image520.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510.png"/><Relationship Id="rId5" Type="http://schemas.openxmlformats.org/officeDocument/2006/relationships/image" Target="../media/image500.png"/><Relationship Id="rId4" Type="http://schemas.openxmlformats.org/officeDocument/2006/relationships/image" Target="../media/image490.png"/></Relationships>
</file>

<file path=ppt/slides/_rels/slide25.xml.rels><?xml version="1.0" encoding="UTF-8" standalone="yes"?>
<Relationships xmlns="http://schemas.openxmlformats.org/package/2006/relationships"><Relationship Id="rId3" Type="http://schemas.openxmlformats.org/officeDocument/2006/relationships/image" Target="../media/image330.png"/><Relationship Id="rId7" Type="http://schemas.openxmlformats.org/officeDocument/2006/relationships/image" Target="../media/image370.png"/><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360.png"/><Relationship Id="rId5" Type="http://schemas.openxmlformats.org/officeDocument/2006/relationships/image" Target="../media/image350.png"/><Relationship Id="rId4" Type="http://schemas.openxmlformats.org/officeDocument/2006/relationships/image" Target="../media/image340.png"/></Relationships>
</file>

<file path=ppt/slides/_rels/slide26.xml.rels><?xml version="1.0" encoding="UTF-8" standalone="yes"?>
<Relationships xmlns="http://schemas.openxmlformats.org/package/2006/relationships"><Relationship Id="rId3" Type="http://schemas.openxmlformats.org/officeDocument/2006/relationships/image" Target="../media/image380.png"/><Relationship Id="rId7" Type="http://schemas.openxmlformats.org/officeDocument/2006/relationships/image" Target="../media/image420.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410.png"/><Relationship Id="rId5" Type="http://schemas.openxmlformats.org/officeDocument/2006/relationships/image" Target="../media/image400.png"/><Relationship Id="rId4" Type="http://schemas.openxmlformats.org/officeDocument/2006/relationships/image" Target="../media/image390.png"/></Relationships>
</file>

<file path=ppt/slides/_rels/slide27.xml.rels><?xml version="1.0" encoding="UTF-8" standalone="yes"?>
<Relationships xmlns="http://schemas.openxmlformats.org/package/2006/relationships"><Relationship Id="rId3" Type="http://schemas.openxmlformats.org/officeDocument/2006/relationships/image" Target="../media/image164.png"/><Relationship Id="rId7" Type="http://schemas.openxmlformats.org/officeDocument/2006/relationships/image" Target="../media/image168.png"/><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s>
</file>

<file path=ppt/slides/_rels/slide28.xml.rels><?xml version="1.0" encoding="UTF-8" standalone="yes"?>
<Relationships xmlns="http://schemas.openxmlformats.org/package/2006/relationships"><Relationship Id="rId3" Type="http://schemas.openxmlformats.org/officeDocument/2006/relationships/image" Target="../media/image580.png"/><Relationship Id="rId7" Type="http://schemas.openxmlformats.org/officeDocument/2006/relationships/image" Target="../media/image620.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610.png"/><Relationship Id="rId5" Type="http://schemas.openxmlformats.org/officeDocument/2006/relationships/image" Target="../media/image600.png"/><Relationship Id="rId4" Type="http://schemas.openxmlformats.org/officeDocument/2006/relationships/image" Target="../media/image590.png"/></Relationships>
</file>

<file path=ppt/slides/_rels/slide29.xml.rels><?xml version="1.0" encoding="UTF-8" standalone="yes"?>
<Relationships xmlns="http://schemas.openxmlformats.org/package/2006/relationships"><Relationship Id="rId3" Type="http://schemas.openxmlformats.org/officeDocument/2006/relationships/image" Target="../media/image530.png"/><Relationship Id="rId7" Type="http://schemas.openxmlformats.org/officeDocument/2006/relationships/image" Target="../media/image570.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560.png"/><Relationship Id="rId5" Type="http://schemas.openxmlformats.org/officeDocument/2006/relationships/image" Target="../media/image550.png"/><Relationship Id="rId4" Type="http://schemas.openxmlformats.org/officeDocument/2006/relationships/image" Target="../media/image540.png"/></Relationships>
</file>

<file path=ppt/slides/_rels/slide30.xml.rels><?xml version="1.0" encoding="UTF-8" standalone="yes"?>
<Relationships xmlns="http://schemas.openxmlformats.org/package/2006/relationships"><Relationship Id="rId3" Type="http://schemas.openxmlformats.org/officeDocument/2006/relationships/image" Target="../media/image630.png"/><Relationship Id="rId7" Type="http://schemas.openxmlformats.org/officeDocument/2006/relationships/image" Target="../media/image670.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660.png"/><Relationship Id="rId5" Type="http://schemas.openxmlformats.org/officeDocument/2006/relationships/image" Target="../media/image650.png"/><Relationship Id="rId4" Type="http://schemas.openxmlformats.org/officeDocument/2006/relationships/image" Target="../media/image640.png"/></Relationships>
</file>

<file path=ppt/slides/_rels/slide31.xml.rels><?xml version="1.0" encoding="UTF-8" standalone="yes"?>
<Relationships xmlns="http://schemas.openxmlformats.org/package/2006/relationships"><Relationship Id="rId3" Type="http://schemas.openxmlformats.org/officeDocument/2006/relationships/image" Target="../media/image169.png"/><Relationship Id="rId7" Type="http://schemas.openxmlformats.org/officeDocument/2006/relationships/image" Target="../media/image173.png"/><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170.png"/></Relationships>
</file>

<file path=ppt/slides/_rels/slide32.xml.rels><?xml version="1.0" encoding="UTF-8" standalone="yes"?>
<Relationships xmlns="http://schemas.openxmlformats.org/package/2006/relationships"><Relationship Id="rId13" Type="http://schemas.openxmlformats.org/officeDocument/2006/relationships/image" Target="../media/image1460.png"/><Relationship Id="rId18" Type="http://schemas.openxmlformats.org/officeDocument/2006/relationships/image" Target="../media/image1511.png"/><Relationship Id="rId26" Type="http://schemas.openxmlformats.org/officeDocument/2006/relationships/image" Target="../media/image1590.png"/><Relationship Id="rId3" Type="http://schemas.openxmlformats.org/officeDocument/2006/relationships/image" Target="../media/image1360.png"/><Relationship Id="rId21" Type="http://schemas.openxmlformats.org/officeDocument/2006/relationships/image" Target="../media/image1540.png"/><Relationship Id="rId34" Type="http://schemas.openxmlformats.org/officeDocument/2006/relationships/image" Target="../media/image1670.png"/><Relationship Id="rId7" Type="http://schemas.openxmlformats.org/officeDocument/2006/relationships/image" Target="../media/image1400.png"/><Relationship Id="rId12" Type="http://schemas.openxmlformats.org/officeDocument/2006/relationships/image" Target="../media/image1450.png"/><Relationship Id="rId17" Type="http://schemas.openxmlformats.org/officeDocument/2006/relationships/image" Target="../media/image1500.png"/><Relationship Id="rId25" Type="http://schemas.openxmlformats.org/officeDocument/2006/relationships/image" Target="../media/image1580.png"/><Relationship Id="rId33" Type="http://schemas.openxmlformats.org/officeDocument/2006/relationships/image" Target="../media/image1660.png"/><Relationship Id="rId2" Type="http://schemas.openxmlformats.org/officeDocument/2006/relationships/notesSlide" Target="../notesSlides/notesSlide30.xml"/><Relationship Id="rId16" Type="http://schemas.openxmlformats.org/officeDocument/2006/relationships/image" Target="../media/image1490.png"/><Relationship Id="rId20" Type="http://schemas.openxmlformats.org/officeDocument/2006/relationships/image" Target="../media/image1530.png"/><Relationship Id="rId29" Type="http://schemas.openxmlformats.org/officeDocument/2006/relationships/image" Target="../media/image1620.png"/><Relationship Id="rId1" Type="http://schemas.openxmlformats.org/officeDocument/2006/relationships/slideLayout" Target="../slideLayouts/slideLayout8.xml"/><Relationship Id="rId6" Type="http://schemas.openxmlformats.org/officeDocument/2006/relationships/image" Target="../media/image1390.png"/><Relationship Id="rId11" Type="http://schemas.openxmlformats.org/officeDocument/2006/relationships/image" Target="../media/image1440.png"/><Relationship Id="rId24" Type="http://schemas.openxmlformats.org/officeDocument/2006/relationships/image" Target="../media/image1570.png"/><Relationship Id="rId32" Type="http://schemas.openxmlformats.org/officeDocument/2006/relationships/image" Target="../media/image1650.png"/><Relationship Id="rId5" Type="http://schemas.openxmlformats.org/officeDocument/2006/relationships/image" Target="../media/image1380.png"/><Relationship Id="rId15" Type="http://schemas.openxmlformats.org/officeDocument/2006/relationships/image" Target="../media/image1480.png"/><Relationship Id="rId23" Type="http://schemas.openxmlformats.org/officeDocument/2006/relationships/image" Target="../media/image1560.png"/><Relationship Id="rId28" Type="http://schemas.openxmlformats.org/officeDocument/2006/relationships/image" Target="../media/image1610.png"/><Relationship Id="rId10" Type="http://schemas.openxmlformats.org/officeDocument/2006/relationships/image" Target="../media/image1430.png"/><Relationship Id="rId19" Type="http://schemas.openxmlformats.org/officeDocument/2006/relationships/image" Target="../media/image1520.png"/><Relationship Id="rId31" Type="http://schemas.openxmlformats.org/officeDocument/2006/relationships/image" Target="../media/image1640.png"/><Relationship Id="rId4" Type="http://schemas.openxmlformats.org/officeDocument/2006/relationships/image" Target="../media/image1370.png"/><Relationship Id="rId9" Type="http://schemas.openxmlformats.org/officeDocument/2006/relationships/image" Target="../media/image1420.png"/><Relationship Id="rId14" Type="http://schemas.openxmlformats.org/officeDocument/2006/relationships/image" Target="../media/image1470.png"/><Relationship Id="rId22" Type="http://schemas.openxmlformats.org/officeDocument/2006/relationships/image" Target="../media/image1550.png"/><Relationship Id="rId27" Type="http://schemas.openxmlformats.org/officeDocument/2006/relationships/image" Target="../media/image1600.png"/><Relationship Id="rId30" Type="http://schemas.openxmlformats.org/officeDocument/2006/relationships/image" Target="../media/image1630.png"/><Relationship Id="rId8" Type="http://schemas.openxmlformats.org/officeDocument/2006/relationships/image" Target="../media/image1411.png"/></Relationships>
</file>

<file path=ppt/slides/_rels/slide33.xml.rels><?xml version="1.0" encoding="UTF-8" standalone="yes"?>
<Relationships xmlns="http://schemas.openxmlformats.org/package/2006/relationships"><Relationship Id="rId3" Type="http://schemas.openxmlformats.org/officeDocument/2006/relationships/image" Target="../media/image970.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openxmlformats.org/officeDocument/2006/relationships/image" Target="../media/image1730.png"/><Relationship Id="rId3" Type="http://schemas.openxmlformats.org/officeDocument/2006/relationships/image" Target="../media/image174.png"/><Relationship Id="rId7" Type="http://schemas.openxmlformats.org/officeDocument/2006/relationships/image" Target="../media/image1720.png"/><Relationship Id="rId2" Type="http://schemas.openxmlformats.org/officeDocument/2006/relationships/notesSlide" Target="../notesSlides/notesSlide32.xml"/><Relationship Id="rId1" Type="http://schemas.openxmlformats.org/officeDocument/2006/relationships/slideLayout" Target="../slideLayouts/slideLayout8.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 Id="rId9" Type="http://schemas.openxmlformats.org/officeDocument/2006/relationships/image" Target="../media/image174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4DD896B-1E9D-7339-C9A6-18F8A017D790}"/>
              </a:ext>
            </a:extLst>
          </p:cNvPr>
          <p:cNvSpPr>
            <a:spLocks noGrp="1"/>
          </p:cNvSpPr>
          <p:nvPr>
            <p:ph type="subTitle" idx="1"/>
          </p:nvPr>
        </p:nvSpPr>
        <p:spPr/>
        <p:txBody>
          <a:bodyPr/>
          <a:lstStyle/>
          <a:p>
            <a:r>
              <a:rPr lang="en-GB" dirty="0"/>
              <a:t>Sarah Allott</a:t>
            </a:r>
          </a:p>
        </p:txBody>
      </p:sp>
      <p:sp>
        <p:nvSpPr>
          <p:cNvPr id="3" name="Title 2">
            <a:extLst>
              <a:ext uri="{FF2B5EF4-FFF2-40B4-BE49-F238E27FC236}">
                <a16:creationId xmlns:a16="http://schemas.microsoft.com/office/drawing/2014/main" id="{8F9950A6-D264-E8D1-8651-D4BCB64E9C44}"/>
              </a:ext>
            </a:extLst>
          </p:cNvPr>
          <p:cNvSpPr>
            <a:spLocks noGrp="1"/>
          </p:cNvSpPr>
          <p:nvPr>
            <p:ph type="ctrTitle"/>
          </p:nvPr>
        </p:nvSpPr>
        <p:spPr/>
        <p:txBody>
          <a:bodyPr/>
          <a:lstStyle/>
          <a:p>
            <a:r>
              <a:rPr lang="en-GB" dirty="0"/>
              <a:t>Negative Powers as Reciprocals</a:t>
            </a:r>
          </a:p>
        </p:txBody>
      </p:sp>
      <p:sp>
        <p:nvSpPr>
          <p:cNvPr id="4" name="Text Placeholder 3">
            <a:extLst>
              <a:ext uri="{FF2B5EF4-FFF2-40B4-BE49-F238E27FC236}">
                <a16:creationId xmlns:a16="http://schemas.microsoft.com/office/drawing/2014/main" id="{FCD2AD3E-B077-051F-AB67-58F551C8487E}"/>
              </a:ext>
            </a:extLst>
          </p:cNvPr>
          <p:cNvSpPr>
            <a:spLocks noGrp="1"/>
          </p:cNvSpPr>
          <p:nvPr>
            <p:ph type="body" sz="quarter" idx="10"/>
          </p:nvPr>
        </p:nvSpPr>
        <p:spPr>
          <a:xfrm>
            <a:off x="1692275" y="6248198"/>
            <a:ext cx="2519363" cy="390525"/>
          </a:xfrm>
        </p:spPr>
        <p:txBody>
          <a:bodyPr/>
          <a:lstStyle/>
          <a:p>
            <a:r>
              <a:rPr lang="en-GB" dirty="0"/>
              <a:t>8</a:t>
            </a:r>
            <a:r>
              <a:rPr lang="en-GB" baseline="30000" dirty="0"/>
              <a:t>th</a:t>
            </a:r>
            <a:r>
              <a:rPr lang="en-GB" dirty="0"/>
              <a:t> September 2025</a:t>
            </a:r>
          </a:p>
        </p:txBody>
      </p:sp>
    </p:spTree>
    <p:extLst>
      <p:ext uri="{BB962C8B-B14F-4D97-AF65-F5344CB8AC3E}">
        <p14:creationId xmlns:p14="http://schemas.microsoft.com/office/powerpoint/2010/main" val="2912112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DBF7B-278D-66A3-8DBA-4D2AA6A6A5E2}"/>
              </a:ext>
            </a:extLst>
          </p:cNvPr>
          <p:cNvSpPr>
            <a:spLocks noGrp="1"/>
          </p:cNvSpPr>
          <p:nvPr>
            <p:ph type="title"/>
          </p:nvPr>
        </p:nvSpPr>
        <p:spPr/>
        <p:txBody>
          <a:bodyPr/>
          <a:lstStyle/>
          <a:p>
            <a:r>
              <a:rPr lang="en-GB" dirty="0"/>
              <a:t>Prerequisite Knowledge Check</a:t>
            </a:r>
          </a:p>
        </p:txBody>
      </p:sp>
      <p:sp>
        <p:nvSpPr>
          <p:cNvPr id="55" name="Rectangle: Rounded Corners 54">
            <a:extLst>
              <a:ext uri="{FF2B5EF4-FFF2-40B4-BE49-F238E27FC236}">
                <a16:creationId xmlns:a16="http://schemas.microsoft.com/office/drawing/2014/main" id="{0A29A920-15EA-57F6-FB88-0848222B4863}"/>
              </a:ext>
            </a:extLst>
          </p:cNvPr>
          <p:cNvSpPr/>
          <p:nvPr/>
        </p:nvSpPr>
        <p:spPr>
          <a:xfrm>
            <a:off x="207593" y="806582"/>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11z</a:t>
            </a:r>
          </a:p>
        </p:txBody>
      </p:sp>
      <p:sp>
        <p:nvSpPr>
          <p:cNvPr id="56" name="TextBox 55">
            <a:extLst>
              <a:ext uri="{FF2B5EF4-FFF2-40B4-BE49-F238E27FC236}">
                <a16:creationId xmlns:a16="http://schemas.microsoft.com/office/drawing/2014/main" id="{5ADD2334-F2B3-AE89-E672-AC0AA90CE269}"/>
              </a:ext>
            </a:extLst>
          </p:cNvPr>
          <p:cNvSpPr txBox="1"/>
          <p:nvPr/>
        </p:nvSpPr>
        <p:spPr>
          <a:xfrm>
            <a:off x="674474" y="791161"/>
            <a:ext cx="2787316" cy="615553"/>
          </a:xfrm>
          <a:prstGeom prst="rect">
            <a:avLst/>
          </a:prstGeom>
          <a:noFill/>
        </p:spPr>
        <p:txBody>
          <a:bodyPr wrap="square" lIns="0" tIns="0" rIns="0" bIns="0" rtlCol="0">
            <a:spAutoFit/>
          </a:bodyPr>
          <a:lstStyle/>
          <a:p>
            <a:r>
              <a:rPr lang="en-US" sz="2000" dirty="0"/>
              <a:t>State the reciprocal of the following numbers:</a:t>
            </a:r>
            <a:endParaRPr lang="en-GB" sz="2000" dirty="0"/>
          </a:p>
        </p:txBody>
      </p:sp>
      <p:sp>
        <p:nvSpPr>
          <p:cNvPr id="57" name="Rectangle: Rounded Corners 56">
            <a:extLst>
              <a:ext uri="{FF2B5EF4-FFF2-40B4-BE49-F238E27FC236}">
                <a16:creationId xmlns:a16="http://schemas.microsoft.com/office/drawing/2014/main" id="{6F0B1E2A-904E-C37A-C8B5-6B6346F749E9}"/>
              </a:ext>
            </a:extLst>
          </p:cNvPr>
          <p:cNvSpPr/>
          <p:nvPr/>
        </p:nvSpPr>
        <p:spPr>
          <a:xfrm>
            <a:off x="248029" y="171347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a</a:t>
            </a:r>
          </a:p>
        </p:txBody>
      </p:sp>
      <p:sp>
        <p:nvSpPr>
          <p:cNvPr id="58" name="Rectangle: Rounded Corners 57">
            <a:extLst>
              <a:ext uri="{FF2B5EF4-FFF2-40B4-BE49-F238E27FC236}">
                <a16:creationId xmlns:a16="http://schemas.microsoft.com/office/drawing/2014/main" id="{8947BDC1-230D-3311-94E2-B5745E677F86}"/>
              </a:ext>
            </a:extLst>
          </p:cNvPr>
          <p:cNvSpPr/>
          <p:nvPr/>
        </p:nvSpPr>
        <p:spPr>
          <a:xfrm>
            <a:off x="248029" y="2364245"/>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b</a:t>
            </a:r>
          </a:p>
        </p:txBody>
      </p:sp>
      <p:sp>
        <p:nvSpPr>
          <p:cNvPr id="59" name="Rectangle: Rounded Corners 58">
            <a:extLst>
              <a:ext uri="{FF2B5EF4-FFF2-40B4-BE49-F238E27FC236}">
                <a16:creationId xmlns:a16="http://schemas.microsoft.com/office/drawing/2014/main" id="{F10DE5CB-C091-47EB-5E03-22BD451777D3}"/>
              </a:ext>
            </a:extLst>
          </p:cNvPr>
          <p:cNvSpPr/>
          <p:nvPr/>
        </p:nvSpPr>
        <p:spPr>
          <a:xfrm>
            <a:off x="248029" y="3015014"/>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c</a:t>
            </a:r>
            <a:endParaRPr lang="en-GB" sz="1600" dirty="0"/>
          </a:p>
        </p:txBody>
      </p:sp>
      <p:sp>
        <p:nvSpPr>
          <p:cNvPr id="60" name="Rectangle: Rounded Corners 59">
            <a:extLst>
              <a:ext uri="{FF2B5EF4-FFF2-40B4-BE49-F238E27FC236}">
                <a16:creationId xmlns:a16="http://schemas.microsoft.com/office/drawing/2014/main" id="{CA9B9868-0A96-295E-5670-07B5D10C07BA}"/>
              </a:ext>
            </a:extLst>
          </p:cNvPr>
          <p:cNvSpPr/>
          <p:nvPr/>
        </p:nvSpPr>
        <p:spPr>
          <a:xfrm>
            <a:off x="248029" y="3665783"/>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d</a:t>
            </a:r>
            <a:endParaRPr lang="en-GB" sz="1600" dirty="0"/>
          </a:p>
        </p:txBody>
      </p:sp>
      <p:sp>
        <p:nvSpPr>
          <p:cNvPr id="61" name="Rectangle: Rounded Corners 60">
            <a:extLst>
              <a:ext uri="{FF2B5EF4-FFF2-40B4-BE49-F238E27FC236}">
                <a16:creationId xmlns:a16="http://schemas.microsoft.com/office/drawing/2014/main" id="{A718C87C-438D-FBB2-9EB0-E9F494093FB1}"/>
              </a:ext>
            </a:extLst>
          </p:cNvPr>
          <p:cNvSpPr/>
          <p:nvPr/>
        </p:nvSpPr>
        <p:spPr>
          <a:xfrm>
            <a:off x="248029" y="431655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e</a:t>
            </a:r>
            <a:endParaRPr lang="en-GB" sz="1600" dirty="0"/>
          </a:p>
        </p:txBody>
      </p:sp>
      <p:sp>
        <p:nvSpPr>
          <p:cNvPr id="62" name="Rectangle: Rounded Corners 61">
            <a:extLst>
              <a:ext uri="{FF2B5EF4-FFF2-40B4-BE49-F238E27FC236}">
                <a16:creationId xmlns:a16="http://schemas.microsoft.com/office/drawing/2014/main" id="{531DD657-7AB6-9598-B949-B091F27CDECB}"/>
              </a:ext>
            </a:extLst>
          </p:cNvPr>
          <p:cNvSpPr/>
          <p:nvPr/>
        </p:nvSpPr>
        <p:spPr>
          <a:xfrm>
            <a:off x="4294852" y="847526"/>
            <a:ext cx="325323" cy="33011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2</a:t>
            </a:r>
          </a:p>
        </p:txBody>
      </p:sp>
      <p:sp>
        <p:nvSpPr>
          <p:cNvPr id="63" name="TextBox 62">
            <a:extLst>
              <a:ext uri="{FF2B5EF4-FFF2-40B4-BE49-F238E27FC236}">
                <a16:creationId xmlns:a16="http://schemas.microsoft.com/office/drawing/2014/main" id="{59DB380E-4976-F904-16A0-FF2D760C4210}"/>
              </a:ext>
            </a:extLst>
          </p:cNvPr>
          <p:cNvSpPr txBox="1"/>
          <p:nvPr/>
        </p:nvSpPr>
        <p:spPr>
          <a:xfrm>
            <a:off x="4722723" y="873049"/>
            <a:ext cx="1175002" cy="307777"/>
          </a:xfrm>
          <a:prstGeom prst="rect">
            <a:avLst/>
          </a:prstGeom>
          <a:noFill/>
        </p:spPr>
        <p:txBody>
          <a:bodyPr wrap="none" lIns="0" tIns="0" rIns="0" bIns="0" rtlCol="0">
            <a:spAutoFit/>
          </a:bodyPr>
          <a:lstStyle/>
          <a:p>
            <a:r>
              <a:rPr lang="en-US" sz="2000" dirty="0"/>
              <a:t>Calculate:</a:t>
            </a:r>
            <a:endParaRPr lang="en-GB" sz="2000" dirty="0"/>
          </a:p>
        </p:txBody>
      </p:sp>
      <p:sp>
        <p:nvSpPr>
          <p:cNvPr id="96" name="Rectangle: Rounded Corners 95">
            <a:extLst>
              <a:ext uri="{FF2B5EF4-FFF2-40B4-BE49-F238E27FC236}">
                <a16:creationId xmlns:a16="http://schemas.microsoft.com/office/drawing/2014/main" id="{0928E2B2-741F-DAE8-6CF2-D8029C3CDD5A}"/>
              </a:ext>
            </a:extLst>
          </p:cNvPr>
          <p:cNvSpPr/>
          <p:nvPr/>
        </p:nvSpPr>
        <p:spPr>
          <a:xfrm>
            <a:off x="246545" y="4967321"/>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f</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EB93865-1773-F815-812E-F632FCCBC0AF}"/>
                  </a:ext>
                </a:extLst>
              </p:cNvPr>
              <p:cNvGraphicFramePr>
                <a:graphicFrameLocks noGrp="1"/>
              </p:cNvGraphicFramePr>
              <p:nvPr>
                <p:extLst>
                  <p:ext uri="{D42A27DB-BD31-4B8C-83A1-F6EECF244321}">
                    <p14:modId xmlns:p14="http://schemas.microsoft.com/office/powerpoint/2010/main" val="23571259"/>
                  </p:ext>
                </p:extLst>
              </p:nvPr>
            </p:nvGraphicFramePr>
            <p:xfrm>
              <a:off x="783657" y="1522642"/>
              <a:ext cx="1816810" cy="5215041"/>
            </p:xfrm>
            <a:graphic>
              <a:graphicData uri="http://schemas.openxmlformats.org/drawingml/2006/table">
                <a:tbl>
                  <a:tblPr firstRow="1" bandRow="1">
                    <a:tableStyleId>{5C22544A-7EE6-4342-B048-85BDC9FD1C3A}</a:tableStyleId>
                  </a:tblPr>
                  <a:tblGrid>
                    <a:gridCol w="908405">
                      <a:extLst>
                        <a:ext uri="{9D8B030D-6E8A-4147-A177-3AD203B41FA5}">
                          <a16:colId xmlns:a16="http://schemas.microsoft.com/office/drawing/2014/main" val="3247704324"/>
                        </a:ext>
                      </a:extLst>
                    </a:gridCol>
                    <a:gridCol w="908405">
                      <a:extLst>
                        <a:ext uri="{9D8B030D-6E8A-4147-A177-3AD203B41FA5}">
                          <a16:colId xmlns:a16="http://schemas.microsoft.com/office/drawing/2014/main" val="2149951636"/>
                        </a:ext>
                      </a:extLst>
                    </a:gridCol>
                  </a:tblGrid>
                  <a:tr h="649205">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4</m:t>
                                </m:r>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𝟏</m:t>
                                    </m:r>
                                  </m:num>
                                  <m:den>
                                    <m:r>
                                      <a:rPr lang="en-GB" b="1" i="1" smtClean="0">
                                        <a:solidFill>
                                          <a:schemeClr val="tx1"/>
                                        </a:solidFill>
                                        <a:latin typeface="Cambria Math" panose="02040503050406030204" pitchFamily="18" charset="0"/>
                                      </a:rPr>
                                      <m:t>𝟒</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455883390"/>
                      </a:ext>
                    </a:extLst>
                  </a:tr>
                  <a:tr h="651114">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−3</m:t>
                                </m:r>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m:t>
                                </m:r>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𝟏</m:t>
                                    </m:r>
                                  </m:num>
                                  <m:den>
                                    <m:r>
                                      <a:rPr lang="en-GB" b="1" i="1" smtClean="0">
                                        <a:solidFill>
                                          <a:schemeClr val="tx1"/>
                                        </a:solidFill>
                                        <a:latin typeface="Cambria Math" panose="02040503050406030204" pitchFamily="18" charset="0"/>
                                      </a:rPr>
                                      <m:t>𝟑</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93820462"/>
                      </a:ext>
                    </a:extLst>
                  </a:tr>
                  <a:tr h="649205">
                    <a:tc>
                      <a:txBody>
                        <a:bodyPr/>
                        <a:lstStyle/>
                        <a:p>
                          <a:pPr algn="ctr"/>
                          <a14:m>
                            <m:oMathPara xmlns:m="http://schemas.openxmlformats.org/officeDocument/2006/math">
                              <m:oMathParaPr>
                                <m:jc m:val="centerGroup"/>
                              </m:oMathParaPr>
                              <m:oMath xmlns:m="http://schemas.openxmlformats.org/officeDocument/2006/math">
                                <m:f>
                                  <m:fPr>
                                    <m:ctrlPr>
                                      <a:rPr lang="en-GB" b="0" i="1" smtClean="0">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rPr>
                                      <m:t>1</m:t>
                                    </m:r>
                                  </m:num>
                                  <m:den>
                                    <m:r>
                                      <a:rPr lang="en-GB" b="0" i="1" smtClean="0">
                                        <a:solidFill>
                                          <a:schemeClr val="tx1"/>
                                        </a:solidFill>
                                        <a:latin typeface="Cambria Math" panose="02040503050406030204" pitchFamily="18" charset="0"/>
                                      </a:rPr>
                                      <m:t>2</m:t>
                                    </m:r>
                                  </m:den>
                                </m:f>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𝟐</m:t>
                                </m:r>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681252676"/>
                      </a:ext>
                    </a:extLst>
                  </a:tr>
                  <a:tr h="657041">
                    <a:tc>
                      <a:txBody>
                        <a:bodyPr/>
                        <a:lstStyle/>
                        <a:p>
                          <a:pPr algn="ctr"/>
                          <a14:m>
                            <m:oMathPara xmlns:m="http://schemas.openxmlformats.org/officeDocument/2006/math">
                              <m:oMathParaPr>
                                <m:jc m:val="centerGroup"/>
                              </m:oMathParaPr>
                              <m:oMath xmlns:m="http://schemas.openxmlformats.org/officeDocument/2006/math">
                                <m:f>
                                  <m:fPr>
                                    <m:ctrlPr>
                                      <a:rPr lang="en-GB" b="0" i="1" smtClean="0">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rPr>
                                      <m:t>3</m:t>
                                    </m:r>
                                  </m:num>
                                  <m:den>
                                    <m:r>
                                      <a:rPr lang="en-GB" b="0" i="1" smtClean="0">
                                        <a:solidFill>
                                          <a:schemeClr val="tx1"/>
                                        </a:solidFill>
                                        <a:latin typeface="Cambria Math" panose="02040503050406030204" pitchFamily="18" charset="0"/>
                                      </a:rPr>
                                      <m:t>5</m:t>
                                    </m:r>
                                  </m:den>
                                </m:f>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𝟓</m:t>
                                    </m:r>
                                  </m:num>
                                  <m:den>
                                    <m:r>
                                      <a:rPr lang="en-GB" b="1" i="1" smtClean="0">
                                        <a:solidFill>
                                          <a:schemeClr val="tx1"/>
                                        </a:solidFill>
                                        <a:latin typeface="Cambria Math" panose="02040503050406030204" pitchFamily="18" charset="0"/>
                                      </a:rPr>
                                      <m:t>𝟑</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540630212"/>
                      </a:ext>
                    </a:extLst>
                  </a:tr>
                  <a:tr h="651114">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m:t>
                                </m:r>
                                <m:f>
                                  <m:fPr>
                                    <m:ctrlPr>
                                      <a:rPr lang="en-GB" b="0" i="1" smtClean="0">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rPr>
                                      <m:t>2</m:t>
                                    </m:r>
                                  </m:num>
                                  <m:den>
                                    <m:r>
                                      <a:rPr lang="en-GB" b="0" i="1" smtClean="0">
                                        <a:solidFill>
                                          <a:schemeClr val="tx1"/>
                                        </a:solidFill>
                                        <a:latin typeface="Cambria Math" panose="02040503050406030204" pitchFamily="18" charset="0"/>
                                      </a:rPr>
                                      <m:t>3</m:t>
                                    </m:r>
                                  </m:den>
                                </m:f>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m:t>
                                </m:r>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𝟑</m:t>
                                    </m:r>
                                  </m:num>
                                  <m:den>
                                    <m:r>
                                      <a:rPr lang="en-GB" b="1" i="1" smtClean="0">
                                        <a:solidFill>
                                          <a:schemeClr val="tx1"/>
                                        </a:solidFill>
                                        <a:latin typeface="Cambria Math" panose="02040503050406030204" pitchFamily="18" charset="0"/>
                                      </a:rPr>
                                      <m:t>𝟐</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36002021"/>
                      </a:ext>
                    </a:extLst>
                  </a:tr>
                  <a:tr h="655134">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0.4</m:t>
                                </m:r>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𝟓</m:t>
                                    </m:r>
                                  </m:num>
                                  <m:den>
                                    <m:r>
                                      <a:rPr lang="en-GB" b="1" i="1" smtClean="0">
                                        <a:solidFill>
                                          <a:schemeClr val="tx1"/>
                                        </a:solidFill>
                                        <a:latin typeface="Cambria Math" panose="02040503050406030204" pitchFamily="18" charset="0"/>
                                      </a:rPr>
                                      <m:t>𝟐</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6344319"/>
                      </a:ext>
                    </a:extLst>
                  </a:tr>
                  <a:tr h="651114">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0.43</m:t>
                                </m:r>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𝟏𝟎𝟎</m:t>
                                    </m:r>
                                  </m:num>
                                  <m:den>
                                    <m:r>
                                      <a:rPr lang="en-GB" b="1" i="1" smtClean="0">
                                        <a:solidFill>
                                          <a:schemeClr val="tx1"/>
                                        </a:solidFill>
                                        <a:latin typeface="Cambria Math" panose="02040503050406030204" pitchFamily="18" charset="0"/>
                                      </a:rPr>
                                      <m:t>𝟒𝟑</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10430698"/>
                      </a:ext>
                    </a:extLst>
                  </a:tr>
                  <a:tr h="651114">
                    <a:tc>
                      <a:txBody>
                        <a:bodyP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−1.5</m:t>
                                </m:r>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m:t>
                                </m:r>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𝟐</m:t>
                                    </m:r>
                                  </m:num>
                                  <m:den>
                                    <m:r>
                                      <a:rPr lang="en-GB" b="1" i="1" smtClean="0">
                                        <a:solidFill>
                                          <a:schemeClr val="tx1"/>
                                        </a:solidFill>
                                        <a:latin typeface="Cambria Math" panose="02040503050406030204" pitchFamily="18" charset="0"/>
                                      </a:rPr>
                                      <m:t>𝟑</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784124111"/>
                      </a:ext>
                    </a:extLst>
                  </a:tr>
                </a:tbl>
              </a:graphicData>
            </a:graphic>
          </p:graphicFrame>
        </mc:Choice>
        <mc:Fallback xmlns="">
          <p:graphicFrame>
            <p:nvGraphicFramePr>
              <p:cNvPr id="4" name="Table 3">
                <a:extLst>
                  <a:ext uri="{FF2B5EF4-FFF2-40B4-BE49-F238E27FC236}">
                    <a16:creationId xmlns:a16="http://schemas.microsoft.com/office/drawing/2014/main" id="{5EB93865-1773-F815-812E-F632FCCBC0AF}"/>
                  </a:ext>
                </a:extLst>
              </p:cNvPr>
              <p:cNvGraphicFramePr>
                <a:graphicFrameLocks noGrp="1"/>
              </p:cNvGraphicFramePr>
              <p:nvPr>
                <p:extLst>
                  <p:ext uri="{D42A27DB-BD31-4B8C-83A1-F6EECF244321}">
                    <p14:modId xmlns:p14="http://schemas.microsoft.com/office/powerpoint/2010/main" val="23571259"/>
                  </p:ext>
                </p:extLst>
              </p:nvPr>
            </p:nvGraphicFramePr>
            <p:xfrm>
              <a:off x="783657" y="1522642"/>
              <a:ext cx="1816810" cy="5215041"/>
            </p:xfrm>
            <a:graphic>
              <a:graphicData uri="http://schemas.openxmlformats.org/drawingml/2006/table">
                <a:tbl>
                  <a:tblPr firstRow="1" bandRow="1">
                    <a:tableStyleId>{5C22544A-7EE6-4342-B048-85BDC9FD1C3A}</a:tableStyleId>
                  </a:tblPr>
                  <a:tblGrid>
                    <a:gridCol w="908405">
                      <a:extLst>
                        <a:ext uri="{9D8B030D-6E8A-4147-A177-3AD203B41FA5}">
                          <a16:colId xmlns:a16="http://schemas.microsoft.com/office/drawing/2014/main" val="3247704324"/>
                        </a:ext>
                      </a:extLst>
                    </a:gridCol>
                    <a:gridCol w="908405">
                      <a:extLst>
                        <a:ext uri="{9D8B030D-6E8A-4147-A177-3AD203B41FA5}">
                          <a16:colId xmlns:a16="http://schemas.microsoft.com/office/drawing/2014/main" val="2149951636"/>
                        </a:ext>
                      </a:extLst>
                    </a:gridCol>
                  </a:tblGrid>
                  <a:tr h="649205">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r="-99333" b="-700935"/>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l="-100671" b="-700935"/>
                          </a:stretch>
                        </a:blipFill>
                      </a:tcPr>
                    </a:tc>
                    <a:extLst>
                      <a:ext uri="{0D108BD9-81ED-4DB2-BD59-A6C34878D82A}">
                        <a16:rowId xmlns:a16="http://schemas.microsoft.com/office/drawing/2014/main" val="2455883390"/>
                      </a:ext>
                    </a:extLst>
                  </a:tr>
                  <a:tr h="65111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t="-100000" r="-99333" b="-600935"/>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l="-100671" t="-100000" b="-600935"/>
                          </a:stretch>
                        </a:blipFill>
                      </a:tcPr>
                    </a:tc>
                    <a:extLst>
                      <a:ext uri="{0D108BD9-81ED-4DB2-BD59-A6C34878D82A}">
                        <a16:rowId xmlns:a16="http://schemas.microsoft.com/office/drawing/2014/main" val="2393820462"/>
                      </a:ext>
                    </a:extLst>
                  </a:tr>
                  <a:tr h="649205">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t="-201887" r="-99333" b="-50660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l="-100671" t="-201887" b="-506604"/>
                          </a:stretch>
                        </a:blipFill>
                      </a:tcPr>
                    </a:tc>
                    <a:extLst>
                      <a:ext uri="{0D108BD9-81ED-4DB2-BD59-A6C34878D82A}">
                        <a16:rowId xmlns:a16="http://schemas.microsoft.com/office/drawing/2014/main" val="3681252676"/>
                      </a:ext>
                    </a:extLst>
                  </a:tr>
                  <a:tr h="657041">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t="-296296" r="-99333" b="-397222"/>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l="-100671" t="-296296" b="-397222"/>
                          </a:stretch>
                        </a:blipFill>
                      </a:tcPr>
                    </a:tc>
                    <a:extLst>
                      <a:ext uri="{0D108BD9-81ED-4DB2-BD59-A6C34878D82A}">
                        <a16:rowId xmlns:a16="http://schemas.microsoft.com/office/drawing/2014/main" val="540630212"/>
                      </a:ext>
                    </a:extLst>
                  </a:tr>
                  <a:tr h="65111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t="-400000" r="-99333" b="-300935"/>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l="-100671" t="-400000" b="-300935"/>
                          </a:stretch>
                        </a:blipFill>
                      </a:tcPr>
                    </a:tc>
                    <a:extLst>
                      <a:ext uri="{0D108BD9-81ED-4DB2-BD59-A6C34878D82A}">
                        <a16:rowId xmlns:a16="http://schemas.microsoft.com/office/drawing/2014/main" val="336002021"/>
                      </a:ext>
                    </a:extLst>
                  </a:tr>
                  <a:tr h="65513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t="-495370" r="-99333" b="-198148"/>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l="-100671" t="-495370" b="-198148"/>
                          </a:stretch>
                        </a:blipFill>
                      </a:tcPr>
                    </a:tc>
                    <a:extLst>
                      <a:ext uri="{0D108BD9-81ED-4DB2-BD59-A6C34878D82A}">
                        <a16:rowId xmlns:a16="http://schemas.microsoft.com/office/drawing/2014/main" val="316344319"/>
                      </a:ext>
                    </a:extLst>
                  </a:tr>
                  <a:tr h="65111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t="-600935" r="-99333" b="-1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l="-100671" t="-600935" b="-100000"/>
                          </a:stretch>
                        </a:blipFill>
                      </a:tcPr>
                    </a:tc>
                    <a:extLst>
                      <a:ext uri="{0D108BD9-81ED-4DB2-BD59-A6C34878D82A}">
                        <a16:rowId xmlns:a16="http://schemas.microsoft.com/office/drawing/2014/main" val="2510430698"/>
                      </a:ext>
                    </a:extLst>
                  </a:tr>
                  <a:tr h="65111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t="-700935" r="-99333"/>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3"/>
                          <a:stretch>
                            <a:fillRect l="-100671" t="-700935"/>
                          </a:stretch>
                        </a:blipFill>
                      </a:tcPr>
                    </a:tc>
                    <a:extLst>
                      <a:ext uri="{0D108BD9-81ED-4DB2-BD59-A6C34878D82A}">
                        <a16:rowId xmlns:a16="http://schemas.microsoft.com/office/drawing/2014/main" val="1784124111"/>
                      </a:ext>
                    </a:extLst>
                  </a:tr>
                </a:tbl>
              </a:graphicData>
            </a:graphic>
          </p:graphicFrame>
        </mc:Fallback>
      </mc:AlternateContent>
      <p:sp>
        <p:nvSpPr>
          <p:cNvPr id="106" name="Rectangle 105">
            <a:extLst>
              <a:ext uri="{FF2B5EF4-FFF2-40B4-BE49-F238E27FC236}">
                <a16:creationId xmlns:a16="http://schemas.microsoft.com/office/drawing/2014/main" id="{E85D2091-1630-BE2B-ECD1-7B4EEB536A9B}"/>
              </a:ext>
            </a:extLst>
          </p:cNvPr>
          <p:cNvSpPr/>
          <p:nvPr/>
        </p:nvSpPr>
        <p:spPr>
          <a:xfrm>
            <a:off x="1915023" y="1612649"/>
            <a:ext cx="520576" cy="491488"/>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5" name="Rectangle 4">
            <a:extLst>
              <a:ext uri="{FF2B5EF4-FFF2-40B4-BE49-F238E27FC236}">
                <a16:creationId xmlns:a16="http://schemas.microsoft.com/office/drawing/2014/main" id="{4B394EB0-ABFC-EC96-C853-19B07B720FC3}"/>
              </a:ext>
            </a:extLst>
          </p:cNvPr>
          <p:cNvSpPr/>
          <p:nvPr/>
        </p:nvSpPr>
        <p:spPr>
          <a:xfrm>
            <a:off x="1915023" y="2262238"/>
            <a:ext cx="520576" cy="491488"/>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6" name="Rectangle 5">
            <a:extLst>
              <a:ext uri="{FF2B5EF4-FFF2-40B4-BE49-F238E27FC236}">
                <a16:creationId xmlns:a16="http://schemas.microsoft.com/office/drawing/2014/main" id="{F9FBCC52-EB5D-E45E-02B0-D55A1D5FF12F}"/>
              </a:ext>
            </a:extLst>
          </p:cNvPr>
          <p:cNvSpPr/>
          <p:nvPr/>
        </p:nvSpPr>
        <p:spPr>
          <a:xfrm>
            <a:off x="1915023" y="2911827"/>
            <a:ext cx="520576" cy="491488"/>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7" name="Rectangle 6">
            <a:extLst>
              <a:ext uri="{FF2B5EF4-FFF2-40B4-BE49-F238E27FC236}">
                <a16:creationId xmlns:a16="http://schemas.microsoft.com/office/drawing/2014/main" id="{A4AC3299-B494-AA68-4F7B-D9813022DA73}"/>
              </a:ext>
            </a:extLst>
          </p:cNvPr>
          <p:cNvSpPr/>
          <p:nvPr/>
        </p:nvSpPr>
        <p:spPr>
          <a:xfrm>
            <a:off x="1915023" y="3561416"/>
            <a:ext cx="520576" cy="491488"/>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8" name="Rectangle 7">
            <a:extLst>
              <a:ext uri="{FF2B5EF4-FFF2-40B4-BE49-F238E27FC236}">
                <a16:creationId xmlns:a16="http://schemas.microsoft.com/office/drawing/2014/main" id="{94740FB7-C737-41B2-0D97-C4B9DFFCD1F7}"/>
              </a:ext>
            </a:extLst>
          </p:cNvPr>
          <p:cNvSpPr/>
          <p:nvPr/>
        </p:nvSpPr>
        <p:spPr>
          <a:xfrm>
            <a:off x="1915023" y="4211005"/>
            <a:ext cx="520576" cy="491488"/>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9" name="Rectangle 8">
            <a:extLst>
              <a:ext uri="{FF2B5EF4-FFF2-40B4-BE49-F238E27FC236}">
                <a16:creationId xmlns:a16="http://schemas.microsoft.com/office/drawing/2014/main" id="{923B4EC8-2F82-2242-94E0-4B30B5DB59E1}"/>
              </a:ext>
            </a:extLst>
          </p:cNvPr>
          <p:cNvSpPr/>
          <p:nvPr/>
        </p:nvSpPr>
        <p:spPr>
          <a:xfrm>
            <a:off x="1915023" y="4860594"/>
            <a:ext cx="520576" cy="491488"/>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0" name="Rectangle 9">
            <a:extLst>
              <a:ext uri="{FF2B5EF4-FFF2-40B4-BE49-F238E27FC236}">
                <a16:creationId xmlns:a16="http://schemas.microsoft.com/office/drawing/2014/main" id="{D688DBC8-0FFA-4082-6E24-5CEFFDEE30CE}"/>
              </a:ext>
            </a:extLst>
          </p:cNvPr>
          <p:cNvSpPr/>
          <p:nvPr/>
        </p:nvSpPr>
        <p:spPr>
          <a:xfrm>
            <a:off x="1915023" y="5510183"/>
            <a:ext cx="520576" cy="491488"/>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1" name="Rectangle 10">
            <a:extLst>
              <a:ext uri="{FF2B5EF4-FFF2-40B4-BE49-F238E27FC236}">
                <a16:creationId xmlns:a16="http://schemas.microsoft.com/office/drawing/2014/main" id="{BB9F6193-74BA-2C49-97A4-9920B63F086A}"/>
              </a:ext>
            </a:extLst>
          </p:cNvPr>
          <p:cNvSpPr/>
          <p:nvPr/>
        </p:nvSpPr>
        <p:spPr>
          <a:xfrm>
            <a:off x="1915023" y="6159775"/>
            <a:ext cx="520576" cy="574684"/>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2" name="Rectangle: Rounded Corners 11">
            <a:extLst>
              <a:ext uri="{FF2B5EF4-FFF2-40B4-BE49-F238E27FC236}">
                <a16:creationId xmlns:a16="http://schemas.microsoft.com/office/drawing/2014/main" id="{1BD5DEDE-E674-94FB-CDE0-E67239ADDE5C}"/>
              </a:ext>
            </a:extLst>
          </p:cNvPr>
          <p:cNvSpPr/>
          <p:nvPr/>
        </p:nvSpPr>
        <p:spPr>
          <a:xfrm>
            <a:off x="246545" y="5618090"/>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g</a:t>
            </a:r>
          </a:p>
        </p:txBody>
      </p:sp>
      <p:sp>
        <p:nvSpPr>
          <p:cNvPr id="13" name="Rectangle: Rounded Corners 12">
            <a:extLst>
              <a:ext uri="{FF2B5EF4-FFF2-40B4-BE49-F238E27FC236}">
                <a16:creationId xmlns:a16="http://schemas.microsoft.com/office/drawing/2014/main" id="{D17FBA37-BD9C-156D-5AEE-15840763D65B}"/>
              </a:ext>
            </a:extLst>
          </p:cNvPr>
          <p:cNvSpPr/>
          <p:nvPr/>
        </p:nvSpPr>
        <p:spPr>
          <a:xfrm>
            <a:off x="246545" y="6268860"/>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h</a:t>
            </a:r>
          </a:p>
        </p:txBody>
      </p:sp>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815B5A49-B700-214C-202B-720325717CA6}"/>
                  </a:ext>
                </a:extLst>
              </p:cNvPr>
              <p:cNvGraphicFramePr>
                <a:graphicFrameLocks noGrp="1"/>
              </p:cNvGraphicFramePr>
              <p:nvPr>
                <p:extLst>
                  <p:ext uri="{D42A27DB-BD31-4B8C-83A1-F6EECF244321}">
                    <p14:modId xmlns:p14="http://schemas.microsoft.com/office/powerpoint/2010/main" val="548676258"/>
                  </p:ext>
                </p:extLst>
              </p:nvPr>
            </p:nvGraphicFramePr>
            <p:xfrm>
              <a:off x="4620175" y="1372459"/>
              <a:ext cx="2787316" cy="5431524"/>
            </p:xfrm>
            <a:graphic>
              <a:graphicData uri="http://schemas.openxmlformats.org/drawingml/2006/table">
                <a:tbl>
                  <a:tblPr firstRow="1" bandRow="1">
                    <a:tableStyleId>{5C22544A-7EE6-4342-B048-85BDC9FD1C3A}</a:tableStyleId>
                  </a:tblPr>
                  <a:tblGrid>
                    <a:gridCol w="1393658">
                      <a:extLst>
                        <a:ext uri="{9D8B030D-6E8A-4147-A177-3AD203B41FA5}">
                          <a16:colId xmlns:a16="http://schemas.microsoft.com/office/drawing/2014/main" val="3247704324"/>
                        </a:ext>
                      </a:extLst>
                    </a:gridCol>
                    <a:gridCol w="1393658">
                      <a:extLst>
                        <a:ext uri="{9D8B030D-6E8A-4147-A177-3AD203B41FA5}">
                          <a16:colId xmlns:a16="http://schemas.microsoft.com/office/drawing/2014/main" val="2149951636"/>
                        </a:ext>
                      </a:extLst>
                    </a:gridCol>
                  </a:tblGrid>
                  <a:tr h="649205">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chemeClr val="tx1"/>
                                        </a:solidFill>
                                        <a:latin typeface="Cambria Math" panose="02040503050406030204" pitchFamily="18" charset="0"/>
                                      </a:rPr>
                                    </m:ctrlPr>
                                  </m:sSupPr>
                                  <m:e>
                                    <m:r>
                                      <a:rPr lang="en-GB" b="0" i="1" smtClean="0">
                                        <a:solidFill>
                                          <a:schemeClr val="tx1"/>
                                        </a:solidFill>
                                        <a:latin typeface="Cambria Math" panose="02040503050406030204" pitchFamily="18" charset="0"/>
                                      </a:rPr>
                                      <m:t>2</m:t>
                                    </m:r>
                                  </m:e>
                                  <m:sup>
                                    <m:r>
                                      <a:rPr lang="en-GB" b="0" i="1" smtClean="0">
                                        <a:solidFill>
                                          <a:schemeClr val="tx1"/>
                                        </a:solidFill>
                                        <a:latin typeface="Cambria Math" panose="02040503050406030204" pitchFamily="18" charset="0"/>
                                      </a:rPr>
                                      <m:t>3</m:t>
                                    </m:r>
                                  </m:sup>
                                </m:sSup>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𝟖</m:t>
                                </m:r>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455883390"/>
                      </a:ext>
                    </a:extLst>
                  </a:tr>
                  <a:tr h="651114">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chemeClr val="tx1"/>
                                        </a:solidFill>
                                        <a:latin typeface="Cambria Math" panose="02040503050406030204" pitchFamily="18" charset="0"/>
                                      </a:rPr>
                                    </m:ctrlPr>
                                  </m:sSupPr>
                                  <m:e>
                                    <m:d>
                                      <m:dPr>
                                        <m:ctrlPr>
                                          <a:rPr lang="en-GB" b="0" i="1" smtClean="0">
                                            <a:solidFill>
                                              <a:schemeClr val="tx1"/>
                                            </a:solidFill>
                                            <a:latin typeface="Cambria Math" panose="02040503050406030204" pitchFamily="18" charset="0"/>
                                          </a:rPr>
                                        </m:ctrlPr>
                                      </m:dPr>
                                      <m:e>
                                        <m:r>
                                          <a:rPr lang="en-GB" b="0" i="1" smtClean="0">
                                            <a:solidFill>
                                              <a:schemeClr val="tx1"/>
                                            </a:solidFill>
                                            <a:latin typeface="Cambria Math" panose="02040503050406030204" pitchFamily="18" charset="0"/>
                                          </a:rPr>
                                          <m:t>−3</m:t>
                                        </m:r>
                                      </m:e>
                                    </m:d>
                                  </m:e>
                                  <m:sup>
                                    <m:r>
                                      <a:rPr lang="en-GB" b="0" i="1" smtClean="0">
                                        <a:solidFill>
                                          <a:schemeClr val="tx1"/>
                                        </a:solidFill>
                                        <a:latin typeface="Cambria Math" panose="02040503050406030204" pitchFamily="18" charset="0"/>
                                      </a:rPr>
                                      <m:t>2</m:t>
                                    </m:r>
                                  </m:sup>
                                </m:sSup>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𝟗</m:t>
                                </m:r>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393820462"/>
                      </a:ext>
                    </a:extLst>
                  </a:tr>
                  <a:tr h="649205">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chemeClr val="tx1"/>
                                        </a:solidFill>
                                        <a:latin typeface="Cambria Math" panose="02040503050406030204" pitchFamily="18" charset="0"/>
                                      </a:rPr>
                                    </m:ctrlPr>
                                  </m:sSupPr>
                                  <m:e>
                                    <m:d>
                                      <m:dPr>
                                        <m:ctrlPr>
                                          <a:rPr lang="en-GB" b="0" i="1" smtClean="0">
                                            <a:solidFill>
                                              <a:schemeClr val="tx1"/>
                                            </a:solidFill>
                                            <a:latin typeface="Cambria Math" panose="02040503050406030204" pitchFamily="18" charset="0"/>
                                          </a:rPr>
                                        </m:ctrlPr>
                                      </m:dPr>
                                      <m:e>
                                        <m:r>
                                          <a:rPr lang="en-GB" b="0" i="1" smtClean="0">
                                            <a:solidFill>
                                              <a:schemeClr val="tx1"/>
                                            </a:solidFill>
                                            <a:latin typeface="Cambria Math" panose="02040503050406030204" pitchFamily="18" charset="0"/>
                                          </a:rPr>
                                          <m:t>−3</m:t>
                                        </m:r>
                                      </m:e>
                                    </m:d>
                                  </m:e>
                                  <m:sup>
                                    <m:r>
                                      <a:rPr lang="en-GB" b="0" i="1" smtClean="0">
                                        <a:solidFill>
                                          <a:schemeClr val="tx1"/>
                                        </a:solidFill>
                                        <a:latin typeface="Cambria Math" panose="02040503050406030204" pitchFamily="18" charset="0"/>
                                      </a:rPr>
                                      <m:t>3</m:t>
                                    </m:r>
                                  </m:sup>
                                </m:sSup>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m:t>
                                </m:r>
                                <m:r>
                                  <a:rPr lang="en-GB" b="1" i="1" smtClean="0">
                                    <a:solidFill>
                                      <a:schemeClr val="tx1"/>
                                    </a:solidFill>
                                    <a:latin typeface="Cambria Math" panose="02040503050406030204" pitchFamily="18" charset="0"/>
                                  </a:rPr>
                                  <m:t>𝟐𝟕</m:t>
                                </m:r>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681252676"/>
                      </a:ext>
                    </a:extLst>
                  </a:tr>
                  <a:tr h="657041">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chemeClr val="tx1"/>
                                        </a:solidFill>
                                        <a:latin typeface="Cambria Math" panose="02040503050406030204" pitchFamily="18" charset="0"/>
                                      </a:rPr>
                                    </m:ctrlPr>
                                  </m:sSupPr>
                                  <m:e>
                                    <m:r>
                                      <a:rPr lang="en-GB" b="0" i="1" smtClean="0">
                                        <a:solidFill>
                                          <a:schemeClr val="tx1"/>
                                        </a:solidFill>
                                        <a:latin typeface="Cambria Math" panose="02040503050406030204" pitchFamily="18" charset="0"/>
                                      </a:rPr>
                                      <m:t>5</m:t>
                                    </m:r>
                                  </m:e>
                                  <m:sup>
                                    <m:r>
                                      <a:rPr lang="en-GB" b="0" i="1" smtClean="0">
                                        <a:solidFill>
                                          <a:schemeClr val="tx1"/>
                                        </a:solidFill>
                                        <a:latin typeface="Cambria Math" panose="02040503050406030204" pitchFamily="18" charset="0"/>
                                      </a:rPr>
                                      <m:t>4</m:t>
                                    </m:r>
                                  </m:sup>
                                </m:sSup>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𝟔𝟐𝟓</m:t>
                                </m:r>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540630212"/>
                      </a:ext>
                    </a:extLst>
                  </a:tr>
                  <a:tr h="651114">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chemeClr val="tx1"/>
                                        </a:solidFill>
                                        <a:latin typeface="Cambria Math" panose="02040503050406030204" pitchFamily="18" charset="0"/>
                                      </a:rPr>
                                    </m:ctrlPr>
                                  </m:sSupPr>
                                  <m:e>
                                    <m:d>
                                      <m:dPr>
                                        <m:ctrlPr>
                                          <a:rPr lang="en-GB" b="0" i="1" smtClean="0">
                                            <a:solidFill>
                                              <a:schemeClr val="tx1"/>
                                            </a:solidFill>
                                            <a:latin typeface="Cambria Math" panose="02040503050406030204" pitchFamily="18" charset="0"/>
                                          </a:rPr>
                                        </m:ctrlPr>
                                      </m:dPr>
                                      <m:e>
                                        <m:r>
                                          <a:rPr lang="en-GB" b="0" i="1" smtClean="0">
                                            <a:solidFill>
                                              <a:schemeClr val="tx1"/>
                                            </a:solidFill>
                                            <a:latin typeface="Cambria Math" panose="02040503050406030204" pitchFamily="18" charset="0"/>
                                          </a:rPr>
                                          <m:t>−10</m:t>
                                        </m:r>
                                      </m:e>
                                    </m:d>
                                  </m:e>
                                  <m:sup>
                                    <m:r>
                                      <a:rPr lang="en-GB" b="0" i="1" smtClean="0">
                                        <a:solidFill>
                                          <a:schemeClr val="tx1"/>
                                        </a:solidFill>
                                        <a:latin typeface="Cambria Math" panose="02040503050406030204" pitchFamily="18" charset="0"/>
                                      </a:rPr>
                                      <m:t>6</m:t>
                                    </m:r>
                                  </m:sup>
                                </m:sSup>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𝟏𝟎𝟎𝟎𝟎𝟎𝟎</m:t>
                                </m:r>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36002021"/>
                      </a:ext>
                    </a:extLst>
                  </a:tr>
                  <a:tr h="655134">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chemeClr val="tx1"/>
                                        </a:solidFill>
                                        <a:latin typeface="Cambria Math" panose="02040503050406030204" pitchFamily="18" charset="0"/>
                                      </a:rPr>
                                    </m:ctrlPr>
                                  </m:sSupPr>
                                  <m:e>
                                    <m:d>
                                      <m:dPr>
                                        <m:ctrlPr>
                                          <a:rPr lang="en-GB" b="0" i="1" smtClean="0">
                                            <a:solidFill>
                                              <a:schemeClr val="tx1"/>
                                            </a:solidFill>
                                            <a:latin typeface="Cambria Math" panose="02040503050406030204" pitchFamily="18" charset="0"/>
                                          </a:rPr>
                                        </m:ctrlPr>
                                      </m:dPr>
                                      <m:e>
                                        <m:f>
                                          <m:fPr>
                                            <m:ctrlPr>
                                              <a:rPr lang="en-GB" b="0" i="1" smtClean="0">
                                                <a:solidFill>
                                                  <a:schemeClr val="tx1"/>
                                                </a:solidFill>
                                                <a:latin typeface="Cambria Math" panose="02040503050406030204" pitchFamily="18" charset="0"/>
                                              </a:rPr>
                                            </m:ctrlPr>
                                          </m:fPr>
                                          <m:num>
                                            <m:r>
                                              <a:rPr lang="en-GB" b="0" i="1" smtClean="0">
                                                <a:solidFill>
                                                  <a:schemeClr val="tx1"/>
                                                </a:solidFill>
                                                <a:latin typeface="Cambria Math" panose="02040503050406030204" pitchFamily="18" charset="0"/>
                                              </a:rPr>
                                              <m:t>1</m:t>
                                            </m:r>
                                          </m:num>
                                          <m:den>
                                            <m:r>
                                              <a:rPr lang="en-GB" b="0" i="1" smtClean="0">
                                                <a:solidFill>
                                                  <a:schemeClr val="tx1"/>
                                                </a:solidFill>
                                                <a:latin typeface="Cambria Math" panose="02040503050406030204" pitchFamily="18" charset="0"/>
                                              </a:rPr>
                                              <m:t>2</m:t>
                                            </m:r>
                                          </m:den>
                                        </m:f>
                                      </m:e>
                                    </m:d>
                                  </m:e>
                                  <m:sup>
                                    <m:r>
                                      <a:rPr lang="en-GB" b="0" i="1" smtClean="0">
                                        <a:solidFill>
                                          <a:schemeClr val="tx1"/>
                                        </a:solidFill>
                                        <a:latin typeface="Cambria Math" panose="02040503050406030204" pitchFamily="18" charset="0"/>
                                      </a:rPr>
                                      <m:t>4</m:t>
                                    </m:r>
                                  </m:sup>
                                </m:sSup>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𝟏</m:t>
                                    </m:r>
                                  </m:num>
                                  <m:den>
                                    <m:r>
                                      <a:rPr lang="en-GB" b="1" i="1" smtClean="0">
                                        <a:solidFill>
                                          <a:schemeClr val="tx1"/>
                                        </a:solidFill>
                                        <a:latin typeface="Cambria Math" panose="02040503050406030204" pitchFamily="18" charset="0"/>
                                      </a:rPr>
                                      <m:t>𝟏𝟔</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6344319"/>
                      </a:ext>
                    </a:extLst>
                  </a:tr>
                  <a:tr h="651114">
                    <a:tc>
                      <a:txBody>
                        <a:bodyPr/>
                        <a:lstStyle/>
                        <a:p>
                          <a:pPr algn="ctr"/>
                          <a14:m>
                            <m:oMathPara xmlns:m="http://schemas.openxmlformats.org/officeDocument/2006/math">
                              <m:oMathParaPr>
                                <m:jc m:val="centerGroup"/>
                              </m:oMathParaPr>
                              <m:oMath xmlns:m="http://schemas.openxmlformats.org/officeDocument/2006/math">
                                <m:sSup>
                                  <m:sSupPr>
                                    <m:ctrlPr>
                                      <a:rPr lang="en-GB" b="0" i="1" dirty="0" smtClean="0">
                                        <a:solidFill>
                                          <a:schemeClr val="tx1"/>
                                        </a:solidFill>
                                        <a:latin typeface="Cambria Math" panose="02040503050406030204" pitchFamily="18" charset="0"/>
                                      </a:rPr>
                                    </m:ctrlPr>
                                  </m:sSupPr>
                                  <m:e>
                                    <m:d>
                                      <m:dPr>
                                        <m:ctrlPr>
                                          <a:rPr lang="en-GB" b="0" i="1" dirty="0" smtClean="0">
                                            <a:solidFill>
                                              <a:schemeClr val="tx1"/>
                                            </a:solidFill>
                                            <a:latin typeface="Cambria Math" panose="02040503050406030204" pitchFamily="18" charset="0"/>
                                          </a:rPr>
                                        </m:ctrlPr>
                                      </m:dPr>
                                      <m:e>
                                        <m:r>
                                          <a:rPr lang="en-GB" b="0" i="1" dirty="0" smtClean="0">
                                            <a:solidFill>
                                              <a:schemeClr val="tx1"/>
                                            </a:solidFill>
                                            <a:latin typeface="Cambria Math" panose="02040503050406030204" pitchFamily="18" charset="0"/>
                                          </a:rPr>
                                          <m:t>−</m:t>
                                        </m:r>
                                        <m:f>
                                          <m:fPr>
                                            <m:ctrlPr>
                                              <a:rPr lang="en-GB" b="0" i="1" dirty="0" smtClean="0">
                                                <a:solidFill>
                                                  <a:schemeClr val="tx1"/>
                                                </a:solidFill>
                                                <a:latin typeface="Cambria Math" panose="02040503050406030204" pitchFamily="18" charset="0"/>
                                              </a:rPr>
                                            </m:ctrlPr>
                                          </m:fPr>
                                          <m:num>
                                            <m:r>
                                              <a:rPr lang="en-GB" b="0" i="1" dirty="0" smtClean="0">
                                                <a:solidFill>
                                                  <a:schemeClr val="tx1"/>
                                                </a:solidFill>
                                                <a:latin typeface="Cambria Math" panose="02040503050406030204" pitchFamily="18" charset="0"/>
                                              </a:rPr>
                                              <m:t>2</m:t>
                                            </m:r>
                                          </m:num>
                                          <m:den>
                                            <m:r>
                                              <a:rPr lang="en-GB" b="0" i="1" dirty="0" smtClean="0">
                                                <a:solidFill>
                                                  <a:schemeClr val="tx1"/>
                                                </a:solidFill>
                                                <a:latin typeface="Cambria Math" panose="02040503050406030204" pitchFamily="18" charset="0"/>
                                              </a:rPr>
                                              <m:t>5</m:t>
                                            </m:r>
                                          </m:den>
                                        </m:f>
                                      </m:e>
                                    </m:d>
                                  </m:e>
                                  <m:sup>
                                    <m:r>
                                      <a:rPr lang="en-GB" b="0" i="1" dirty="0" smtClean="0">
                                        <a:solidFill>
                                          <a:schemeClr val="tx1"/>
                                        </a:solidFill>
                                        <a:latin typeface="Cambria Math" panose="02040503050406030204" pitchFamily="18" charset="0"/>
                                      </a:rPr>
                                      <m:t>3</m:t>
                                    </m:r>
                                  </m:sup>
                                </m:sSup>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GB" b="1" i="1" smtClean="0">
                                    <a:solidFill>
                                      <a:schemeClr val="tx1"/>
                                    </a:solidFill>
                                    <a:latin typeface="Cambria Math" panose="02040503050406030204" pitchFamily="18" charset="0"/>
                                  </a:rPr>
                                  <m:t>−</m:t>
                                </m:r>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𝟖</m:t>
                                    </m:r>
                                  </m:num>
                                  <m:den>
                                    <m:r>
                                      <a:rPr lang="en-GB" b="1" i="1" smtClean="0">
                                        <a:solidFill>
                                          <a:schemeClr val="tx1"/>
                                        </a:solidFill>
                                        <a:latin typeface="Cambria Math" panose="02040503050406030204" pitchFamily="18" charset="0"/>
                                      </a:rPr>
                                      <m:t>𝟏𝟐𝟓</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10430698"/>
                      </a:ext>
                    </a:extLst>
                  </a:tr>
                  <a:tr h="651114">
                    <a:tc>
                      <a:txBody>
                        <a:bodyPr/>
                        <a:lstStyle/>
                        <a:p>
                          <a:pPr algn="ctr"/>
                          <a14:m>
                            <m:oMathPara xmlns:m="http://schemas.openxmlformats.org/officeDocument/2006/math">
                              <m:oMathParaPr>
                                <m:jc m:val="centerGroup"/>
                              </m:oMathParaPr>
                              <m:oMath xmlns:m="http://schemas.openxmlformats.org/officeDocument/2006/math">
                                <m:sSup>
                                  <m:sSupPr>
                                    <m:ctrlPr>
                                      <a:rPr lang="en-GB" b="0" i="1" smtClean="0">
                                        <a:solidFill>
                                          <a:schemeClr val="tx1"/>
                                        </a:solidFill>
                                        <a:latin typeface="Cambria Math" panose="02040503050406030204" pitchFamily="18" charset="0"/>
                                      </a:rPr>
                                    </m:ctrlPr>
                                  </m:sSupPr>
                                  <m:e>
                                    <m:r>
                                      <a:rPr lang="en-GB" b="0" i="1" smtClean="0">
                                        <a:solidFill>
                                          <a:schemeClr val="tx1"/>
                                        </a:solidFill>
                                        <a:latin typeface="Cambria Math" panose="02040503050406030204" pitchFamily="18" charset="0"/>
                                      </a:rPr>
                                      <m:t>0.25</m:t>
                                    </m:r>
                                  </m:e>
                                  <m:sup>
                                    <m:r>
                                      <a:rPr lang="en-US" b="0" i="1" smtClean="0">
                                        <a:solidFill>
                                          <a:schemeClr val="tx1"/>
                                        </a:solidFill>
                                        <a:latin typeface="Cambria Math" panose="02040503050406030204" pitchFamily="18" charset="0"/>
                                      </a:rPr>
                                      <m:t>3</m:t>
                                    </m:r>
                                  </m:sup>
                                </m:sSup>
                              </m:oMath>
                            </m:oMathPara>
                          </a14:m>
                          <a:endParaRPr lang="en-GB"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f>
                                  <m:fPr>
                                    <m:ctrlPr>
                                      <a:rPr lang="en-GB" b="1" i="1" smtClean="0">
                                        <a:solidFill>
                                          <a:schemeClr val="tx1"/>
                                        </a:solidFill>
                                        <a:latin typeface="Cambria Math" panose="02040503050406030204" pitchFamily="18" charset="0"/>
                                      </a:rPr>
                                    </m:ctrlPr>
                                  </m:fPr>
                                  <m:num>
                                    <m:r>
                                      <a:rPr lang="en-GB" b="1" i="1" smtClean="0">
                                        <a:solidFill>
                                          <a:schemeClr val="tx1"/>
                                        </a:solidFill>
                                        <a:latin typeface="Cambria Math" panose="02040503050406030204" pitchFamily="18" charset="0"/>
                                      </a:rPr>
                                      <m:t>𝟏</m:t>
                                    </m:r>
                                  </m:num>
                                  <m:den>
                                    <m:r>
                                      <a:rPr lang="en-GB" b="1" i="1" smtClean="0">
                                        <a:solidFill>
                                          <a:schemeClr val="tx1"/>
                                        </a:solidFill>
                                        <a:latin typeface="Cambria Math" panose="02040503050406030204" pitchFamily="18" charset="0"/>
                                      </a:rPr>
                                      <m:t>𝟔𝟒</m:t>
                                    </m:r>
                                  </m:den>
                                </m:f>
                              </m:oMath>
                            </m:oMathPara>
                          </a14:m>
                          <a:endParaRPr lang="en-GB"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784124111"/>
                      </a:ext>
                    </a:extLst>
                  </a:tr>
                </a:tbl>
              </a:graphicData>
            </a:graphic>
          </p:graphicFrame>
        </mc:Choice>
        <mc:Fallback xmlns="">
          <p:graphicFrame>
            <p:nvGraphicFramePr>
              <p:cNvPr id="14" name="Table 13">
                <a:extLst>
                  <a:ext uri="{FF2B5EF4-FFF2-40B4-BE49-F238E27FC236}">
                    <a16:creationId xmlns:a16="http://schemas.microsoft.com/office/drawing/2014/main" id="{815B5A49-B700-214C-202B-720325717CA6}"/>
                  </a:ext>
                </a:extLst>
              </p:cNvPr>
              <p:cNvGraphicFramePr>
                <a:graphicFrameLocks noGrp="1"/>
              </p:cNvGraphicFramePr>
              <p:nvPr>
                <p:extLst>
                  <p:ext uri="{D42A27DB-BD31-4B8C-83A1-F6EECF244321}">
                    <p14:modId xmlns:p14="http://schemas.microsoft.com/office/powerpoint/2010/main" val="548676258"/>
                  </p:ext>
                </p:extLst>
              </p:nvPr>
            </p:nvGraphicFramePr>
            <p:xfrm>
              <a:off x="4620175" y="1372459"/>
              <a:ext cx="2787316" cy="5241278"/>
            </p:xfrm>
            <a:graphic>
              <a:graphicData uri="http://schemas.openxmlformats.org/drawingml/2006/table">
                <a:tbl>
                  <a:tblPr firstRow="1" bandRow="1">
                    <a:tableStyleId>{5C22544A-7EE6-4342-B048-85BDC9FD1C3A}</a:tableStyleId>
                  </a:tblPr>
                  <a:tblGrid>
                    <a:gridCol w="1393658">
                      <a:extLst>
                        <a:ext uri="{9D8B030D-6E8A-4147-A177-3AD203B41FA5}">
                          <a16:colId xmlns:a16="http://schemas.microsoft.com/office/drawing/2014/main" val="3247704324"/>
                        </a:ext>
                      </a:extLst>
                    </a:gridCol>
                    <a:gridCol w="1393658">
                      <a:extLst>
                        <a:ext uri="{9D8B030D-6E8A-4147-A177-3AD203B41FA5}">
                          <a16:colId xmlns:a16="http://schemas.microsoft.com/office/drawing/2014/main" val="2149951636"/>
                        </a:ext>
                      </a:extLst>
                    </a:gridCol>
                  </a:tblGrid>
                  <a:tr h="649205">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r="-99099" b="-711765"/>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100909" b="-711765"/>
                          </a:stretch>
                        </a:blipFill>
                      </a:tcPr>
                    </a:tc>
                    <a:extLst>
                      <a:ext uri="{0D108BD9-81ED-4DB2-BD59-A6C34878D82A}">
                        <a16:rowId xmlns:a16="http://schemas.microsoft.com/office/drawing/2014/main" val="2455883390"/>
                      </a:ext>
                    </a:extLst>
                  </a:tr>
                  <a:tr h="65111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t="-100000" r="-99099" b="-611765"/>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100909" t="-100000" b="-611765"/>
                          </a:stretch>
                        </a:blipFill>
                      </a:tcPr>
                    </a:tc>
                    <a:extLst>
                      <a:ext uri="{0D108BD9-81ED-4DB2-BD59-A6C34878D82A}">
                        <a16:rowId xmlns:a16="http://schemas.microsoft.com/office/drawing/2014/main" val="2393820462"/>
                      </a:ext>
                    </a:extLst>
                  </a:tr>
                  <a:tr h="649205">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t="-196154" r="-99099" b="-5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100909" t="-196154" b="-500000"/>
                          </a:stretch>
                        </a:blipFill>
                      </a:tcPr>
                    </a:tc>
                    <a:extLst>
                      <a:ext uri="{0D108BD9-81ED-4DB2-BD59-A6C34878D82A}">
                        <a16:rowId xmlns:a16="http://schemas.microsoft.com/office/drawing/2014/main" val="3681252676"/>
                      </a:ext>
                    </a:extLst>
                  </a:tr>
                  <a:tr h="657041">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t="-301961" r="-99099" b="-40980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100909" t="-301961" b="-409804"/>
                          </a:stretch>
                        </a:blipFill>
                      </a:tcPr>
                    </a:tc>
                    <a:extLst>
                      <a:ext uri="{0D108BD9-81ED-4DB2-BD59-A6C34878D82A}">
                        <a16:rowId xmlns:a16="http://schemas.microsoft.com/office/drawing/2014/main" val="540630212"/>
                      </a:ext>
                    </a:extLst>
                  </a:tr>
                  <a:tr h="65111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t="-394231" r="-99099" b="-301923"/>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100909" t="-394231" b="-301923"/>
                          </a:stretch>
                        </a:blipFill>
                      </a:tcPr>
                    </a:tc>
                    <a:extLst>
                      <a:ext uri="{0D108BD9-81ED-4DB2-BD59-A6C34878D82A}">
                        <a16:rowId xmlns:a16="http://schemas.microsoft.com/office/drawing/2014/main" val="336002021"/>
                      </a:ext>
                    </a:extLst>
                  </a:tr>
                  <a:tr h="665671">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t="-494231" r="-99099" b="-201923"/>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100909" t="-494231" b="-201923"/>
                          </a:stretch>
                        </a:blipFill>
                      </a:tcPr>
                    </a:tc>
                    <a:extLst>
                      <a:ext uri="{0D108BD9-81ED-4DB2-BD59-A6C34878D82A}">
                        <a16:rowId xmlns:a16="http://schemas.microsoft.com/office/drawing/2014/main" val="316344319"/>
                      </a:ext>
                    </a:extLst>
                  </a:tr>
                  <a:tr h="66681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t="-583019" r="-99099" b="-98113"/>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100909" t="-583019" b="-98113"/>
                          </a:stretch>
                        </a:blipFill>
                      </a:tcPr>
                    </a:tc>
                    <a:extLst>
                      <a:ext uri="{0D108BD9-81ED-4DB2-BD59-A6C34878D82A}">
                        <a16:rowId xmlns:a16="http://schemas.microsoft.com/office/drawing/2014/main" val="2510430698"/>
                      </a:ext>
                    </a:extLst>
                  </a:tr>
                  <a:tr h="65111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t="-709804" r="-99099" b="-1961"/>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blipFill>
                          <a:blip r:embed="rId4"/>
                          <a:stretch>
                            <a:fillRect l="-100909" t="-709804" b="-1961"/>
                          </a:stretch>
                        </a:blipFill>
                      </a:tcPr>
                    </a:tc>
                    <a:extLst>
                      <a:ext uri="{0D108BD9-81ED-4DB2-BD59-A6C34878D82A}">
                        <a16:rowId xmlns:a16="http://schemas.microsoft.com/office/drawing/2014/main" val="1784124111"/>
                      </a:ext>
                    </a:extLst>
                  </a:tr>
                </a:tbl>
              </a:graphicData>
            </a:graphic>
          </p:graphicFrame>
        </mc:Fallback>
      </mc:AlternateContent>
      <p:sp>
        <p:nvSpPr>
          <p:cNvPr id="15" name="Rectangle 14">
            <a:extLst>
              <a:ext uri="{FF2B5EF4-FFF2-40B4-BE49-F238E27FC236}">
                <a16:creationId xmlns:a16="http://schemas.microsoft.com/office/drawing/2014/main" id="{868BA9A1-4E84-46CD-32E0-BA4A81ED058A}"/>
              </a:ext>
            </a:extLst>
          </p:cNvPr>
          <p:cNvSpPr/>
          <p:nvPr/>
        </p:nvSpPr>
        <p:spPr>
          <a:xfrm>
            <a:off x="6206067" y="1360683"/>
            <a:ext cx="948266" cy="62551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6" name="Rectangle 15">
            <a:extLst>
              <a:ext uri="{FF2B5EF4-FFF2-40B4-BE49-F238E27FC236}">
                <a16:creationId xmlns:a16="http://schemas.microsoft.com/office/drawing/2014/main" id="{ED620F91-AE72-4893-2BBA-398B605EFE1E}"/>
              </a:ext>
            </a:extLst>
          </p:cNvPr>
          <p:cNvSpPr/>
          <p:nvPr/>
        </p:nvSpPr>
        <p:spPr>
          <a:xfrm>
            <a:off x="6206067" y="2039005"/>
            <a:ext cx="948266" cy="62551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7" name="Rectangle 16">
            <a:extLst>
              <a:ext uri="{FF2B5EF4-FFF2-40B4-BE49-F238E27FC236}">
                <a16:creationId xmlns:a16="http://schemas.microsoft.com/office/drawing/2014/main" id="{CE0BE035-C86B-1D3B-08D2-CEEB56B34946}"/>
              </a:ext>
            </a:extLst>
          </p:cNvPr>
          <p:cNvSpPr/>
          <p:nvPr/>
        </p:nvSpPr>
        <p:spPr>
          <a:xfrm>
            <a:off x="6206067" y="2717327"/>
            <a:ext cx="948266" cy="62551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8" name="Rectangle 17">
            <a:extLst>
              <a:ext uri="{FF2B5EF4-FFF2-40B4-BE49-F238E27FC236}">
                <a16:creationId xmlns:a16="http://schemas.microsoft.com/office/drawing/2014/main" id="{867FC828-5FF0-B1AA-A701-9D894967172C}"/>
              </a:ext>
            </a:extLst>
          </p:cNvPr>
          <p:cNvSpPr/>
          <p:nvPr/>
        </p:nvSpPr>
        <p:spPr>
          <a:xfrm>
            <a:off x="6206067" y="3395649"/>
            <a:ext cx="948266" cy="62551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9" name="Rectangle 18">
            <a:extLst>
              <a:ext uri="{FF2B5EF4-FFF2-40B4-BE49-F238E27FC236}">
                <a16:creationId xmlns:a16="http://schemas.microsoft.com/office/drawing/2014/main" id="{DFEAB979-1AC4-B9A6-D2AB-CD77EC82B0AC}"/>
              </a:ext>
            </a:extLst>
          </p:cNvPr>
          <p:cNvSpPr/>
          <p:nvPr/>
        </p:nvSpPr>
        <p:spPr>
          <a:xfrm>
            <a:off x="6206067" y="4073971"/>
            <a:ext cx="948266" cy="62551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0" name="Rectangle 19">
            <a:extLst>
              <a:ext uri="{FF2B5EF4-FFF2-40B4-BE49-F238E27FC236}">
                <a16:creationId xmlns:a16="http://schemas.microsoft.com/office/drawing/2014/main" id="{3C4EEB35-37AE-2264-A918-BF98C3240CB9}"/>
              </a:ext>
            </a:extLst>
          </p:cNvPr>
          <p:cNvSpPr/>
          <p:nvPr/>
        </p:nvSpPr>
        <p:spPr>
          <a:xfrm>
            <a:off x="6206067" y="4752293"/>
            <a:ext cx="948266" cy="62551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1" name="Rectangle 20">
            <a:extLst>
              <a:ext uri="{FF2B5EF4-FFF2-40B4-BE49-F238E27FC236}">
                <a16:creationId xmlns:a16="http://schemas.microsoft.com/office/drawing/2014/main" id="{453309DE-9BEA-77A8-95BD-7D9D1B103D84}"/>
              </a:ext>
            </a:extLst>
          </p:cNvPr>
          <p:cNvSpPr/>
          <p:nvPr/>
        </p:nvSpPr>
        <p:spPr>
          <a:xfrm>
            <a:off x="6206067" y="5430615"/>
            <a:ext cx="948266" cy="62551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2" name="Rectangle 21">
            <a:extLst>
              <a:ext uri="{FF2B5EF4-FFF2-40B4-BE49-F238E27FC236}">
                <a16:creationId xmlns:a16="http://schemas.microsoft.com/office/drawing/2014/main" id="{20B86E65-D0DB-0D00-0262-42CD1C124630}"/>
              </a:ext>
            </a:extLst>
          </p:cNvPr>
          <p:cNvSpPr/>
          <p:nvPr/>
        </p:nvSpPr>
        <p:spPr>
          <a:xfrm>
            <a:off x="6206067" y="6108940"/>
            <a:ext cx="948266" cy="62551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3" name="Rectangle: Rounded Corners 22">
            <a:extLst>
              <a:ext uri="{FF2B5EF4-FFF2-40B4-BE49-F238E27FC236}">
                <a16:creationId xmlns:a16="http://schemas.microsoft.com/office/drawing/2014/main" id="{6FB1DB4E-E928-F0DD-9079-1C155CEB7787}"/>
              </a:ext>
            </a:extLst>
          </p:cNvPr>
          <p:cNvSpPr/>
          <p:nvPr/>
        </p:nvSpPr>
        <p:spPr>
          <a:xfrm>
            <a:off x="4313498" y="153448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a</a:t>
            </a:r>
          </a:p>
        </p:txBody>
      </p:sp>
      <p:sp>
        <p:nvSpPr>
          <p:cNvPr id="24" name="Rectangle: Rounded Corners 23">
            <a:extLst>
              <a:ext uri="{FF2B5EF4-FFF2-40B4-BE49-F238E27FC236}">
                <a16:creationId xmlns:a16="http://schemas.microsoft.com/office/drawing/2014/main" id="{5C3FCE69-40F5-2D26-A996-9F859EAC5EFC}"/>
              </a:ext>
            </a:extLst>
          </p:cNvPr>
          <p:cNvSpPr/>
          <p:nvPr/>
        </p:nvSpPr>
        <p:spPr>
          <a:xfrm>
            <a:off x="4313498" y="2215648"/>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b</a:t>
            </a:r>
          </a:p>
        </p:txBody>
      </p:sp>
      <p:sp>
        <p:nvSpPr>
          <p:cNvPr id="25" name="Rectangle: Rounded Corners 24">
            <a:extLst>
              <a:ext uri="{FF2B5EF4-FFF2-40B4-BE49-F238E27FC236}">
                <a16:creationId xmlns:a16="http://schemas.microsoft.com/office/drawing/2014/main" id="{5FE86F24-8016-C8AF-9430-21CE3AE23F85}"/>
              </a:ext>
            </a:extLst>
          </p:cNvPr>
          <p:cNvSpPr/>
          <p:nvPr/>
        </p:nvSpPr>
        <p:spPr>
          <a:xfrm>
            <a:off x="4313498" y="2896814"/>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c</a:t>
            </a:r>
            <a:endParaRPr lang="en-GB" sz="1600" dirty="0"/>
          </a:p>
        </p:txBody>
      </p:sp>
      <p:sp>
        <p:nvSpPr>
          <p:cNvPr id="26" name="Rectangle: Rounded Corners 25">
            <a:extLst>
              <a:ext uri="{FF2B5EF4-FFF2-40B4-BE49-F238E27FC236}">
                <a16:creationId xmlns:a16="http://schemas.microsoft.com/office/drawing/2014/main" id="{163CC7AA-6B2B-A04C-FFEF-C1F5F7679200}"/>
              </a:ext>
            </a:extLst>
          </p:cNvPr>
          <p:cNvSpPr/>
          <p:nvPr/>
        </p:nvSpPr>
        <p:spPr>
          <a:xfrm>
            <a:off x="4313498" y="3577980"/>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d</a:t>
            </a:r>
            <a:endParaRPr lang="en-GB" sz="1600" dirty="0"/>
          </a:p>
        </p:txBody>
      </p:sp>
      <p:sp>
        <p:nvSpPr>
          <p:cNvPr id="27" name="Rectangle: Rounded Corners 26">
            <a:extLst>
              <a:ext uri="{FF2B5EF4-FFF2-40B4-BE49-F238E27FC236}">
                <a16:creationId xmlns:a16="http://schemas.microsoft.com/office/drawing/2014/main" id="{7D5BFF54-86A9-3726-CC9E-28D26C01DD41}"/>
              </a:ext>
            </a:extLst>
          </p:cNvPr>
          <p:cNvSpPr/>
          <p:nvPr/>
        </p:nvSpPr>
        <p:spPr>
          <a:xfrm>
            <a:off x="4313498" y="425914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e</a:t>
            </a:r>
            <a:endParaRPr lang="en-GB" sz="1600" dirty="0"/>
          </a:p>
        </p:txBody>
      </p:sp>
      <p:sp>
        <p:nvSpPr>
          <p:cNvPr id="28" name="Rectangle: Rounded Corners 27">
            <a:extLst>
              <a:ext uri="{FF2B5EF4-FFF2-40B4-BE49-F238E27FC236}">
                <a16:creationId xmlns:a16="http://schemas.microsoft.com/office/drawing/2014/main" id="{C82A067B-6098-C778-7871-CABF06C879B0}"/>
              </a:ext>
            </a:extLst>
          </p:cNvPr>
          <p:cNvSpPr/>
          <p:nvPr/>
        </p:nvSpPr>
        <p:spPr>
          <a:xfrm>
            <a:off x="4313498" y="494031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f</a:t>
            </a:r>
          </a:p>
        </p:txBody>
      </p:sp>
      <p:sp>
        <p:nvSpPr>
          <p:cNvPr id="29" name="Rectangle: Rounded Corners 28">
            <a:extLst>
              <a:ext uri="{FF2B5EF4-FFF2-40B4-BE49-F238E27FC236}">
                <a16:creationId xmlns:a16="http://schemas.microsoft.com/office/drawing/2014/main" id="{017CBC81-7AEE-D035-221A-FDB840678860}"/>
              </a:ext>
            </a:extLst>
          </p:cNvPr>
          <p:cNvSpPr/>
          <p:nvPr/>
        </p:nvSpPr>
        <p:spPr>
          <a:xfrm>
            <a:off x="4313498" y="5621478"/>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g</a:t>
            </a:r>
          </a:p>
        </p:txBody>
      </p:sp>
      <p:sp>
        <p:nvSpPr>
          <p:cNvPr id="30" name="Rectangle: Rounded Corners 29">
            <a:extLst>
              <a:ext uri="{FF2B5EF4-FFF2-40B4-BE49-F238E27FC236}">
                <a16:creationId xmlns:a16="http://schemas.microsoft.com/office/drawing/2014/main" id="{0BD19F99-2350-F3BD-0F6C-674A62CFC3FF}"/>
              </a:ext>
            </a:extLst>
          </p:cNvPr>
          <p:cNvSpPr/>
          <p:nvPr/>
        </p:nvSpPr>
        <p:spPr>
          <a:xfrm>
            <a:off x="4313498" y="6302643"/>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h</a:t>
            </a:r>
          </a:p>
        </p:txBody>
      </p:sp>
      <p:sp>
        <p:nvSpPr>
          <p:cNvPr id="3" name="Rectangle 2">
            <a:extLst>
              <a:ext uri="{FF2B5EF4-FFF2-40B4-BE49-F238E27FC236}">
                <a16:creationId xmlns:a16="http://schemas.microsoft.com/office/drawing/2014/main" id="{D6BFC95A-0C54-EE28-DCD7-B336A19F6AED}"/>
              </a:ext>
            </a:extLst>
          </p:cNvPr>
          <p:cNvSpPr/>
          <p:nvPr/>
        </p:nvSpPr>
        <p:spPr>
          <a:xfrm>
            <a:off x="8233491" y="56039"/>
            <a:ext cx="817169" cy="407462"/>
          </a:xfrm>
          <a:prstGeom prst="rect">
            <a:avLst/>
          </a:prstGeom>
          <a:solidFill>
            <a:schemeClr val="accent5">
              <a:lumMod val="20000"/>
              <a:lumOff val="80000"/>
            </a:schemeClr>
          </a:solidFill>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ysClr val="windowText" lastClr="000000"/>
                </a:solidFill>
                <a:effectLst/>
                <a:uLnTx/>
                <a:uFillTx/>
                <a:latin typeface="+mj-lt"/>
                <a:ea typeface="+mn-ea"/>
                <a:cs typeface="+mn-cs"/>
              </a:rPr>
              <a:t>Show all</a:t>
            </a:r>
            <a:r>
              <a:rPr kumimoji="0" lang="en-GB" sz="1200" b="1" i="0" u="none" strike="noStrike" kern="0" cap="none" spc="0" normalizeH="0" noProof="0" dirty="0">
                <a:ln>
                  <a:noFill/>
                </a:ln>
                <a:solidFill>
                  <a:sysClr val="windowText" lastClr="000000"/>
                </a:solidFill>
                <a:effectLst/>
                <a:uLnTx/>
                <a:uFillTx/>
                <a:latin typeface="+mj-lt"/>
                <a:ea typeface="+mn-ea"/>
                <a:cs typeface="+mn-cs"/>
              </a:rPr>
              <a:t> solutions</a:t>
            </a:r>
            <a:endParaRPr kumimoji="0" lang="en-GB" sz="1200" b="1" i="0" u="none" strike="noStrike" kern="0" cap="none" spc="0" normalizeH="0" baseline="0" noProof="0" dirty="0">
              <a:ln>
                <a:noFill/>
              </a:ln>
              <a:solidFill>
                <a:sysClr val="windowText" lastClr="000000"/>
              </a:solidFill>
              <a:effectLst/>
              <a:uLnTx/>
              <a:uFillTx/>
              <a:latin typeface="+mj-lt"/>
              <a:ea typeface="+mn-ea"/>
              <a:cs typeface="+mn-cs"/>
            </a:endParaRPr>
          </a:p>
        </p:txBody>
      </p:sp>
    </p:spTree>
    <p:extLst>
      <p:ext uri="{BB962C8B-B14F-4D97-AF65-F5344CB8AC3E}">
        <p14:creationId xmlns:p14="http://schemas.microsoft.com/office/powerpoint/2010/main" val="221700033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6"/>
                                        </p:tgtEl>
                                        <p:attrNameLst>
                                          <p:attrName>style.visibility</p:attrName>
                                        </p:attrNameLst>
                                      </p:cBhvr>
                                      <p:to>
                                        <p:strVal val="hidden"/>
                                      </p:to>
                                    </p:set>
                                  </p:childTnLst>
                                </p:cTn>
                              </p:par>
                            </p:childTnLst>
                          </p:cTn>
                        </p:par>
                      </p:childTnLst>
                    </p:cTn>
                  </p:par>
                </p:childTnLst>
              </p:cTn>
              <p:nextCondLst>
                <p:cond evt="onClick" delay="0">
                  <p:tgtEl>
                    <p:spTgt spid="106"/>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5"/>
                  </p:tgtEl>
                </p:cond>
              </p:nextCondLst>
            </p:seq>
            <p:seq concurrent="1" nextAc="seek">
              <p:cTn id="12" restart="whenNotActive" fill="hold" evtFilter="cancelBubble" nodeType="interactiveSeq">
                <p:stCondLst>
                  <p:cond evt="onClick" delay="0">
                    <p:tgtEl>
                      <p:spTgt spid="6"/>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17" restart="whenNotActive" fill="hold" evtFilter="cancelBubble" nodeType="interactiveSeq">
                <p:stCondLst>
                  <p:cond evt="onClick" delay="0">
                    <p:tgtEl>
                      <p:spTgt spid="7"/>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22" restart="whenNotActive" fill="hold" evtFilter="cancelBubble" nodeType="interactiveSeq">
                <p:stCondLst>
                  <p:cond evt="onClick" delay="0">
                    <p:tgtEl>
                      <p:spTgt spid="8"/>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27" restart="whenNotActive" fill="hold" evtFilter="cancelBubble" nodeType="interactiveSeq">
                <p:stCondLst>
                  <p:cond evt="onClick" delay="0">
                    <p:tgtEl>
                      <p:spTgt spid="9"/>
                    </p:tgtEl>
                  </p:cond>
                </p:stCondLst>
                <p:endSync evt="end" delay="0">
                  <p:rtn val="all"/>
                </p:endSync>
                <p:childTnLst>
                  <p:par>
                    <p:cTn id="28" fill="hold">
                      <p:stCondLst>
                        <p:cond delay="0"/>
                      </p:stCondLst>
                      <p:childTnLst>
                        <p:par>
                          <p:cTn id="29" fill="hold">
                            <p:stCondLst>
                              <p:cond delay="0"/>
                            </p:stCondLst>
                            <p:childTnLst>
                              <p:par>
                                <p:cTn id="30" presetID="1" presetClass="exit"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32" restart="whenNotActive" fill="hold" evtFilter="cancelBubble" nodeType="interactiveSeq">
                <p:stCondLst>
                  <p:cond evt="onClick" delay="0">
                    <p:tgtEl>
                      <p:spTgt spid="10"/>
                    </p:tgtEl>
                  </p:cond>
                </p:stCondLst>
                <p:endSync evt="end" delay="0">
                  <p:rtn val="all"/>
                </p:endSync>
                <p:childTnLst>
                  <p:par>
                    <p:cTn id="33" fill="hold">
                      <p:stCondLst>
                        <p:cond delay="0"/>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37" restart="whenNotActive" fill="hold" evtFilter="cancelBubble" nodeType="interactiveSeq">
                <p:stCondLst>
                  <p:cond evt="onClick" delay="0">
                    <p:tgtEl>
                      <p:spTgt spid="11"/>
                    </p:tgtEl>
                  </p:cond>
                </p:stCondLst>
                <p:endSync evt="end" delay="0">
                  <p:rtn val="all"/>
                </p:endSync>
                <p:childTnLst>
                  <p:par>
                    <p:cTn id="38" fill="hold">
                      <p:stCondLst>
                        <p:cond delay="0"/>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42" restart="whenNotActive" fill="hold" evtFilter="cancelBubble" nodeType="interactiveSeq">
                <p:stCondLst>
                  <p:cond evt="onClick" delay="0">
                    <p:tgtEl>
                      <p:spTgt spid="15"/>
                    </p:tgtEl>
                  </p:cond>
                </p:stCondLst>
                <p:endSync evt="end" delay="0">
                  <p:rtn val="all"/>
                </p:endSync>
                <p:childTnLst>
                  <p:par>
                    <p:cTn id="43" fill="hold">
                      <p:stCondLst>
                        <p:cond delay="0"/>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47" restart="whenNotActive" fill="hold" evtFilter="cancelBubble" nodeType="interactiveSeq">
                <p:stCondLst>
                  <p:cond evt="onClick" delay="0">
                    <p:tgtEl>
                      <p:spTgt spid="16"/>
                    </p:tgtEl>
                  </p:cond>
                </p:stCondLst>
                <p:endSync evt="end" delay="0">
                  <p:rtn val="all"/>
                </p:endSync>
                <p:childTnLst>
                  <p:par>
                    <p:cTn id="48" fill="hold">
                      <p:stCondLst>
                        <p:cond delay="0"/>
                      </p:stCondLst>
                      <p:childTnLst>
                        <p:par>
                          <p:cTn id="49" fill="hold">
                            <p:stCondLst>
                              <p:cond delay="0"/>
                            </p:stCondLst>
                            <p:childTnLst>
                              <p:par>
                                <p:cTn id="50" presetID="1" presetClass="exit"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52" restart="whenNotActive" fill="hold" evtFilter="cancelBubble" nodeType="interactiveSeq">
                <p:stCondLst>
                  <p:cond evt="onClick" delay="0">
                    <p:tgtEl>
                      <p:spTgt spid="17"/>
                    </p:tgtEl>
                  </p:cond>
                </p:stCondLst>
                <p:endSync evt="end" delay="0">
                  <p:rtn val="all"/>
                </p:endSync>
                <p:childTnLst>
                  <p:par>
                    <p:cTn id="53" fill="hold">
                      <p:stCondLst>
                        <p:cond delay="0"/>
                      </p:stCondLst>
                      <p:childTnLst>
                        <p:par>
                          <p:cTn id="54" fill="hold">
                            <p:stCondLst>
                              <p:cond delay="0"/>
                            </p:stCondLst>
                            <p:childTnLst>
                              <p:par>
                                <p:cTn id="55" presetID="1" presetClass="exit"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57" restart="whenNotActive" fill="hold" evtFilter="cancelBubble" nodeType="interactiveSeq">
                <p:stCondLst>
                  <p:cond evt="onClick" delay="0">
                    <p:tgtEl>
                      <p:spTgt spid="18"/>
                    </p:tgtEl>
                  </p:cond>
                </p:stCondLst>
                <p:endSync evt="end" delay="0">
                  <p:rtn val="all"/>
                </p:endSync>
                <p:childTnLst>
                  <p:par>
                    <p:cTn id="58" fill="hold">
                      <p:stCondLst>
                        <p:cond delay="0"/>
                      </p:stCondLst>
                      <p:childTnLst>
                        <p:par>
                          <p:cTn id="59" fill="hold">
                            <p:stCondLst>
                              <p:cond delay="0"/>
                            </p:stCondLst>
                            <p:childTnLst>
                              <p:par>
                                <p:cTn id="60" presetID="1" presetClass="exit"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62" restart="whenNotActive" fill="hold" evtFilter="cancelBubble" nodeType="interactiveSeq">
                <p:stCondLst>
                  <p:cond evt="onClick" delay="0">
                    <p:tgtEl>
                      <p:spTgt spid="19"/>
                    </p:tgtEl>
                  </p:cond>
                </p:stCondLst>
                <p:endSync evt="end" delay="0">
                  <p:rtn val="all"/>
                </p:endSync>
                <p:childTnLst>
                  <p:par>
                    <p:cTn id="63" fill="hold">
                      <p:stCondLst>
                        <p:cond delay="0"/>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67" restart="whenNotActive" fill="hold" evtFilter="cancelBubble" nodeType="interactiveSeq">
                <p:stCondLst>
                  <p:cond evt="onClick" delay="0">
                    <p:tgtEl>
                      <p:spTgt spid="20"/>
                    </p:tgtEl>
                  </p:cond>
                </p:stCondLst>
                <p:endSync evt="end" delay="0">
                  <p:rtn val="all"/>
                </p:endSync>
                <p:childTnLst>
                  <p:par>
                    <p:cTn id="68" fill="hold">
                      <p:stCondLst>
                        <p:cond delay="0"/>
                      </p:stCondLst>
                      <p:childTnLst>
                        <p:par>
                          <p:cTn id="69" fill="hold">
                            <p:stCondLst>
                              <p:cond delay="0"/>
                            </p:stCondLst>
                            <p:childTnLst>
                              <p:par>
                                <p:cTn id="70" presetID="1" presetClass="exit" presetSubtype="0" fill="hold" grpId="0" nodeType="clickEffect">
                                  <p:stCondLst>
                                    <p:cond delay="0"/>
                                  </p:stCondLst>
                                  <p:childTnLst>
                                    <p:set>
                                      <p:cBhvr>
                                        <p:cTn id="71" dur="1" fill="hold">
                                          <p:stCondLst>
                                            <p:cond delay="0"/>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72" restart="whenNotActive" fill="hold" evtFilter="cancelBubble" nodeType="interactiveSeq">
                <p:stCondLst>
                  <p:cond evt="onClick" delay="0">
                    <p:tgtEl>
                      <p:spTgt spid="21"/>
                    </p:tgtEl>
                  </p:cond>
                </p:stCondLst>
                <p:endSync evt="end" delay="0">
                  <p:rtn val="all"/>
                </p:endSync>
                <p:childTnLst>
                  <p:par>
                    <p:cTn id="73" fill="hold">
                      <p:stCondLst>
                        <p:cond delay="0"/>
                      </p:stCondLst>
                      <p:childTnLst>
                        <p:par>
                          <p:cTn id="74" fill="hold">
                            <p:stCondLst>
                              <p:cond delay="0"/>
                            </p:stCondLst>
                            <p:childTnLst>
                              <p:par>
                                <p:cTn id="75" presetID="1" presetClass="exit" presetSubtype="0" fill="hold" grpId="0" nodeType="clickEffect">
                                  <p:stCondLst>
                                    <p:cond delay="0"/>
                                  </p:stCondLst>
                                  <p:childTnLst>
                                    <p:set>
                                      <p:cBhvr>
                                        <p:cTn id="76"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77" restart="whenNotActive" fill="hold" evtFilter="cancelBubble" nodeType="interactiveSeq">
                <p:stCondLst>
                  <p:cond evt="onClick" delay="0">
                    <p:tgtEl>
                      <p:spTgt spid="22"/>
                    </p:tgtEl>
                  </p:cond>
                </p:stCondLst>
                <p:endSync evt="end" delay="0">
                  <p:rtn val="all"/>
                </p:endSync>
                <p:childTnLst>
                  <p:par>
                    <p:cTn id="78" fill="hold">
                      <p:stCondLst>
                        <p:cond delay="0"/>
                      </p:stCondLst>
                      <p:childTnLst>
                        <p:par>
                          <p:cTn id="79" fill="hold">
                            <p:stCondLst>
                              <p:cond delay="0"/>
                            </p:stCondLst>
                            <p:childTnLst>
                              <p:par>
                                <p:cTn id="80" presetID="1" presetClass="exit" presetSubtype="0" fill="hold" grpId="0" nodeType="clickEffect">
                                  <p:stCondLst>
                                    <p:cond delay="0"/>
                                  </p:stCondLst>
                                  <p:childTnLst>
                                    <p:set>
                                      <p:cBhvr>
                                        <p:cTn id="81" dur="1" fill="hold">
                                          <p:stCondLst>
                                            <p:cond delay="0"/>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82" restart="whenNotActive" fill="hold" evtFilter="cancelBubble" nodeType="interactiveSeq">
                <p:stCondLst>
                  <p:cond evt="onClick" delay="0">
                    <p:tgtEl>
                      <p:spTgt spid="3"/>
                    </p:tgtEl>
                  </p:cond>
                </p:stCondLst>
                <p:endSync evt="end" delay="0">
                  <p:rtn val="all"/>
                </p:endSync>
                <p:childTnLst>
                  <p:par>
                    <p:cTn id="83" fill="hold">
                      <p:stCondLst>
                        <p:cond delay="0"/>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106"/>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5"/>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6"/>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7"/>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8"/>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9"/>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10"/>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11"/>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15"/>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6"/>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17"/>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18"/>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19"/>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21"/>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3"/>
                  </p:tgtEl>
                </p:cond>
              </p:nextCondLst>
            </p:seq>
          </p:childTnLst>
        </p:cTn>
      </p:par>
    </p:tnLst>
    <p:bldLst>
      <p:bldP spid="106" grpId="0" animBg="1"/>
      <p:bldP spid="106" grpId="1" animBg="1"/>
      <p:bldP spid="5" grpId="0" animBg="1"/>
      <p:bldP spid="5" grpId="1" animBg="1"/>
      <p:bldP spid="6" grpId="0" animBg="1"/>
      <p:bldP spid="6"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5" grpId="0" animBg="1"/>
      <p:bldP spid="15" grpId="1" animBg="1"/>
      <p:bldP spid="16" grpId="0" animBg="1"/>
      <p:bldP spid="16" grpId="1" animBg="1"/>
      <p:bldP spid="17" grpId="0" animBg="1"/>
      <p:bldP spid="17" grpId="1" animBg="1"/>
      <p:bldP spid="18" grpId="0" animBg="1"/>
      <p:bldP spid="18" grpId="1" animBg="1"/>
      <p:bldP spid="19" grpId="0" animBg="1"/>
      <p:bldP spid="19" grpId="1" animBg="1"/>
      <p:bldP spid="20" grpId="0" animBg="1"/>
      <p:bldP spid="20" grpId="1" animBg="1"/>
      <p:bldP spid="21" grpId="0" animBg="1"/>
      <p:bldP spid="21" grpId="1" animBg="1"/>
      <p:bldP spid="22" grpId="0" animBg="1"/>
      <p:bldP spid="22"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1E951-B84C-9009-120B-772F7E679868}"/>
              </a:ext>
            </a:extLst>
          </p:cNvPr>
          <p:cNvSpPr>
            <a:spLocks noGrp="1"/>
          </p:cNvSpPr>
          <p:nvPr>
            <p:ph type="title"/>
          </p:nvPr>
        </p:nvSpPr>
        <p:spPr/>
        <p:txBody>
          <a:bodyPr/>
          <a:lstStyle/>
          <a:p>
            <a:r>
              <a:rPr lang="en-GB" dirty="0"/>
              <a:t>RECAP: Definition - The Reciprocal</a:t>
            </a:r>
          </a:p>
        </p:txBody>
      </p:sp>
      <p:sp>
        <p:nvSpPr>
          <p:cNvPr id="3" name="Content Placeholder 2">
            <a:extLst>
              <a:ext uri="{FF2B5EF4-FFF2-40B4-BE49-F238E27FC236}">
                <a16:creationId xmlns:a16="http://schemas.microsoft.com/office/drawing/2014/main" id="{4DDE20C7-372A-B8A4-EDED-A149DA572402}"/>
              </a:ext>
            </a:extLst>
          </p:cNvPr>
          <p:cNvSpPr txBox="1">
            <a:spLocks/>
          </p:cNvSpPr>
          <p:nvPr/>
        </p:nvSpPr>
        <p:spPr>
          <a:xfrm>
            <a:off x="457199" y="1698764"/>
            <a:ext cx="8229600" cy="781491"/>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2000" dirty="0"/>
              <a:t>If the </a:t>
            </a:r>
            <a:r>
              <a:rPr lang="en-GB" sz="2000" b="1" dirty="0"/>
              <a:t>product</a:t>
            </a:r>
            <a:r>
              <a:rPr lang="en-GB" sz="2000" dirty="0"/>
              <a:t> of two numbers equals 1, we say that they are </a:t>
            </a:r>
            <a:r>
              <a:rPr lang="en-GB" sz="2000" b="1" dirty="0"/>
              <a:t>relatively reciprocal</a:t>
            </a:r>
            <a:r>
              <a:rPr lang="en-GB" sz="2000" dirty="0"/>
              <a:t>.</a:t>
            </a:r>
          </a:p>
          <a:p>
            <a:pPr marL="0" indent="0">
              <a:buFont typeface="Arial" pitchFamily="34" charset="0"/>
              <a:buNone/>
            </a:pPr>
            <a:endParaRPr lang="en-GB" sz="20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2114B25-ACCB-1AC9-2E7B-10436D616738}"/>
                  </a:ext>
                </a:extLst>
              </p:cNvPr>
              <p:cNvSpPr txBox="1"/>
              <p:nvPr/>
            </p:nvSpPr>
            <p:spPr>
              <a:xfrm>
                <a:off x="457199" y="2726982"/>
                <a:ext cx="8229600" cy="1015663"/>
              </a:xfrm>
              <a:prstGeom prst="rect">
                <a:avLst/>
              </a:prstGeom>
              <a:noFill/>
            </p:spPr>
            <p:txBody>
              <a:bodyPr wrap="square">
                <a:spAutoFit/>
              </a:bodyPr>
              <a:lstStyle/>
              <a:p>
                <a:pPr marL="0" indent="0">
                  <a:buNone/>
                </a:pPr>
                <a:r>
                  <a:rPr lang="en-GB" sz="2000" dirty="0"/>
                  <a:t>If </a:t>
                </a:r>
                <a14:m>
                  <m:oMath xmlns:m="http://schemas.openxmlformats.org/officeDocument/2006/math">
                    <m:r>
                      <a:rPr lang="en-GB" sz="2000" b="0" i="1" smtClean="0">
                        <a:latin typeface="Cambria Math" panose="02040503050406030204" pitchFamily="18" charset="0"/>
                      </a:rPr>
                      <m:t>𝑎</m:t>
                    </m:r>
                    <m:r>
                      <a:rPr lang="en-GB" sz="2000" b="0" i="1" smtClean="0">
                        <a:latin typeface="Cambria Math" panose="02040503050406030204" pitchFamily="18" charset="0"/>
                      </a:rPr>
                      <m:t>×</m:t>
                    </m:r>
                    <m:r>
                      <a:rPr lang="en-GB" sz="2000" b="0" i="1" smtClean="0">
                        <a:latin typeface="Cambria Math" panose="02040503050406030204" pitchFamily="18" charset="0"/>
                      </a:rPr>
                      <m:t>𝑏</m:t>
                    </m:r>
                    <m:r>
                      <a:rPr lang="en-GB" sz="2000" b="0" i="1" smtClean="0">
                        <a:latin typeface="Cambria Math" panose="02040503050406030204" pitchFamily="18" charset="0"/>
                      </a:rPr>
                      <m:t>=1</m:t>
                    </m:r>
                  </m:oMath>
                </a14:m>
                <a:r>
                  <a:rPr lang="en-GB" sz="2000" dirty="0"/>
                  <a:t>, </a:t>
                </a:r>
                <a14:m>
                  <m:oMath xmlns:m="http://schemas.openxmlformats.org/officeDocument/2006/math">
                    <m:r>
                      <a:rPr lang="en-GB" sz="2000" b="0" i="1" smtClean="0">
                        <a:latin typeface="Cambria Math" panose="02040503050406030204" pitchFamily="18" charset="0"/>
                      </a:rPr>
                      <m:t>𝑎</m:t>
                    </m:r>
                  </m:oMath>
                </a14:m>
                <a:r>
                  <a:rPr lang="en-GB" sz="2000" dirty="0"/>
                  <a:t> and </a:t>
                </a:r>
                <a14:m>
                  <m:oMath xmlns:m="http://schemas.openxmlformats.org/officeDocument/2006/math">
                    <m:r>
                      <a:rPr lang="en-GB" sz="2000" b="0" i="1" smtClean="0">
                        <a:latin typeface="Cambria Math" panose="02040503050406030204" pitchFamily="18" charset="0"/>
                      </a:rPr>
                      <m:t>𝑏</m:t>
                    </m:r>
                  </m:oMath>
                </a14:m>
                <a:r>
                  <a:rPr lang="en-GB" sz="2000" dirty="0"/>
                  <a:t> are </a:t>
                </a:r>
                <a:r>
                  <a:rPr lang="en-GB" sz="2000" b="1" dirty="0"/>
                  <a:t>relatively reciprocal</a:t>
                </a:r>
                <a:r>
                  <a:rPr lang="en-GB" sz="2000" dirty="0"/>
                  <a:t>.</a:t>
                </a:r>
              </a:p>
              <a:p>
                <a:pPr marL="0" indent="0">
                  <a:buNone/>
                </a:pPr>
                <a14:m>
                  <m:oMath xmlns:m="http://schemas.openxmlformats.org/officeDocument/2006/math">
                    <m:r>
                      <a:rPr lang="en-GB" sz="2000" b="0" i="1" smtClean="0">
                        <a:latin typeface="Cambria Math" panose="02040503050406030204" pitchFamily="18" charset="0"/>
                      </a:rPr>
                      <m:t>𝑎</m:t>
                    </m:r>
                  </m:oMath>
                </a14:m>
                <a:r>
                  <a:rPr lang="en-GB" sz="2000" b="1" dirty="0"/>
                  <a:t> </a:t>
                </a:r>
                <a:r>
                  <a:rPr lang="en-GB" sz="2000" dirty="0"/>
                  <a:t>is the </a:t>
                </a:r>
                <a:r>
                  <a:rPr lang="en-GB" sz="2000" b="1" dirty="0"/>
                  <a:t>reciprocal</a:t>
                </a:r>
                <a:r>
                  <a:rPr lang="en-GB" sz="2000" dirty="0"/>
                  <a:t> of </a:t>
                </a:r>
                <a14:m>
                  <m:oMath xmlns:m="http://schemas.openxmlformats.org/officeDocument/2006/math">
                    <m:r>
                      <a:rPr lang="en-GB" sz="2000" b="0" i="1" smtClean="0">
                        <a:latin typeface="Cambria Math" panose="02040503050406030204" pitchFamily="18" charset="0"/>
                      </a:rPr>
                      <m:t>𝑏</m:t>
                    </m:r>
                  </m:oMath>
                </a14:m>
                <a:endParaRPr lang="en-GB" sz="2000" b="0" i="1" dirty="0">
                  <a:latin typeface="Cambria Math" panose="02040503050406030204" pitchFamily="18" charset="0"/>
                </a:endParaRPr>
              </a:p>
              <a:p>
                <a:pPr marL="0" indent="0">
                  <a:buNone/>
                </a:pPr>
                <a14:m>
                  <m:oMath xmlns:m="http://schemas.openxmlformats.org/officeDocument/2006/math">
                    <m:r>
                      <a:rPr lang="en-GB" sz="2000" b="0" i="1" smtClean="0">
                        <a:latin typeface="Cambria Math" panose="02040503050406030204" pitchFamily="18" charset="0"/>
                      </a:rPr>
                      <m:t>𝑏</m:t>
                    </m:r>
                  </m:oMath>
                </a14:m>
                <a:r>
                  <a:rPr lang="en-GB" sz="2000" dirty="0"/>
                  <a:t> is the </a:t>
                </a:r>
                <a:r>
                  <a:rPr lang="en-GB" sz="2000" b="1" dirty="0"/>
                  <a:t>reciprocal </a:t>
                </a:r>
                <a:r>
                  <a:rPr lang="en-GB" sz="2000" dirty="0"/>
                  <a:t>of </a:t>
                </a:r>
                <a14:m>
                  <m:oMath xmlns:m="http://schemas.openxmlformats.org/officeDocument/2006/math">
                    <m:r>
                      <a:rPr lang="en-GB" sz="2000" b="0" i="1" smtClean="0">
                        <a:latin typeface="Cambria Math" panose="02040503050406030204" pitchFamily="18" charset="0"/>
                      </a:rPr>
                      <m:t>𝑎</m:t>
                    </m:r>
                  </m:oMath>
                </a14:m>
                <a:endParaRPr lang="en-GB" sz="2000" dirty="0"/>
              </a:p>
            </p:txBody>
          </p:sp>
        </mc:Choice>
        <mc:Fallback xmlns="">
          <p:sp>
            <p:nvSpPr>
              <p:cNvPr id="4" name="TextBox 3">
                <a:extLst>
                  <a:ext uri="{FF2B5EF4-FFF2-40B4-BE49-F238E27FC236}">
                    <a16:creationId xmlns:a16="http://schemas.microsoft.com/office/drawing/2014/main" id="{52114B25-ACCB-1AC9-2E7B-10436D616738}"/>
                  </a:ext>
                </a:extLst>
              </p:cNvPr>
              <p:cNvSpPr txBox="1">
                <a:spLocks noRot="1" noChangeAspect="1" noMove="1" noResize="1" noEditPoints="1" noAdjustHandles="1" noChangeArrowheads="1" noChangeShapeType="1" noTextEdit="1"/>
              </p:cNvSpPr>
              <p:nvPr/>
            </p:nvSpPr>
            <p:spPr>
              <a:xfrm>
                <a:off x="457199" y="2726982"/>
                <a:ext cx="8229600" cy="1015663"/>
              </a:xfrm>
              <a:prstGeom prst="rect">
                <a:avLst/>
              </a:prstGeom>
              <a:blipFill>
                <a:blip r:embed="rId3"/>
                <a:stretch>
                  <a:fillRect l="-741" t="-3593" b="-89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E0FEAB8-725C-86A8-25ED-74FAC91FDEA7}"/>
                  </a:ext>
                </a:extLst>
              </p:cNvPr>
              <p:cNvSpPr txBox="1"/>
              <p:nvPr/>
            </p:nvSpPr>
            <p:spPr>
              <a:xfrm>
                <a:off x="865376" y="4156730"/>
                <a:ext cx="3273936" cy="185076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indent="0" algn="ctr">
                  <a:buNone/>
                </a:pPr>
                <a14:m>
                  <m:oMathPara xmlns:m="http://schemas.openxmlformats.org/officeDocument/2006/math">
                    <m:oMathParaPr>
                      <m:jc m:val="center"/>
                    </m:oMathParaPr>
                    <m:oMath xmlns:m="http://schemas.openxmlformats.org/officeDocument/2006/math">
                      <m:f>
                        <m:fPr>
                          <m:ctrlPr>
                            <a:rPr lang="en-GB" sz="2000" b="0" i="1" dirty="0" smtClean="0">
                              <a:latin typeface="Cambria Math" panose="02040503050406030204" pitchFamily="18" charset="0"/>
                            </a:rPr>
                          </m:ctrlPr>
                        </m:fPr>
                        <m:num>
                          <m:r>
                            <a:rPr lang="en-GB" sz="2000" i="1" dirty="0" smtClean="0">
                              <a:latin typeface="Cambria Math" panose="02040503050406030204" pitchFamily="18" charset="0"/>
                            </a:rPr>
                            <m:t>1</m:t>
                          </m:r>
                        </m:num>
                        <m:den>
                          <m:r>
                            <a:rPr lang="en-GB" sz="2000" b="0" i="1" dirty="0" smtClean="0">
                              <a:latin typeface="Cambria Math" panose="02040503050406030204" pitchFamily="18" charset="0"/>
                            </a:rPr>
                            <m:t>3</m:t>
                          </m:r>
                        </m:den>
                      </m:f>
                      <m:r>
                        <a:rPr lang="en-GB" sz="2000" b="0" i="1" dirty="0" smtClean="0">
                          <a:latin typeface="Cambria Math" panose="02040503050406030204" pitchFamily="18" charset="0"/>
                        </a:rPr>
                        <m:t>×3=1</m:t>
                      </m:r>
                    </m:oMath>
                  </m:oMathPara>
                </a14:m>
                <a:endParaRPr lang="en-GB" sz="2000" b="0" dirty="0"/>
              </a:p>
              <a:p>
                <a:pPr marL="0" indent="0" algn="ctr">
                  <a:buNone/>
                </a:pPr>
                <a:endParaRPr lang="en-GB" sz="2000" b="0" dirty="0"/>
              </a:p>
              <a:p>
                <a:pPr marL="0" indent="0" algn="ctr">
                  <a:buNone/>
                </a:pPr>
                <a14:m>
                  <m:oMath xmlns:m="http://schemas.openxmlformats.org/officeDocument/2006/math">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3</m:t>
                        </m:r>
                      </m:den>
                    </m:f>
                  </m:oMath>
                </a14:m>
                <a:r>
                  <a:rPr lang="en-GB" sz="2000" dirty="0"/>
                  <a:t> is the </a:t>
                </a:r>
                <a:r>
                  <a:rPr lang="en-GB" sz="2000" b="1" dirty="0"/>
                  <a:t>reciprocal</a:t>
                </a:r>
                <a:r>
                  <a:rPr lang="en-GB" sz="2000" dirty="0"/>
                  <a:t> of </a:t>
                </a:r>
                <a14:m>
                  <m:oMath xmlns:m="http://schemas.openxmlformats.org/officeDocument/2006/math">
                    <m:r>
                      <a:rPr lang="en-GB" sz="2000" b="0" i="1" smtClean="0">
                        <a:latin typeface="Cambria Math" panose="02040503050406030204" pitchFamily="18" charset="0"/>
                      </a:rPr>
                      <m:t>3</m:t>
                    </m:r>
                  </m:oMath>
                </a14:m>
                <a:r>
                  <a:rPr lang="en-GB" sz="2000" dirty="0"/>
                  <a:t>, </a:t>
                </a:r>
                <a14:m>
                  <m:oMath xmlns:m="http://schemas.openxmlformats.org/officeDocument/2006/math">
                    <m:r>
                      <a:rPr lang="en-GB" sz="2000" b="0" i="1" smtClean="0">
                        <a:latin typeface="Cambria Math" panose="02040503050406030204" pitchFamily="18" charset="0"/>
                      </a:rPr>
                      <m:t>3</m:t>
                    </m:r>
                  </m:oMath>
                </a14:m>
                <a:r>
                  <a:rPr lang="en-GB" sz="2000" dirty="0"/>
                  <a:t> is the </a:t>
                </a:r>
                <a:r>
                  <a:rPr lang="en-GB" sz="2000" b="1" dirty="0"/>
                  <a:t>reciprocal</a:t>
                </a:r>
                <a:r>
                  <a:rPr lang="en-GB" sz="2000" dirty="0"/>
                  <a:t> of </a:t>
                </a:r>
                <a14:m>
                  <m:oMath xmlns:m="http://schemas.openxmlformats.org/officeDocument/2006/math">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3</m:t>
                        </m:r>
                      </m:den>
                    </m:f>
                  </m:oMath>
                </a14:m>
                <a:endParaRPr lang="en-GB" sz="2000" dirty="0"/>
              </a:p>
            </p:txBody>
          </p:sp>
        </mc:Choice>
        <mc:Fallback xmlns="">
          <p:sp>
            <p:nvSpPr>
              <p:cNvPr id="5" name="TextBox 4">
                <a:extLst>
                  <a:ext uri="{FF2B5EF4-FFF2-40B4-BE49-F238E27FC236}">
                    <a16:creationId xmlns:a16="http://schemas.microsoft.com/office/drawing/2014/main" id="{EE0FEAB8-725C-86A8-25ED-74FAC91FDEA7}"/>
                  </a:ext>
                </a:extLst>
              </p:cNvPr>
              <p:cNvSpPr txBox="1">
                <a:spLocks noRot="1" noChangeAspect="1" noMove="1" noResize="1" noEditPoints="1" noAdjustHandles="1" noChangeArrowheads="1" noChangeShapeType="1" noTextEdit="1"/>
              </p:cNvSpPr>
              <p:nvPr/>
            </p:nvSpPr>
            <p:spPr>
              <a:xfrm>
                <a:off x="865376" y="4156730"/>
                <a:ext cx="3273936" cy="1850763"/>
              </a:xfrm>
              <a:prstGeom prst="rect">
                <a:avLst/>
              </a:prstGeom>
              <a:blipFill>
                <a:blip r:embed="rId4"/>
                <a:stretch>
                  <a:fillRect b="-32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354BCCB-BBE5-5C09-6CDD-517BE7945AD6}"/>
                  </a:ext>
                </a:extLst>
              </p:cNvPr>
              <p:cNvSpPr txBox="1"/>
              <p:nvPr/>
            </p:nvSpPr>
            <p:spPr>
              <a:xfrm>
                <a:off x="5004688" y="4156730"/>
                <a:ext cx="3273936" cy="18619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indent="0" algn="ctr">
                  <a:buNone/>
                </a:pPr>
                <a14:m>
                  <m:oMathPara xmlns:m="http://schemas.openxmlformats.org/officeDocument/2006/math">
                    <m:oMathParaPr>
                      <m:jc m:val="center"/>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5</m:t>
                          </m:r>
                        </m:num>
                        <m:den>
                          <m:r>
                            <a:rPr lang="en-GB" sz="2000" b="0" i="1" dirty="0" smtClean="0">
                              <a:latin typeface="Cambria Math" panose="02040503050406030204" pitchFamily="18" charset="0"/>
                            </a:rPr>
                            <m:t>2</m:t>
                          </m:r>
                        </m:den>
                      </m:f>
                      <m:r>
                        <a:rPr lang="en-GB" sz="2000" b="0" i="1" dirty="0" smtClean="0">
                          <a:latin typeface="Cambria Math" panose="02040503050406030204" pitchFamily="18" charset="0"/>
                        </a:rPr>
                        <m:t>×0.4=1</m:t>
                      </m:r>
                    </m:oMath>
                  </m:oMathPara>
                </a14:m>
                <a:endParaRPr lang="en-GB" sz="2000" b="0" dirty="0"/>
              </a:p>
              <a:p>
                <a:pPr marL="0" indent="0" algn="ctr">
                  <a:buNone/>
                </a:pPr>
                <a:endParaRPr lang="en-GB" sz="2000" b="0" dirty="0"/>
              </a:p>
              <a:p>
                <a:pPr marL="0" indent="0" algn="ctr">
                  <a:buNone/>
                </a:pPr>
                <a14:m>
                  <m:oMath xmlns:m="http://schemas.openxmlformats.org/officeDocument/2006/math">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5</m:t>
                        </m:r>
                      </m:num>
                      <m:den>
                        <m:r>
                          <a:rPr lang="en-GB" sz="2000" b="0" i="1" smtClean="0">
                            <a:latin typeface="Cambria Math" panose="02040503050406030204" pitchFamily="18" charset="0"/>
                          </a:rPr>
                          <m:t>2</m:t>
                        </m:r>
                      </m:den>
                    </m:f>
                  </m:oMath>
                </a14:m>
                <a:r>
                  <a:rPr lang="en-GB" sz="2000" dirty="0"/>
                  <a:t> is the </a:t>
                </a:r>
                <a:r>
                  <a:rPr lang="en-GB" sz="2000" b="1" dirty="0"/>
                  <a:t>reciprocal</a:t>
                </a:r>
                <a:r>
                  <a:rPr lang="en-GB" sz="2000" dirty="0"/>
                  <a:t> of </a:t>
                </a:r>
                <a14:m>
                  <m:oMath xmlns:m="http://schemas.openxmlformats.org/officeDocument/2006/math">
                    <m:r>
                      <a:rPr lang="en-GB" sz="2000" b="0" i="1" smtClean="0">
                        <a:latin typeface="Cambria Math" panose="02040503050406030204" pitchFamily="18" charset="0"/>
                      </a:rPr>
                      <m:t>0.4</m:t>
                    </m:r>
                  </m:oMath>
                </a14:m>
                <a:r>
                  <a:rPr lang="en-GB" sz="2000" dirty="0"/>
                  <a:t>, </a:t>
                </a:r>
                <a14:m>
                  <m:oMath xmlns:m="http://schemas.openxmlformats.org/officeDocument/2006/math">
                    <m:r>
                      <a:rPr lang="en-GB" sz="2000" b="0" i="1" smtClean="0">
                        <a:latin typeface="Cambria Math" panose="02040503050406030204" pitchFamily="18" charset="0"/>
                      </a:rPr>
                      <m:t>0.4</m:t>
                    </m:r>
                  </m:oMath>
                </a14:m>
                <a:r>
                  <a:rPr lang="en-GB" sz="2000" dirty="0"/>
                  <a:t> is the </a:t>
                </a:r>
                <a:r>
                  <a:rPr lang="en-GB" sz="2000" b="1" dirty="0"/>
                  <a:t>reciprocal</a:t>
                </a:r>
                <a:r>
                  <a:rPr lang="en-GB" sz="2000" dirty="0"/>
                  <a:t> of </a:t>
                </a:r>
                <a14:m>
                  <m:oMath xmlns:m="http://schemas.openxmlformats.org/officeDocument/2006/math">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5</m:t>
                        </m:r>
                      </m:num>
                      <m:den>
                        <m:r>
                          <a:rPr lang="en-GB" sz="2000" b="0" i="1" smtClean="0">
                            <a:latin typeface="Cambria Math" panose="02040503050406030204" pitchFamily="18" charset="0"/>
                          </a:rPr>
                          <m:t>2</m:t>
                        </m:r>
                      </m:den>
                    </m:f>
                  </m:oMath>
                </a14:m>
                <a:endParaRPr lang="en-GB" sz="2000" dirty="0"/>
              </a:p>
            </p:txBody>
          </p:sp>
        </mc:Choice>
        <mc:Fallback xmlns="">
          <p:sp>
            <p:nvSpPr>
              <p:cNvPr id="6" name="TextBox 5">
                <a:extLst>
                  <a:ext uri="{FF2B5EF4-FFF2-40B4-BE49-F238E27FC236}">
                    <a16:creationId xmlns:a16="http://schemas.microsoft.com/office/drawing/2014/main" id="{F354BCCB-BBE5-5C09-6CDD-517BE7945AD6}"/>
                  </a:ext>
                </a:extLst>
              </p:cNvPr>
              <p:cNvSpPr txBox="1">
                <a:spLocks noRot="1" noChangeAspect="1" noMove="1" noResize="1" noEditPoints="1" noAdjustHandles="1" noChangeArrowheads="1" noChangeShapeType="1" noTextEdit="1"/>
              </p:cNvSpPr>
              <p:nvPr/>
            </p:nvSpPr>
            <p:spPr>
              <a:xfrm>
                <a:off x="5004688" y="4156730"/>
                <a:ext cx="3273936" cy="1861920"/>
              </a:xfrm>
              <a:prstGeom prst="rect">
                <a:avLst/>
              </a:prstGeom>
              <a:blipFill>
                <a:blip r:embed="rId5"/>
                <a:stretch>
                  <a:fillRect r="-924" b="-647"/>
                </a:stretch>
              </a:blipFill>
            </p:spPr>
            <p:txBody>
              <a:bodyPr/>
              <a:lstStyle/>
              <a:p>
                <a:r>
                  <a:rPr lang="en-GB">
                    <a:noFill/>
                  </a:rPr>
                  <a:t> </a:t>
                </a:r>
              </a:p>
            </p:txBody>
          </p:sp>
        </mc:Fallback>
      </mc:AlternateContent>
      <p:sp>
        <p:nvSpPr>
          <p:cNvPr id="10" name="Content Placeholder 2">
            <a:extLst>
              <a:ext uri="{FF2B5EF4-FFF2-40B4-BE49-F238E27FC236}">
                <a16:creationId xmlns:a16="http://schemas.microsoft.com/office/drawing/2014/main" id="{ACE07C71-51D8-4DBD-DDF7-F1BA48F4A341}"/>
              </a:ext>
            </a:extLst>
          </p:cNvPr>
          <p:cNvSpPr txBox="1">
            <a:spLocks/>
          </p:cNvSpPr>
          <p:nvPr/>
        </p:nvSpPr>
        <p:spPr>
          <a:xfrm>
            <a:off x="457199" y="756544"/>
            <a:ext cx="7046687" cy="1375586"/>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2000" dirty="0"/>
              <a:t>The word </a:t>
            </a:r>
            <a:r>
              <a:rPr lang="en-GB" sz="2000" b="1" dirty="0"/>
              <a:t>reciprocal</a:t>
            </a:r>
            <a:r>
              <a:rPr lang="en-GB" sz="2000" dirty="0"/>
              <a:t> stems from the Latin </a:t>
            </a:r>
            <a:r>
              <a:rPr lang="en-GB" sz="2000" i="1" dirty="0" err="1"/>
              <a:t>reciprocus</a:t>
            </a:r>
            <a:r>
              <a:rPr lang="en-GB" sz="2000" dirty="0"/>
              <a:t>, meaning “returning the same way, alternating”.</a:t>
            </a:r>
          </a:p>
        </p:txBody>
      </p:sp>
    </p:spTree>
    <p:extLst>
      <p:ext uri="{BB962C8B-B14F-4D97-AF65-F5344CB8AC3E}">
        <p14:creationId xmlns:p14="http://schemas.microsoft.com/office/powerpoint/2010/main" val="2636612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84FF583-DD7E-18F7-C4F5-07ABDDF7580D}"/>
                  </a:ext>
                </a:extLst>
              </p:cNvPr>
              <p:cNvSpPr txBox="1"/>
              <p:nvPr/>
            </p:nvSpPr>
            <p:spPr>
              <a:xfrm>
                <a:off x="1329421" y="5932449"/>
                <a:ext cx="2127026" cy="79367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𝟓</m:t>
                          </m:r>
                        </m:num>
                        <m:den>
                          <m:r>
                            <a:rPr lang="en-GB" sz="2400" b="1" i="1" smtClean="0">
                              <a:latin typeface="Cambria Math" panose="02040503050406030204" pitchFamily="18" charset="0"/>
                            </a:rPr>
                            <m:t>𝟏𝟔</m:t>
                          </m:r>
                        </m:den>
                      </m:f>
                    </m:oMath>
                  </m:oMathPara>
                </a14:m>
                <a:endParaRPr lang="en-GB" sz="2400" b="1" dirty="0"/>
              </a:p>
            </p:txBody>
          </p:sp>
        </mc:Choice>
        <mc:Fallback xmlns="">
          <p:sp>
            <p:nvSpPr>
              <p:cNvPr id="23" name="TextBox 22">
                <a:extLst>
                  <a:ext uri="{FF2B5EF4-FFF2-40B4-BE49-F238E27FC236}">
                    <a16:creationId xmlns:a16="http://schemas.microsoft.com/office/drawing/2014/main" id="{384FF583-DD7E-18F7-C4F5-07ABDDF7580D}"/>
                  </a:ext>
                </a:extLst>
              </p:cNvPr>
              <p:cNvSpPr txBox="1">
                <a:spLocks noRot="1" noChangeAspect="1" noMove="1" noResize="1" noEditPoints="1" noAdjustHandles="1" noChangeArrowheads="1" noChangeShapeType="1" noTextEdit="1"/>
              </p:cNvSpPr>
              <p:nvPr/>
            </p:nvSpPr>
            <p:spPr>
              <a:xfrm>
                <a:off x="1329421" y="5932449"/>
                <a:ext cx="2127026" cy="79367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69115AB-6F0E-2F17-21D8-0BCFCA363F8B}"/>
                  </a:ext>
                </a:extLst>
              </p:cNvPr>
              <p:cNvSpPr txBox="1"/>
              <p:nvPr/>
            </p:nvSpPr>
            <p:spPr>
              <a:xfrm>
                <a:off x="1296763" y="1926433"/>
                <a:ext cx="2127026" cy="7861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𝟑</m:t>
                          </m:r>
                        </m:den>
                      </m:f>
                    </m:oMath>
                  </m:oMathPara>
                </a14:m>
                <a:endParaRPr lang="en-GB" sz="2400" b="1" dirty="0"/>
              </a:p>
            </p:txBody>
          </p:sp>
        </mc:Choice>
        <mc:Fallback xmlns="">
          <p:sp>
            <p:nvSpPr>
              <p:cNvPr id="25" name="TextBox 24">
                <a:extLst>
                  <a:ext uri="{FF2B5EF4-FFF2-40B4-BE49-F238E27FC236}">
                    <a16:creationId xmlns:a16="http://schemas.microsoft.com/office/drawing/2014/main" id="{669115AB-6F0E-2F17-21D8-0BCFCA363F8B}"/>
                  </a:ext>
                </a:extLst>
              </p:cNvPr>
              <p:cNvSpPr txBox="1">
                <a:spLocks noRot="1" noChangeAspect="1" noMove="1" noResize="1" noEditPoints="1" noAdjustHandles="1" noChangeArrowheads="1" noChangeShapeType="1" noTextEdit="1"/>
              </p:cNvSpPr>
              <p:nvPr/>
            </p:nvSpPr>
            <p:spPr>
              <a:xfrm>
                <a:off x="1296763" y="1926433"/>
                <a:ext cx="2127026" cy="786177"/>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4AEF8BB-1EE1-460C-4930-706B358EF7C3}"/>
                  </a:ext>
                </a:extLst>
              </p:cNvPr>
              <p:cNvSpPr txBox="1"/>
              <p:nvPr/>
            </p:nvSpPr>
            <p:spPr>
              <a:xfrm>
                <a:off x="1296763" y="4076558"/>
                <a:ext cx="2127026"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𝟕</m:t>
                      </m:r>
                    </m:oMath>
                  </m:oMathPara>
                </a14:m>
                <a:endParaRPr lang="en-GB" sz="2400" b="1" dirty="0"/>
              </a:p>
            </p:txBody>
          </p:sp>
        </mc:Choice>
        <mc:Fallback xmlns="">
          <p:sp>
            <p:nvSpPr>
              <p:cNvPr id="9" name="TextBox 8">
                <a:extLst>
                  <a:ext uri="{FF2B5EF4-FFF2-40B4-BE49-F238E27FC236}">
                    <a16:creationId xmlns:a16="http://schemas.microsoft.com/office/drawing/2014/main" id="{04AEF8BB-1EE1-460C-4930-706B358EF7C3}"/>
                  </a:ext>
                </a:extLst>
              </p:cNvPr>
              <p:cNvSpPr txBox="1">
                <a:spLocks noRot="1" noChangeAspect="1" noMove="1" noResize="1" noEditPoints="1" noAdjustHandles="1" noChangeArrowheads="1" noChangeShapeType="1" noTextEdit="1"/>
              </p:cNvSpPr>
              <p:nvPr/>
            </p:nvSpPr>
            <p:spPr>
              <a:xfrm>
                <a:off x="1296763" y="4076558"/>
                <a:ext cx="2127026" cy="46166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73E325E-CF95-CD6D-855F-6D13CFF38005}"/>
                  </a:ext>
                </a:extLst>
              </p:cNvPr>
              <p:cNvSpPr txBox="1"/>
              <p:nvPr/>
            </p:nvSpPr>
            <p:spPr>
              <a:xfrm>
                <a:off x="5818858" y="3906627"/>
                <a:ext cx="2127026" cy="78380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m:t>
                      </m:r>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𝟐</m:t>
                          </m:r>
                        </m:den>
                      </m:f>
                    </m:oMath>
                  </m:oMathPara>
                </a14:m>
                <a:endParaRPr lang="en-GB" sz="2400" b="1" dirty="0"/>
              </a:p>
            </p:txBody>
          </p:sp>
        </mc:Choice>
        <mc:Fallback xmlns="">
          <p:sp>
            <p:nvSpPr>
              <p:cNvPr id="30" name="TextBox 29">
                <a:extLst>
                  <a:ext uri="{FF2B5EF4-FFF2-40B4-BE49-F238E27FC236}">
                    <a16:creationId xmlns:a16="http://schemas.microsoft.com/office/drawing/2014/main" id="{F73E325E-CF95-CD6D-855F-6D13CFF38005}"/>
                  </a:ext>
                </a:extLst>
              </p:cNvPr>
              <p:cNvSpPr txBox="1">
                <a:spLocks noRot="1" noChangeAspect="1" noMove="1" noResize="1" noEditPoints="1" noAdjustHandles="1" noChangeArrowheads="1" noChangeShapeType="1" noTextEdit="1"/>
              </p:cNvSpPr>
              <p:nvPr/>
            </p:nvSpPr>
            <p:spPr>
              <a:xfrm>
                <a:off x="5818858" y="3906627"/>
                <a:ext cx="2127026" cy="78380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9087D94-22CF-07C4-648F-5FBC39143AE1}"/>
                  </a:ext>
                </a:extLst>
              </p:cNvPr>
              <p:cNvSpPr txBox="1"/>
              <p:nvPr/>
            </p:nvSpPr>
            <p:spPr>
              <a:xfrm>
                <a:off x="5869658" y="1901033"/>
                <a:ext cx="2127026" cy="78483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𝟒</m:t>
                          </m:r>
                        </m:num>
                        <m:den>
                          <m:r>
                            <a:rPr lang="en-GB" sz="2400" b="1" i="1" smtClean="0">
                              <a:latin typeface="Cambria Math" panose="02040503050406030204" pitchFamily="18" charset="0"/>
                            </a:rPr>
                            <m:t>𝟗</m:t>
                          </m:r>
                        </m:den>
                      </m:f>
                    </m:oMath>
                  </m:oMathPara>
                </a14:m>
                <a:endParaRPr lang="en-GB" sz="2400" b="1" dirty="0"/>
              </a:p>
            </p:txBody>
          </p:sp>
        </mc:Choice>
        <mc:Fallback xmlns="">
          <p:sp>
            <p:nvSpPr>
              <p:cNvPr id="35" name="TextBox 34">
                <a:extLst>
                  <a:ext uri="{FF2B5EF4-FFF2-40B4-BE49-F238E27FC236}">
                    <a16:creationId xmlns:a16="http://schemas.microsoft.com/office/drawing/2014/main" id="{59087D94-22CF-07C4-648F-5FBC39143AE1}"/>
                  </a:ext>
                </a:extLst>
              </p:cNvPr>
              <p:cNvSpPr txBox="1">
                <a:spLocks noRot="1" noChangeAspect="1" noMove="1" noResize="1" noEditPoints="1" noAdjustHandles="1" noChangeArrowheads="1" noChangeShapeType="1" noTextEdit="1"/>
              </p:cNvSpPr>
              <p:nvPr/>
            </p:nvSpPr>
            <p:spPr>
              <a:xfrm>
                <a:off x="5869658" y="1901033"/>
                <a:ext cx="2127026" cy="78483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1E1BB99-35C7-9C35-D65E-65200F36D9B4}"/>
                  </a:ext>
                </a:extLst>
              </p:cNvPr>
              <p:cNvSpPr txBox="1"/>
              <p:nvPr/>
            </p:nvSpPr>
            <p:spPr>
              <a:xfrm>
                <a:off x="5858772" y="5983014"/>
                <a:ext cx="2127026" cy="72616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f>
                        <m:fPr>
                          <m:ctrlPr>
                            <a:rPr lang="en-GB" sz="2200" b="1" i="1" dirty="0" smtClean="0">
                              <a:latin typeface="Cambria Math" panose="02040503050406030204" pitchFamily="18" charset="0"/>
                            </a:rPr>
                          </m:ctrlPr>
                        </m:fPr>
                        <m:num>
                          <m:r>
                            <a:rPr lang="en-GB" sz="2200" b="1" i="1" dirty="0" smtClean="0">
                              <a:latin typeface="Cambria Math" panose="02040503050406030204" pitchFamily="18" charset="0"/>
                            </a:rPr>
                            <m:t>𝟐</m:t>
                          </m:r>
                        </m:num>
                        <m:den>
                          <m:r>
                            <a:rPr lang="en-GB" sz="2200" b="1" i="1" dirty="0" smtClean="0">
                              <a:latin typeface="Cambria Math" panose="02040503050406030204" pitchFamily="18" charset="0"/>
                            </a:rPr>
                            <m:t>𝟏𝟏</m:t>
                          </m:r>
                        </m:den>
                      </m:f>
                    </m:oMath>
                  </m:oMathPara>
                </a14:m>
                <a:endParaRPr lang="en-GB" sz="2200" b="1" dirty="0"/>
              </a:p>
            </p:txBody>
          </p:sp>
        </mc:Choice>
        <mc:Fallback xmlns="">
          <p:sp>
            <p:nvSpPr>
              <p:cNvPr id="38" name="TextBox 37">
                <a:extLst>
                  <a:ext uri="{FF2B5EF4-FFF2-40B4-BE49-F238E27FC236}">
                    <a16:creationId xmlns:a16="http://schemas.microsoft.com/office/drawing/2014/main" id="{C1E1BB99-35C7-9C35-D65E-65200F36D9B4}"/>
                  </a:ext>
                </a:extLst>
              </p:cNvPr>
              <p:cNvSpPr txBox="1">
                <a:spLocks noRot="1" noChangeAspect="1" noMove="1" noResize="1" noEditPoints="1" noAdjustHandles="1" noChangeArrowheads="1" noChangeShapeType="1" noTextEdit="1"/>
              </p:cNvSpPr>
              <p:nvPr/>
            </p:nvSpPr>
            <p:spPr>
              <a:xfrm>
                <a:off x="5858772" y="5983014"/>
                <a:ext cx="2127026" cy="726161"/>
              </a:xfrm>
              <a:prstGeom prst="rect">
                <a:avLst/>
              </a:prstGeom>
              <a:blipFill>
                <a:blip r:embed="rId8"/>
                <a:stretch>
                  <a:fillRect/>
                </a:stretch>
              </a:blipFill>
            </p:spPr>
            <p:txBody>
              <a:bodyPr/>
              <a:lstStyle/>
              <a:p>
                <a:r>
                  <a:rPr lang="en-GB">
                    <a:noFill/>
                  </a:rPr>
                  <a:t> </a:t>
                </a:r>
              </a:p>
            </p:txBody>
          </p:sp>
        </mc:Fallback>
      </mc:AlternateContent>
      <p:sp>
        <p:nvSpPr>
          <p:cNvPr id="12" name="Rectangle 11">
            <a:extLst>
              <a:ext uri="{FF2B5EF4-FFF2-40B4-BE49-F238E27FC236}">
                <a16:creationId xmlns:a16="http://schemas.microsoft.com/office/drawing/2014/main" id="{8F16C1C1-C4FD-870C-D37E-FDB12261109C}"/>
              </a:ext>
            </a:extLst>
          </p:cNvPr>
          <p:cNvSpPr/>
          <p:nvPr/>
        </p:nvSpPr>
        <p:spPr>
          <a:xfrm>
            <a:off x="1355263" y="1974897"/>
            <a:ext cx="1980000" cy="72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4" name="Rectangle 13">
            <a:extLst>
              <a:ext uri="{FF2B5EF4-FFF2-40B4-BE49-F238E27FC236}">
                <a16:creationId xmlns:a16="http://schemas.microsoft.com/office/drawing/2014/main" id="{137CD853-9A60-E556-0167-731C5841569B}"/>
              </a:ext>
            </a:extLst>
          </p:cNvPr>
          <p:cNvSpPr/>
          <p:nvPr/>
        </p:nvSpPr>
        <p:spPr>
          <a:xfrm>
            <a:off x="1355263" y="3940205"/>
            <a:ext cx="1980000" cy="72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1" name="Rectangle 10">
            <a:extLst>
              <a:ext uri="{FF2B5EF4-FFF2-40B4-BE49-F238E27FC236}">
                <a16:creationId xmlns:a16="http://schemas.microsoft.com/office/drawing/2014/main" id="{C6E102D0-D2D6-8E2A-282A-A5996EE83030}"/>
              </a:ext>
            </a:extLst>
          </p:cNvPr>
          <p:cNvSpPr/>
          <p:nvPr/>
        </p:nvSpPr>
        <p:spPr>
          <a:xfrm>
            <a:off x="5874295" y="3940205"/>
            <a:ext cx="1980000" cy="72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3" name="Rectangle 12">
            <a:extLst>
              <a:ext uri="{FF2B5EF4-FFF2-40B4-BE49-F238E27FC236}">
                <a16:creationId xmlns:a16="http://schemas.microsoft.com/office/drawing/2014/main" id="{845D3821-3C19-8901-CDE6-E89D1F0E4939}"/>
              </a:ext>
            </a:extLst>
          </p:cNvPr>
          <p:cNvSpPr/>
          <p:nvPr/>
        </p:nvSpPr>
        <p:spPr>
          <a:xfrm>
            <a:off x="5874295" y="1974897"/>
            <a:ext cx="1980000" cy="72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5" name="Rectangle 14">
            <a:extLst>
              <a:ext uri="{FF2B5EF4-FFF2-40B4-BE49-F238E27FC236}">
                <a16:creationId xmlns:a16="http://schemas.microsoft.com/office/drawing/2014/main" id="{90D822DE-54E3-3F7D-659A-2D93992A398D}"/>
              </a:ext>
            </a:extLst>
          </p:cNvPr>
          <p:cNvSpPr/>
          <p:nvPr/>
        </p:nvSpPr>
        <p:spPr>
          <a:xfrm>
            <a:off x="1355263" y="5989818"/>
            <a:ext cx="1980000" cy="72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6" name="Rectangle 15">
            <a:extLst>
              <a:ext uri="{FF2B5EF4-FFF2-40B4-BE49-F238E27FC236}">
                <a16:creationId xmlns:a16="http://schemas.microsoft.com/office/drawing/2014/main" id="{5F8E14A5-3A82-12D7-87F9-5718046C2DFD}"/>
              </a:ext>
            </a:extLst>
          </p:cNvPr>
          <p:cNvSpPr/>
          <p:nvPr/>
        </p:nvSpPr>
        <p:spPr>
          <a:xfrm>
            <a:off x="5874295" y="5989818"/>
            <a:ext cx="1980000" cy="72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 name="Title 1">
            <a:extLst>
              <a:ext uri="{FF2B5EF4-FFF2-40B4-BE49-F238E27FC236}">
                <a16:creationId xmlns:a16="http://schemas.microsoft.com/office/drawing/2014/main" id="{B9AEB0D7-135F-EA9E-D146-D9AF83164DF0}"/>
              </a:ext>
            </a:extLst>
          </p:cNvPr>
          <p:cNvSpPr>
            <a:spLocks noGrp="1"/>
          </p:cNvSpPr>
          <p:nvPr>
            <p:ph type="title"/>
          </p:nvPr>
        </p:nvSpPr>
        <p:spPr/>
        <p:txBody>
          <a:bodyPr/>
          <a:lstStyle/>
          <a:p>
            <a:r>
              <a:rPr lang="en-GB" dirty="0"/>
              <a:t>Quickfire Questions</a:t>
            </a:r>
          </a:p>
        </p:txBody>
      </p:sp>
      <p:sp>
        <p:nvSpPr>
          <p:cNvPr id="17" name="Rectangle: Rounded Corners 16">
            <a:extLst>
              <a:ext uri="{FF2B5EF4-FFF2-40B4-BE49-F238E27FC236}">
                <a16:creationId xmlns:a16="http://schemas.microsoft.com/office/drawing/2014/main" id="{5DA38A0B-933B-F1DF-82FC-0ED3E75756D4}"/>
              </a:ext>
            </a:extLst>
          </p:cNvPr>
          <p:cNvSpPr/>
          <p:nvPr/>
        </p:nvSpPr>
        <p:spPr>
          <a:xfrm>
            <a:off x="180617" y="130219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a</a:t>
            </a:r>
          </a:p>
        </p:txBody>
      </p:sp>
      <p:sp>
        <p:nvSpPr>
          <p:cNvPr id="18" name="Rectangle: Rounded Corners 17">
            <a:extLst>
              <a:ext uri="{FF2B5EF4-FFF2-40B4-BE49-F238E27FC236}">
                <a16:creationId xmlns:a16="http://schemas.microsoft.com/office/drawing/2014/main" id="{DDF445E6-8BEF-DF9C-53DC-2E28E23B1B0B}"/>
              </a:ext>
            </a:extLst>
          </p:cNvPr>
          <p:cNvSpPr/>
          <p:nvPr/>
        </p:nvSpPr>
        <p:spPr>
          <a:xfrm>
            <a:off x="4860032" y="130307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b</a:t>
            </a:r>
          </a:p>
        </p:txBody>
      </p:sp>
      <p:cxnSp>
        <p:nvCxnSpPr>
          <p:cNvPr id="19" name="Straight Connector 18">
            <a:extLst>
              <a:ext uri="{FF2B5EF4-FFF2-40B4-BE49-F238E27FC236}">
                <a16:creationId xmlns:a16="http://schemas.microsoft.com/office/drawing/2014/main" id="{F2E827CC-4182-B5AA-52E6-9A2955E36D8A}"/>
              </a:ext>
            </a:extLst>
          </p:cNvPr>
          <p:cNvCxnSpPr>
            <a:cxnSpLocks/>
          </p:cNvCxnSpPr>
          <p:nvPr/>
        </p:nvCxnSpPr>
        <p:spPr>
          <a:xfrm>
            <a:off x="4572000" y="1241884"/>
            <a:ext cx="0" cy="5616000"/>
          </a:xfrm>
          <a:prstGeom prst="line">
            <a:avLst/>
          </a:prstGeom>
          <a:ln w="3175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BF2D0482-0BDF-E26D-4967-9F2B5959239D}"/>
              </a:ext>
            </a:extLst>
          </p:cNvPr>
          <p:cNvCxnSpPr>
            <a:cxnSpLocks/>
          </p:cNvCxnSpPr>
          <p:nvPr/>
        </p:nvCxnSpPr>
        <p:spPr>
          <a:xfrm flipH="1">
            <a:off x="0" y="2878832"/>
            <a:ext cx="9144000" cy="0"/>
          </a:xfrm>
          <a:prstGeom prst="line">
            <a:avLst/>
          </a:prstGeom>
          <a:ln w="31750"/>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0776C539-E854-968B-CC43-07AD812ED296}"/>
              </a:ext>
            </a:extLst>
          </p:cNvPr>
          <p:cNvSpPr txBox="1"/>
          <p:nvPr/>
        </p:nvSpPr>
        <p:spPr>
          <a:xfrm>
            <a:off x="1712685" y="691777"/>
            <a:ext cx="5718628"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dirty="0"/>
              <a:t>Determine the reciprocals of the following numbers:</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8ABC471-E51B-DCB5-25C7-12136BF8894D}"/>
                  </a:ext>
                </a:extLst>
              </p:cNvPr>
              <p:cNvSpPr txBox="1"/>
              <p:nvPr/>
            </p:nvSpPr>
            <p:spPr>
              <a:xfrm>
                <a:off x="1278123" y="1222149"/>
                <a:ext cx="2164307"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3</m:t>
                      </m:r>
                    </m:oMath>
                  </m:oMathPara>
                </a14:m>
                <a:endParaRPr lang="en-GB" sz="2400" dirty="0"/>
              </a:p>
            </p:txBody>
          </p:sp>
        </mc:Choice>
        <mc:Fallback xmlns="">
          <p:sp>
            <p:nvSpPr>
              <p:cNvPr id="24" name="TextBox 23">
                <a:extLst>
                  <a:ext uri="{FF2B5EF4-FFF2-40B4-BE49-F238E27FC236}">
                    <a16:creationId xmlns:a16="http://schemas.microsoft.com/office/drawing/2014/main" id="{C8ABC471-E51B-DCB5-25C7-12136BF8894D}"/>
                  </a:ext>
                </a:extLst>
              </p:cNvPr>
              <p:cNvSpPr txBox="1">
                <a:spLocks noRot="1" noChangeAspect="1" noMove="1" noResize="1" noEditPoints="1" noAdjustHandles="1" noChangeArrowheads="1" noChangeShapeType="1" noTextEdit="1"/>
              </p:cNvSpPr>
              <p:nvPr/>
            </p:nvSpPr>
            <p:spPr>
              <a:xfrm>
                <a:off x="1278123" y="1222149"/>
                <a:ext cx="2164307" cy="46166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11CC178-AEA0-A211-A7AB-7570278BC786}"/>
                  </a:ext>
                </a:extLst>
              </p:cNvPr>
              <p:cNvSpPr txBox="1"/>
              <p:nvPr/>
            </p:nvSpPr>
            <p:spPr>
              <a:xfrm>
                <a:off x="5241397" y="1058863"/>
                <a:ext cx="3383548" cy="78380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9</m:t>
                          </m:r>
                        </m:num>
                        <m:den>
                          <m:r>
                            <a:rPr lang="en-GB" sz="2400" b="0" i="1" smtClean="0">
                              <a:latin typeface="Cambria Math" panose="02040503050406030204" pitchFamily="18" charset="0"/>
                            </a:rPr>
                            <m:t>4</m:t>
                          </m:r>
                        </m:den>
                      </m:f>
                    </m:oMath>
                  </m:oMathPara>
                </a14:m>
                <a:endParaRPr lang="en-GB" sz="2400" dirty="0"/>
              </a:p>
            </p:txBody>
          </p:sp>
        </mc:Choice>
        <mc:Fallback xmlns="">
          <p:sp>
            <p:nvSpPr>
              <p:cNvPr id="33" name="TextBox 32">
                <a:extLst>
                  <a:ext uri="{FF2B5EF4-FFF2-40B4-BE49-F238E27FC236}">
                    <a16:creationId xmlns:a16="http://schemas.microsoft.com/office/drawing/2014/main" id="{811CC178-AEA0-A211-A7AB-7570278BC786}"/>
                  </a:ext>
                </a:extLst>
              </p:cNvPr>
              <p:cNvSpPr txBox="1">
                <a:spLocks noRot="1" noChangeAspect="1" noMove="1" noResize="1" noEditPoints="1" noAdjustHandles="1" noChangeArrowheads="1" noChangeShapeType="1" noTextEdit="1"/>
              </p:cNvSpPr>
              <p:nvPr/>
            </p:nvSpPr>
            <p:spPr>
              <a:xfrm>
                <a:off x="5241397" y="1058863"/>
                <a:ext cx="3383548" cy="783804"/>
              </a:xfrm>
              <a:prstGeom prst="rect">
                <a:avLst/>
              </a:prstGeom>
              <a:blipFill>
                <a:blip r:embed="rId10"/>
                <a:stretch>
                  <a:fillRect/>
                </a:stretch>
              </a:blipFill>
            </p:spPr>
            <p:txBody>
              <a:bodyPr/>
              <a:lstStyle/>
              <a:p>
                <a:r>
                  <a:rPr lang="en-GB">
                    <a:noFill/>
                  </a:rPr>
                  <a:t> </a:t>
                </a:r>
              </a:p>
            </p:txBody>
          </p:sp>
        </mc:Fallback>
      </mc:AlternateContent>
      <p:sp>
        <p:nvSpPr>
          <p:cNvPr id="40" name="Rectangle: Rounded Corners 39">
            <a:extLst>
              <a:ext uri="{FF2B5EF4-FFF2-40B4-BE49-F238E27FC236}">
                <a16:creationId xmlns:a16="http://schemas.microsoft.com/office/drawing/2014/main" id="{FD9FD120-F6A0-A7E8-D9E7-EAAF1C5BDD62}"/>
              </a:ext>
            </a:extLst>
          </p:cNvPr>
          <p:cNvSpPr/>
          <p:nvPr/>
        </p:nvSpPr>
        <p:spPr>
          <a:xfrm>
            <a:off x="180617" y="3212380"/>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c</a:t>
            </a:r>
          </a:p>
        </p:txBody>
      </p:sp>
      <p:sp>
        <p:nvSpPr>
          <p:cNvPr id="41" name="Rectangle: Rounded Corners 40">
            <a:extLst>
              <a:ext uri="{FF2B5EF4-FFF2-40B4-BE49-F238E27FC236}">
                <a16:creationId xmlns:a16="http://schemas.microsoft.com/office/drawing/2014/main" id="{540C934B-5A66-E4A5-9CE7-6BF76708F8B2}"/>
              </a:ext>
            </a:extLst>
          </p:cNvPr>
          <p:cNvSpPr/>
          <p:nvPr/>
        </p:nvSpPr>
        <p:spPr>
          <a:xfrm>
            <a:off x="4860032" y="3213260"/>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d</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C4D6AE39-07B1-0EC3-64E1-0427134D3F9E}"/>
                  </a:ext>
                </a:extLst>
              </p:cNvPr>
              <p:cNvSpPr txBox="1"/>
              <p:nvPr/>
            </p:nvSpPr>
            <p:spPr>
              <a:xfrm>
                <a:off x="1356551" y="2980216"/>
                <a:ext cx="2007451" cy="78489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m:t>
                          </m:r>
                        </m:num>
                        <m:den>
                          <m:r>
                            <a:rPr lang="en-GB" sz="2400" b="0" i="1" smtClean="0">
                              <a:latin typeface="Cambria Math" panose="02040503050406030204" pitchFamily="18" charset="0"/>
                            </a:rPr>
                            <m:t>7</m:t>
                          </m:r>
                        </m:den>
                      </m:f>
                    </m:oMath>
                  </m:oMathPara>
                </a14:m>
                <a:endParaRPr lang="en-GB" sz="2400" i="1" dirty="0"/>
              </a:p>
            </p:txBody>
          </p:sp>
        </mc:Choice>
        <mc:Fallback xmlns="">
          <p:sp>
            <p:nvSpPr>
              <p:cNvPr id="44" name="TextBox 43">
                <a:extLst>
                  <a:ext uri="{FF2B5EF4-FFF2-40B4-BE49-F238E27FC236}">
                    <a16:creationId xmlns:a16="http://schemas.microsoft.com/office/drawing/2014/main" id="{C4D6AE39-07B1-0EC3-64E1-0427134D3F9E}"/>
                  </a:ext>
                </a:extLst>
              </p:cNvPr>
              <p:cNvSpPr txBox="1">
                <a:spLocks noRot="1" noChangeAspect="1" noMove="1" noResize="1" noEditPoints="1" noAdjustHandles="1" noChangeArrowheads="1" noChangeShapeType="1" noTextEdit="1"/>
              </p:cNvSpPr>
              <p:nvPr/>
            </p:nvSpPr>
            <p:spPr>
              <a:xfrm>
                <a:off x="1356551" y="2980216"/>
                <a:ext cx="2007451" cy="784895"/>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1BC51CE-C4AB-1461-69C0-8B93F016C238}"/>
                  </a:ext>
                </a:extLst>
              </p:cNvPr>
              <p:cNvSpPr txBox="1"/>
              <p:nvPr/>
            </p:nvSpPr>
            <p:spPr>
              <a:xfrm>
                <a:off x="988901" y="4881967"/>
                <a:ext cx="2742750" cy="78617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sz="2400" i="1" smtClean="0">
                          <a:latin typeface="Cambria Math" panose="02040503050406030204" pitchFamily="18" charset="0"/>
                        </a:rPr>
                        <m:t>3</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m:t>
                          </m:r>
                        </m:num>
                        <m:den>
                          <m:r>
                            <a:rPr lang="en-GB" sz="2400" b="0" i="1" smtClean="0">
                              <a:latin typeface="Cambria Math" panose="02040503050406030204" pitchFamily="18" charset="0"/>
                            </a:rPr>
                            <m:t>5</m:t>
                          </m:r>
                        </m:den>
                      </m:f>
                    </m:oMath>
                  </m:oMathPara>
                </a14:m>
                <a:endParaRPr lang="en-GB" sz="2400" i="1" dirty="0"/>
              </a:p>
            </p:txBody>
          </p:sp>
        </mc:Choice>
        <mc:Fallback xmlns="">
          <p:sp>
            <p:nvSpPr>
              <p:cNvPr id="53" name="TextBox 52">
                <a:extLst>
                  <a:ext uri="{FF2B5EF4-FFF2-40B4-BE49-F238E27FC236}">
                    <a16:creationId xmlns:a16="http://schemas.microsoft.com/office/drawing/2014/main" id="{71BC51CE-C4AB-1461-69C0-8B93F016C238}"/>
                  </a:ext>
                </a:extLst>
              </p:cNvPr>
              <p:cNvSpPr txBox="1">
                <a:spLocks noRot="1" noChangeAspect="1" noMove="1" noResize="1" noEditPoints="1" noAdjustHandles="1" noChangeArrowheads="1" noChangeShapeType="1" noTextEdit="1"/>
              </p:cNvSpPr>
              <p:nvPr/>
            </p:nvSpPr>
            <p:spPr>
              <a:xfrm>
                <a:off x="988901" y="4881967"/>
                <a:ext cx="2742750" cy="786177"/>
              </a:xfrm>
              <a:prstGeom prst="rect">
                <a:avLst/>
              </a:prstGeom>
              <a:blipFill>
                <a:blip r:embed="rId12"/>
                <a:stretch>
                  <a:fillRect/>
                </a:stretch>
              </a:blipFill>
            </p:spPr>
            <p:txBody>
              <a:bodyPr/>
              <a:lstStyle/>
              <a:p>
                <a:r>
                  <a:rPr lang="en-GB">
                    <a:noFill/>
                  </a:rPr>
                  <a:t> </a:t>
                </a:r>
              </a:p>
            </p:txBody>
          </p:sp>
        </mc:Fallback>
      </mc:AlternateContent>
      <p:cxnSp>
        <p:nvCxnSpPr>
          <p:cNvPr id="60" name="Straight Connector 59">
            <a:extLst>
              <a:ext uri="{FF2B5EF4-FFF2-40B4-BE49-F238E27FC236}">
                <a16:creationId xmlns:a16="http://schemas.microsoft.com/office/drawing/2014/main" id="{5893BA3F-FC05-8EE4-FD8E-981A37136FCD}"/>
              </a:ext>
            </a:extLst>
          </p:cNvPr>
          <p:cNvCxnSpPr>
            <a:cxnSpLocks/>
          </p:cNvCxnSpPr>
          <p:nvPr/>
        </p:nvCxnSpPr>
        <p:spPr>
          <a:xfrm flipH="1">
            <a:off x="0" y="4812407"/>
            <a:ext cx="9144000" cy="0"/>
          </a:xfrm>
          <a:prstGeom prst="line">
            <a:avLst/>
          </a:prstGeom>
          <a:ln w="31750"/>
        </p:spPr>
        <p:style>
          <a:lnRef idx="1">
            <a:schemeClr val="dk1"/>
          </a:lnRef>
          <a:fillRef idx="0">
            <a:schemeClr val="dk1"/>
          </a:fillRef>
          <a:effectRef idx="0">
            <a:schemeClr val="dk1"/>
          </a:effectRef>
          <a:fontRef idx="minor">
            <a:schemeClr val="tx1"/>
          </a:fontRef>
        </p:style>
      </p:cxnSp>
      <p:sp>
        <p:nvSpPr>
          <p:cNvPr id="61" name="Rectangle: Rounded Corners 60">
            <a:extLst>
              <a:ext uri="{FF2B5EF4-FFF2-40B4-BE49-F238E27FC236}">
                <a16:creationId xmlns:a16="http://schemas.microsoft.com/office/drawing/2014/main" id="{A6A77D27-50F2-BB11-DE02-6E203EFDD8AF}"/>
              </a:ext>
            </a:extLst>
          </p:cNvPr>
          <p:cNvSpPr/>
          <p:nvPr/>
        </p:nvSpPr>
        <p:spPr>
          <a:xfrm>
            <a:off x="180617" y="5161138"/>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e</a:t>
            </a:r>
          </a:p>
        </p:txBody>
      </p:sp>
      <p:sp>
        <p:nvSpPr>
          <p:cNvPr id="62" name="Rectangle: Rounded Corners 61">
            <a:extLst>
              <a:ext uri="{FF2B5EF4-FFF2-40B4-BE49-F238E27FC236}">
                <a16:creationId xmlns:a16="http://schemas.microsoft.com/office/drawing/2014/main" id="{A6217DE8-7855-66B2-9AE5-4C78D75A884F}"/>
              </a:ext>
            </a:extLst>
          </p:cNvPr>
          <p:cNvSpPr/>
          <p:nvPr/>
        </p:nvSpPr>
        <p:spPr>
          <a:xfrm>
            <a:off x="4860032" y="5161138"/>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f</a:t>
            </a: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5F799BD2-5E31-F4A6-9D32-3BD568CFE967}"/>
                  </a:ext>
                </a:extLst>
              </p:cNvPr>
              <p:cNvSpPr txBox="1"/>
              <p:nvPr/>
            </p:nvSpPr>
            <p:spPr>
              <a:xfrm>
                <a:off x="5900871" y="3125515"/>
                <a:ext cx="206460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−2</m:t>
                      </m:r>
                    </m:oMath>
                  </m:oMathPara>
                </a14:m>
                <a:endParaRPr lang="en-GB" sz="2400" i="1" dirty="0"/>
              </a:p>
            </p:txBody>
          </p:sp>
        </mc:Choice>
        <mc:Fallback xmlns="">
          <p:sp>
            <p:nvSpPr>
              <p:cNvPr id="65" name="TextBox 64">
                <a:extLst>
                  <a:ext uri="{FF2B5EF4-FFF2-40B4-BE49-F238E27FC236}">
                    <a16:creationId xmlns:a16="http://schemas.microsoft.com/office/drawing/2014/main" id="{5F799BD2-5E31-F4A6-9D32-3BD568CFE967}"/>
                  </a:ext>
                </a:extLst>
              </p:cNvPr>
              <p:cNvSpPr txBox="1">
                <a:spLocks noRot="1" noChangeAspect="1" noMove="1" noResize="1" noEditPoints="1" noAdjustHandles="1" noChangeArrowheads="1" noChangeShapeType="1" noTextEdit="1"/>
              </p:cNvSpPr>
              <p:nvPr/>
            </p:nvSpPr>
            <p:spPr>
              <a:xfrm>
                <a:off x="5900871" y="3125515"/>
                <a:ext cx="2064600" cy="461665"/>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DE9F3343-AC3D-1C91-AC4F-0F75C51989A6}"/>
                  </a:ext>
                </a:extLst>
              </p:cNvPr>
              <p:cNvSpPr txBox="1"/>
              <p:nvPr/>
            </p:nvSpPr>
            <p:spPr>
              <a:xfrm>
                <a:off x="5663804" y="5070549"/>
                <a:ext cx="2538735"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5.5</m:t>
                      </m:r>
                    </m:oMath>
                  </m:oMathPara>
                </a14:m>
                <a:endParaRPr lang="en-GB" sz="2400" i="1" dirty="0"/>
              </a:p>
            </p:txBody>
          </p:sp>
        </mc:Choice>
        <mc:Fallback xmlns="">
          <p:sp>
            <p:nvSpPr>
              <p:cNvPr id="74" name="TextBox 73">
                <a:extLst>
                  <a:ext uri="{FF2B5EF4-FFF2-40B4-BE49-F238E27FC236}">
                    <a16:creationId xmlns:a16="http://schemas.microsoft.com/office/drawing/2014/main" id="{DE9F3343-AC3D-1C91-AC4F-0F75C51989A6}"/>
                  </a:ext>
                </a:extLst>
              </p:cNvPr>
              <p:cNvSpPr txBox="1">
                <a:spLocks noRot="1" noChangeAspect="1" noMove="1" noResize="1" noEditPoints="1" noAdjustHandles="1" noChangeArrowheads="1" noChangeShapeType="1" noTextEdit="1"/>
              </p:cNvSpPr>
              <p:nvPr/>
            </p:nvSpPr>
            <p:spPr>
              <a:xfrm>
                <a:off x="5663804" y="5070549"/>
                <a:ext cx="2538735" cy="461665"/>
              </a:xfrm>
              <a:prstGeom prst="rect">
                <a:avLst/>
              </a:prstGeom>
              <a:blipFill>
                <a:blip r:embed="rId14"/>
                <a:stretch>
                  <a:fillRect/>
                </a:stretch>
              </a:blipFill>
            </p:spPr>
            <p:txBody>
              <a:bodyPr/>
              <a:lstStyle/>
              <a:p>
                <a:r>
                  <a:rPr lang="en-GB">
                    <a:noFill/>
                  </a:rPr>
                  <a:t> </a:t>
                </a:r>
              </a:p>
            </p:txBody>
          </p:sp>
        </mc:Fallback>
      </mc:AlternateContent>
      <p:sp>
        <p:nvSpPr>
          <p:cNvPr id="88" name="TextBox 87">
            <a:extLst>
              <a:ext uri="{FF2B5EF4-FFF2-40B4-BE49-F238E27FC236}">
                <a16:creationId xmlns:a16="http://schemas.microsoft.com/office/drawing/2014/main" id="{71C55842-E05E-4C1C-0070-CE8EF7FD00CF}"/>
              </a:ext>
            </a:extLst>
          </p:cNvPr>
          <p:cNvSpPr txBox="1"/>
          <p:nvPr/>
        </p:nvSpPr>
        <p:spPr>
          <a:xfrm>
            <a:off x="180617" y="5932449"/>
            <a:ext cx="1433730"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Convert to an improper fraction first</a:t>
            </a:r>
          </a:p>
        </p:txBody>
      </p:sp>
      <p:sp>
        <p:nvSpPr>
          <p:cNvPr id="3" name="TextBox 2">
            <a:extLst>
              <a:ext uri="{FF2B5EF4-FFF2-40B4-BE49-F238E27FC236}">
                <a16:creationId xmlns:a16="http://schemas.microsoft.com/office/drawing/2014/main" id="{1B723665-1B9B-A382-8AC5-B5400297C353}"/>
              </a:ext>
            </a:extLst>
          </p:cNvPr>
          <p:cNvSpPr txBox="1"/>
          <p:nvPr/>
        </p:nvSpPr>
        <p:spPr>
          <a:xfrm>
            <a:off x="4758741" y="6053706"/>
            <a:ext cx="1534174"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Convert into a fraction first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2BEE8E8-E5CE-6DA4-D557-A107DB31A064}"/>
                  </a:ext>
                </a:extLst>
              </p:cNvPr>
              <p:cNvSpPr txBox="1"/>
              <p:nvPr/>
            </p:nvSpPr>
            <p:spPr>
              <a:xfrm>
                <a:off x="2389471" y="4877831"/>
                <a:ext cx="1223978" cy="78617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sz="240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16</m:t>
                          </m:r>
                        </m:num>
                        <m:den>
                          <m:r>
                            <a:rPr lang="en-GB" sz="2400" b="0" i="1" smtClean="0">
                              <a:latin typeface="Cambria Math" panose="02040503050406030204" pitchFamily="18" charset="0"/>
                            </a:rPr>
                            <m:t>5</m:t>
                          </m:r>
                        </m:den>
                      </m:f>
                    </m:oMath>
                  </m:oMathPara>
                </a14:m>
                <a:endParaRPr lang="en-GB" sz="2400" i="1" dirty="0"/>
              </a:p>
            </p:txBody>
          </p:sp>
        </mc:Choice>
        <mc:Fallback xmlns="">
          <p:sp>
            <p:nvSpPr>
              <p:cNvPr id="4" name="TextBox 3">
                <a:extLst>
                  <a:ext uri="{FF2B5EF4-FFF2-40B4-BE49-F238E27FC236}">
                    <a16:creationId xmlns:a16="http://schemas.microsoft.com/office/drawing/2014/main" id="{F2BEE8E8-E5CE-6DA4-D557-A107DB31A064}"/>
                  </a:ext>
                </a:extLst>
              </p:cNvPr>
              <p:cNvSpPr txBox="1">
                <a:spLocks noRot="1" noChangeAspect="1" noMove="1" noResize="1" noEditPoints="1" noAdjustHandles="1" noChangeArrowheads="1" noChangeShapeType="1" noTextEdit="1"/>
              </p:cNvSpPr>
              <p:nvPr/>
            </p:nvSpPr>
            <p:spPr>
              <a:xfrm>
                <a:off x="2389471" y="4877831"/>
                <a:ext cx="1223978" cy="786177"/>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9A7C2C4-2E1E-9893-A30B-F08260DA275D}"/>
                  </a:ext>
                </a:extLst>
              </p:cNvPr>
              <p:cNvSpPr txBox="1"/>
              <p:nvPr/>
            </p:nvSpPr>
            <p:spPr>
              <a:xfrm>
                <a:off x="6942804" y="4887668"/>
                <a:ext cx="1223978" cy="78617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sz="240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11</m:t>
                          </m:r>
                        </m:num>
                        <m:den>
                          <m:r>
                            <a:rPr lang="en-GB" sz="2400" b="0" i="1" smtClean="0">
                              <a:latin typeface="Cambria Math" panose="02040503050406030204" pitchFamily="18" charset="0"/>
                            </a:rPr>
                            <m:t>2</m:t>
                          </m:r>
                        </m:den>
                      </m:f>
                    </m:oMath>
                  </m:oMathPara>
                </a14:m>
                <a:endParaRPr lang="en-GB" sz="2400" i="1" dirty="0"/>
              </a:p>
            </p:txBody>
          </p:sp>
        </mc:Choice>
        <mc:Fallback xmlns="">
          <p:sp>
            <p:nvSpPr>
              <p:cNvPr id="5" name="TextBox 4">
                <a:extLst>
                  <a:ext uri="{FF2B5EF4-FFF2-40B4-BE49-F238E27FC236}">
                    <a16:creationId xmlns:a16="http://schemas.microsoft.com/office/drawing/2014/main" id="{39A7C2C4-2E1E-9893-A30B-F08260DA275D}"/>
                  </a:ext>
                </a:extLst>
              </p:cNvPr>
              <p:cNvSpPr txBox="1">
                <a:spLocks noRot="1" noChangeAspect="1" noMove="1" noResize="1" noEditPoints="1" noAdjustHandles="1" noChangeArrowheads="1" noChangeShapeType="1" noTextEdit="1"/>
              </p:cNvSpPr>
              <p:nvPr/>
            </p:nvSpPr>
            <p:spPr>
              <a:xfrm>
                <a:off x="6942804" y="4887668"/>
                <a:ext cx="1223978" cy="786177"/>
              </a:xfrm>
              <a:prstGeom prst="rect">
                <a:avLst/>
              </a:prstGeom>
              <a:blipFill>
                <a:blip r:embed="rId1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76582265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33"/>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1" nodeType="after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5"/>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seq concurrent="1" nextAc="seek">
              <p:cTn id="18" restart="whenNotActive" fill="hold" evtFilter="cancelBubble" nodeType="interactiveSeq">
                <p:stCondLst>
                  <p:cond evt="onClick" delay="0">
                    <p:tgtEl>
                      <p:spTgt spid="13"/>
                    </p:tgtEl>
                  </p:cond>
                </p:stCondLst>
                <p:endSync evt="end" delay="0">
                  <p:rtn val="all"/>
                </p:endSync>
                <p:childTnLst>
                  <p:par>
                    <p:cTn id="19" fill="hold">
                      <p:stCondLst>
                        <p:cond delay="0"/>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childTnLst>
                          </p:cTn>
                        </p:par>
                        <p:par>
                          <p:cTn id="23" fill="hold">
                            <p:stCondLst>
                              <p:cond delay="0"/>
                            </p:stCondLst>
                            <p:childTnLst>
                              <p:par>
                                <p:cTn id="24" presetID="1" presetClass="entr" presetSubtype="0" fill="hold" grpId="0" nodeType="afterEffect">
                                  <p:stCondLst>
                                    <p:cond delay="500"/>
                                  </p:stCondLst>
                                  <p:childTnLst>
                                    <p:set>
                                      <p:cBhvr>
                                        <p:cTn id="25" dur="1" fill="hold">
                                          <p:stCondLst>
                                            <p:cond delay="0"/>
                                          </p:stCondLst>
                                        </p:cTn>
                                        <p:tgtEl>
                                          <p:spTgt spid="44"/>
                                        </p:tgtEl>
                                        <p:attrNameLst>
                                          <p:attrName>style.visibility</p:attrName>
                                        </p:attrNameLst>
                                      </p:cBhvr>
                                      <p:to>
                                        <p:strVal val="visible"/>
                                      </p:to>
                                    </p:set>
                                  </p:childTnLst>
                                </p:cTn>
                              </p:par>
                              <p:par>
                                <p:cTn id="26" presetID="1" presetClass="entr" presetSubtype="0" fill="hold" grpId="1" nodeType="withEffect">
                                  <p:stCondLst>
                                    <p:cond delay="500"/>
                                  </p:stCondLst>
                                  <p:childTnLst>
                                    <p:set>
                                      <p:cBhvr>
                                        <p:cTn id="27" dur="1" fill="hold">
                                          <p:stCondLst>
                                            <p:cond delay="0"/>
                                          </p:stCondLst>
                                        </p:cTn>
                                        <p:tgtEl>
                                          <p:spTgt spid="14"/>
                                        </p:tgtEl>
                                        <p:attrNameLst>
                                          <p:attrName>style.visibility</p:attrName>
                                        </p:attrNameLst>
                                      </p:cBhvr>
                                      <p:to>
                                        <p:strVal val="visible"/>
                                      </p:to>
                                    </p:set>
                                  </p:childTnLst>
                                </p:cTn>
                              </p:par>
                              <p:par>
                                <p:cTn id="28" presetID="1" presetClass="entr" presetSubtype="0" fill="hold" grpId="0" nodeType="withEffect">
                                  <p:stCondLst>
                                    <p:cond delay="500"/>
                                  </p:stCondLst>
                                  <p:childTnLst>
                                    <p:set>
                                      <p:cBhvr>
                                        <p:cTn id="29" dur="1" fill="hold">
                                          <p:stCondLst>
                                            <p:cond delay="0"/>
                                          </p:stCondLst>
                                        </p:cTn>
                                        <p:tgtEl>
                                          <p:spTgt spid="40"/>
                                        </p:tgtEl>
                                        <p:attrNameLst>
                                          <p:attrName>style.visibility</p:attrName>
                                        </p:attrNameLst>
                                      </p:cBhvr>
                                      <p:to>
                                        <p:strVal val="visible"/>
                                      </p:to>
                                    </p:set>
                                  </p:childTnLst>
                                </p:cTn>
                              </p:par>
                              <p:par>
                                <p:cTn id="30" presetID="1" presetClass="entr" presetSubtype="0" fill="hold" grpId="0" nodeType="withEffect">
                                  <p:stCondLst>
                                    <p:cond delay="50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childTnLst>
              </p:cTn>
              <p:nextCondLst>
                <p:cond evt="onClick" delay="0">
                  <p:tgtEl>
                    <p:spTgt spid="13"/>
                  </p:tgtEl>
                </p:cond>
              </p:nextCondLst>
            </p:seq>
            <p:seq concurrent="1" nextAc="seek">
              <p:cTn id="32" restart="whenNotActive" fill="hold" evtFilter="cancelBubble" nodeType="interactiveSeq">
                <p:stCondLst>
                  <p:cond evt="onClick" delay="0">
                    <p:tgtEl>
                      <p:spTgt spid="14"/>
                    </p:tgtEl>
                  </p:cond>
                </p:stCondLst>
                <p:endSync evt="end" delay="0">
                  <p:rtn val="all"/>
                </p:endSync>
                <p:childTnLst>
                  <p:par>
                    <p:cTn id="33" fill="hold">
                      <p:stCondLst>
                        <p:cond delay="0"/>
                      </p:stCondLst>
                      <p:childTnLst>
                        <p:par>
                          <p:cTn id="34" fill="hold">
                            <p:stCondLst>
                              <p:cond delay="0"/>
                            </p:stCondLst>
                            <p:childTnLst>
                              <p:par>
                                <p:cTn id="35" presetID="1" presetClass="exit"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hidden"/>
                                      </p:to>
                                    </p:set>
                                  </p:childTnLst>
                                </p:cTn>
                              </p:par>
                            </p:childTnLst>
                          </p:cTn>
                        </p:par>
                        <p:par>
                          <p:cTn id="37" fill="hold">
                            <p:stCondLst>
                              <p:cond delay="500"/>
                            </p:stCondLst>
                            <p:childTnLst>
                              <p:par>
                                <p:cTn id="38" presetID="1" presetClass="entr" presetSubtype="0" fill="hold" grpId="0" nodeType="afterEffect">
                                  <p:stCondLst>
                                    <p:cond delay="0"/>
                                  </p:stCondLst>
                                  <p:childTnLst>
                                    <p:set>
                                      <p:cBhvr>
                                        <p:cTn id="39" dur="1" fill="hold">
                                          <p:stCondLst>
                                            <p:cond delay="0"/>
                                          </p:stCondLst>
                                        </p:cTn>
                                        <p:tgtEl>
                                          <p:spTgt spid="65"/>
                                        </p:tgtEl>
                                        <p:attrNameLst>
                                          <p:attrName>style.visibility</p:attrName>
                                        </p:attrNameLst>
                                      </p:cBhvr>
                                      <p:to>
                                        <p:strVal val="visible"/>
                                      </p:to>
                                    </p:set>
                                  </p:childTnLst>
                                </p:cTn>
                              </p:par>
                            </p:childTnLst>
                          </p:cTn>
                        </p:par>
                        <p:par>
                          <p:cTn id="40" fill="hold">
                            <p:stCondLst>
                              <p:cond delay="500"/>
                            </p:stCondLst>
                            <p:childTnLst>
                              <p:par>
                                <p:cTn id="41" presetID="1" presetClass="entr" presetSubtype="0" fill="hold" grpId="1" nodeType="after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par>
                          <p:cTn id="43" fill="hold">
                            <p:stCondLst>
                              <p:cond delay="500"/>
                            </p:stCondLst>
                            <p:childTnLst>
                              <p:par>
                                <p:cTn id="44" presetID="1" presetClass="entr" presetSubtype="0" fill="hold" grpId="0" nodeType="afterEffect">
                                  <p:stCondLst>
                                    <p:cond delay="0"/>
                                  </p:stCondLst>
                                  <p:childTnLst>
                                    <p:set>
                                      <p:cBhvr>
                                        <p:cTn id="45" dur="1" fill="hold">
                                          <p:stCondLst>
                                            <p:cond delay="0"/>
                                          </p:stCondLst>
                                        </p:cTn>
                                        <p:tgtEl>
                                          <p:spTgt spid="41"/>
                                        </p:tgtEl>
                                        <p:attrNameLst>
                                          <p:attrName>style.visibility</p:attrName>
                                        </p:attrNameLst>
                                      </p:cBhvr>
                                      <p:to>
                                        <p:strVal val="visible"/>
                                      </p:to>
                                    </p:set>
                                  </p:childTnLst>
                                </p:cTn>
                              </p:par>
                            </p:childTnLst>
                          </p:cTn>
                        </p:par>
                        <p:par>
                          <p:cTn id="46" fill="hold">
                            <p:stCondLst>
                              <p:cond delay="500"/>
                            </p:stCondLst>
                            <p:childTnLst>
                              <p:par>
                                <p:cTn id="47" presetID="1" presetClass="entr" presetSubtype="0" fill="hold" grpId="0" nodeType="after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49" restart="whenNotActive" fill="hold" evtFilter="cancelBubble" nodeType="interactiveSeq">
                <p:stCondLst>
                  <p:cond evt="onClick" delay="0">
                    <p:tgtEl>
                      <p:spTgt spid="11"/>
                    </p:tgtEl>
                  </p:cond>
                </p:stCondLst>
                <p:endSync evt="end" delay="0">
                  <p:rtn val="all"/>
                </p:endSync>
                <p:childTnLst>
                  <p:par>
                    <p:cTn id="50" fill="hold">
                      <p:stCondLst>
                        <p:cond delay="0"/>
                      </p:stCondLst>
                      <p:childTnLst>
                        <p:par>
                          <p:cTn id="51" fill="hold">
                            <p:stCondLst>
                              <p:cond delay="0"/>
                            </p:stCondLst>
                            <p:childTnLst>
                              <p:par>
                                <p:cTn id="52" presetID="1" presetClass="exit" presetSubtype="0" fill="hold" grpId="0" nodeType="clickEffect">
                                  <p:stCondLst>
                                    <p:cond delay="0"/>
                                  </p:stCondLst>
                                  <p:childTnLst>
                                    <p:set>
                                      <p:cBhvr>
                                        <p:cTn id="53" dur="1" fill="hold">
                                          <p:stCondLst>
                                            <p:cond delay="0"/>
                                          </p:stCondLst>
                                        </p:cTn>
                                        <p:tgtEl>
                                          <p:spTgt spid="11"/>
                                        </p:tgtEl>
                                        <p:attrNameLst>
                                          <p:attrName>style.visibility</p:attrName>
                                        </p:attrNameLst>
                                      </p:cBhvr>
                                      <p:to>
                                        <p:strVal val="hidden"/>
                                      </p:to>
                                    </p:set>
                                  </p:childTnLst>
                                </p:cTn>
                              </p:par>
                              <p:par>
                                <p:cTn id="54" presetID="1" presetClass="entr" presetSubtype="0" fill="hold" grpId="1" nodeType="withEffect">
                                  <p:stCondLst>
                                    <p:cond delay="500"/>
                                  </p:stCondLst>
                                  <p:childTnLst>
                                    <p:set>
                                      <p:cBhvr>
                                        <p:cTn id="55" dur="1" fill="hold">
                                          <p:stCondLst>
                                            <p:cond delay="0"/>
                                          </p:stCondLst>
                                        </p:cTn>
                                        <p:tgtEl>
                                          <p:spTgt spid="15"/>
                                        </p:tgtEl>
                                        <p:attrNameLst>
                                          <p:attrName>style.visibility</p:attrName>
                                        </p:attrNameLst>
                                      </p:cBhvr>
                                      <p:to>
                                        <p:strVal val="visible"/>
                                      </p:to>
                                    </p:set>
                                  </p:childTnLst>
                                </p:cTn>
                              </p:par>
                              <p:par>
                                <p:cTn id="56" presetID="1" presetClass="entr" presetSubtype="0" fill="hold" grpId="0" nodeType="withEffect">
                                  <p:stCondLst>
                                    <p:cond delay="500"/>
                                  </p:stCondLst>
                                  <p:childTnLst>
                                    <p:set>
                                      <p:cBhvr>
                                        <p:cTn id="57" dur="1" fill="hold">
                                          <p:stCondLst>
                                            <p:cond delay="0"/>
                                          </p:stCondLst>
                                        </p:cTn>
                                        <p:tgtEl>
                                          <p:spTgt spid="53"/>
                                        </p:tgtEl>
                                        <p:attrNameLst>
                                          <p:attrName>style.visibility</p:attrName>
                                        </p:attrNameLst>
                                      </p:cBhvr>
                                      <p:to>
                                        <p:strVal val="visible"/>
                                      </p:to>
                                    </p:set>
                                  </p:childTnLst>
                                </p:cTn>
                              </p:par>
                              <p:par>
                                <p:cTn id="58" presetID="1" presetClass="entr" presetSubtype="0" fill="hold" grpId="0" nodeType="withEffect">
                                  <p:stCondLst>
                                    <p:cond delay="500"/>
                                  </p:stCondLst>
                                  <p:childTnLst>
                                    <p:set>
                                      <p:cBhvr>
                                        <p:cTn id="59" dur="1" fill="hold">
                                          <p:stCondLst>
                                            <p:cond delay="0"/>
                                          </p:stCondLst>
                                        </p:cTn>
                                        <p:tgtEl>
                                          <p:spTgt spid="61"/>
                                        </p:tgtEl>
                                        <p:attrNameLst>
                                          <p:attrName>style.visibility</p:attrName>
                                        </p:attrNameLst>
                                      </p:cBhvr>
                                      <p:to>
                                        <p:strVal val="visible"/>
                                      </p:to>
                                    </p:set>
                                  </p:childTnLst>
                                </p:cTn>
                              </p:par>
                              <p:par>
                                <p:cTn id="60" presetID="1" presetClass="entr" presetSubtype="0" fill="hold" grpId="0" nodeType="withEffect">
                                  <p:stCondLst>
                                    <p:cond delay="500"/>
                                  </p:stCondLst>
                                  <p:childTnLst>
                                    <p:set>
                                      <p:cBhvr>
                                        <p:cTn id="61" dur="1" fill="hold">
                                          <p:stCondLst>
                                            <p:cond delay="0"/>
                                          </p:stCondLst>
                                        </p:cTn>
                                        <p:tgtEl>
                                          <p:spTgt spid="23"/>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62" restart="whenNotActive" fill="hold" evtFilter="cancelBubble" nodeType="interactiveSeq">
                <p:stCondLst>
                  <p:cond evt="onClick" delay="0">
                    <p:tgtEl>
                      <p:spTgt spid="15"/>
                    </p:tgtEl>
                  </p:cond>
                </p:stCondLst>
                <p:endSync evt="end" delay="0">
                  <p:rtn val="all"/>
                </p:endSync>
                <p:childTnLst>
                  <p:par>
                    <p:cTn id="63" fill="hold">
                      <p:stCondLst>
                        <p:cond delay="0"/>
                      </p:stCondLst>
                      <p:childTnLst>
                        <p:par>
                          <p:cTn id="64" fill="hold">
                            <p:stCondLst>
                              <p:cond delay="0"/>
                            </p:stCondLst>
                            <p:childTnLst>
                              <p:par>
                                <p:cTn id="65" presetID="1" presetClass="exit" presetSubtype="0" fill="hold" grpId="0" nodeType="withEffect">
                                  <p:stCondLst>
                                    <p:cond delay="0"/>
                                  </p:stCondLst>
                                  <p:childTnLst>
                                    <p:set>
                                      <p:cBhvr>
                                        <p:cTn id="66" dur="1" fill="hold">
                                          <p:stCondLst>
                                            <p:cond delay="0"/>
                                          </p:stCondLst>
                                        </p:cTn>
                                        <p:tgtEl>
                                          <p:spTgt spid="15"/>
                                        </p:tgtEl>
                                        <p:attrNameLst>
                                          <p:attrName>style.visibility</p:attrName>
                                        </p:attrNameLst>
                                      </p:cBhvr>
                                      <p:to>
                                        <p:strVal val="hidden"/>
                                      </p:to>
                                    </p:set>
                                  </p:childTnLst>
                                </p:cTn>
                              </p:par>
                              <p:par>
                                <p:cTn id="67" presetID="1" presetClass="entr" presetSubtype="0" fill="hold" grpId="0" nodeType="withEffect">
                                  <p:stCondLst>
                                    <p:cond delay="0"/>
                                  </p:stCondLst>
                                  <p:childTnLst>
                                    <p:set>
                                      <p:cBhvr>
                                        <p:cTn id="68" dur="1" fill="hold">
                                          <p:stCondLst>
                                            <p:cond delay="0"/>
                                          </p:stCondLst>
                                        </p:cTn>
                                        <p:tgtEl>
                                          <p:spTgt spid="88"/>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
                                        </p:tgtEl>
                                        <p:attrNameLst>
                                          <p:attrName>style.visibility</p:attrName>
                                        </p:attrNameLst>
                                      </p:cBhvr>
                                      <p:to>
                                        <p:strVal val="visible"/>
                                      </p:to>
                                    </p:set>
                                  </p:childTnLst>
                                </p:cTn>
                              </p:par>
                            </p:childTnLst>
                          </p:cTn>
                        </p:par>
                        <p:par>
                          <p:cTn id="71" fill="hold">
                            <p:stCondLst>
                              <p:cond delay="0"/>
                            </p:stCondLst>
                            <p:childTnLst>
                              <p:par>
                                <p:cTn id="72" presetID="1" presetClass="entr" presetSubtype="0" fill="hold" grpId="0" nodeType="afterEffect">
                                  <p:stCondLst>
                                    <p:cond delay="500"/>
                                  </p:stCondLst>
                                  <p:childTnLst>
                                    <p:set>
                                      <p:cBhvr>
                                        <p:cTn id="73" dur="1" fill="hold">
                                          <p:stCondLst>
                                            <p:cond delay="0"/>
                                          </p:stCondLst>
                                        </p:cTn>
                                        <p:tgtEl>
                                          <p:spTgt spid="74"/>
                                        </p:tgtEl>
                                        <p:attrNameLst>
                                          <p:attrName>style.visibility</p:attrName>
                                        </p:attrNameLst>
                                      </p:cBhvr>
                                      <p:to>
                                        <p:strVal val="visible"/>
                                      </p:to>
                                    </p:set>
                                  </p:childTnLst>
                                </p:cTn>
                              </p:par>
                            </p:childTnLst>
                          </p:cTn>
                        </p:par>
                        <p:par>
                          <p:cTn id="74" fill="hold">
                            <p:stCondLst>
                              <p:cond delay="500"/>
                            </p:stCondLst>
                            <p:childTnLst>
                              <p:par>
                                <p:cTn id="75" presetID="1" presetClass="entr" presetSubtype="0" fill="hold" grpId="1" nodeType="after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childTnLst>
                          </p:cTn>
                        </p:par>
                        <p:par>
                          <p:cTn id="77" fill="hold">
                            <p:stCondLst>
                              <p:cond delay="500"/>
                            </p:stCondLst>
                            <p:childTnLst>
                              <p:par>
                                <p:cTn id="78" presetID="1" presetClass="entr" presetSubtype="0" fill="hold" grpId="0" nodeType="afterEffect">
                                  <p:stCondLst>
                                    <p:cond delay="0"/>
                                  </p:stCondLst>
                                  <p:childTnLst>
                                    <p:set>
                                      <p:cBhvr>
                                        <p:cTn id="79" dur="1" fill="hold">
                                          <p:stCondLst>
                                            <p:cond delay="0"/>
                                          </p:stCondLst>
                                        </p:cTn>
                                        <p:tgtEl>
                                          <p:spTgt spid="62"/>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38"/>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seq concurrent="1" nextAc="seek">
              <p:cTn id="82" restart="whenNotActive" fill="hold" evtFilter="cancelBubble" nodeType="interactiveSeq">
                <p:stCondLst>
                  <p:cond evt="onClick" delay="0">
                    <p:tgtEl>
                      <p:spTgt spid="16"/>
                    </p:tgtEl>
                  </p:cond>
                </p:stCondLst>
                <p:endSync evt="end" delay="0">
                  <p:rtn val="all"/>
                </p:endSync>
                <p:childTnLst>
                  <p:par>
                    <p:cTn id="83" fill="hold">
                      <p:stCondLst>
                        <p:cond delay="0"/>
                      </p:stCondLst>
                      <p:childTnLst>
                        <p:par>
                          <p:cTn id="84" fill="hold">
                            <p:stCondLst>
                              <p:cond delay="0"/>
                            </p:stCondLst>
                            <p:childTnLst>
                              <p:par>
                                <p:cTn id="85" presetID="1" presetClass="exit" presetSubtype="0" fill="hold" grpId="0" nodeType="clickEffect">
                                  <p:stCondLst>
                                    <p:cond delay="0"/>
                                  </p:stCondLst>
                                  <p:childTnLst>
                                    <p:set>
                                      <p:cBhvr>
                                        <p:cTn id="86" dur="1" fill="hold">
                                          <p:stCondLst>
                                            <p:cond delay="0"/>
                                          </p:stCondLst>
                                        </p:cTn>
                                        <p:tgtEl>
                                          <p:spTgt spid="16"/>
                                        </p:tgtEl>
                                        <p:attrNameLst>
                                          <p:attrName>style.visibility</p:attrName>
                                        </p:attrNameLst>
                                      </p:cBhvr>
                                      <p:to>
                                        <p:strVal val="hidden"/>
                                      </p:to>
                                    </p:set>
                                  </p:childTnLst>
                                </p:cTn>
                              </p:par>
                              <p:par>
                                <p:cTn id="87" presetID="1" presetClass="entr" presetSubtype="0" fill="hold" grpId="0" nodeType="withEffect">
                                  <p:stCondLst>
                                    <p:cond delay="0"/>
                                  </p:stCondLst>
                                  <p:childTnLst>
                                    <p:set>
                                      <p:cBhvr>
                                        <p:cTn id="88" dur="1" fill="hold">
                                          <p:stCondLst>
                                            <p:cond delay="0"/>
                                          </p:stCondLst>
                                        </p:cTn>
                                        <p:tgtEl>
                                          <p:spTgt spid="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
                                        </p:tgtEl>
                                        <p:attrNameLst>
                                          <p:attrName>style.visibility</p:attrName>
                                        </p:attrNameLst>
                                      </p:cBhvr>
                                      <p:to>
                                        <p:strVal val="visible"/>
                                      </p:to>
                                    </p:set>
                                  </p:childTnLst>
                                </p:cTn>
                              </p:par>
                            </p:childTnLst>
                          </p:cTn>
                        </p:par>
                      </p:childTnLst>
                    </p:cTn>
                  </p:par>
                </p:childTnLst>
              </p:cTn>
              <p:nextCondLst>
                <p:cond evt="onClick" delay="0">
                  <p:tgtEl>
                    <p:spTgt spid="16"/>
                  </p:tgtEl>
                </p:cond>
              </p:nextCondLst>
            </p:seq>
          </p:childTnLst>
        </p:cTn>
      </p:par>
    </p:tnLst>
    <p:bldLst>
      <p:bldP spid="23" grpId="0"/>
      <p:bldP spid="9" grpId="0"/>
      <p:bldP spid="30" grpId="0"/>
      <p:bldP spid="35" grpId="0"/>
      <p:bldP spid="38" grpId="0"/>
      <p:bldP spid="12" grpId="0" animBg="1"/>
      <p:bldP spid="14" grpId="0" animBg="1"/>
      <p:bldP spid="14" grpId="1" animBg="1"/>
      <p:bldP spid="11" grpId="0" animBg="1"/>
      <p:bldP spid="11" grpId="1" animBg="1"/>
      <p:bldP spid="13" grpId="0" animBg="1"/>
      <p:bldP spid="13" grpId="1" animBg="1"/>
      <p:bldP spid="15" grpId="0" animBg="1"/>
      <p:bldP spid="15" grpId="1" animBg="1"/>
      <p:bldP spid="16" grpId="0" animBg="1"/>
      <p:bldP spid="16" grpId="1" animBg="1"/>
      <p:bldP spid="18" grpId="0" animBg="1"/>
      <p:bldP spid="33" grpId="0"/>
      <p:bldP spid="40" grpId="0" animBg="1"/>
      <p:bldP spid="41" grpId="0" animBg="1"/>
      <p:bldP spid="44" grpId="0"/>
      <p:bldP spid="53" grpId="0"/>
      <p:bldP spid="61" grpId="0" animBg="1"/>
      <p:bldP spid="62" grpId="0" animBg="1"/>
      <p:bldP spid="65" grpId="0"/>
      <p:bldP spid="74" grpId="0"/>
      <p:bldP spid="88" grpId="0" animBg="1"/>
      <p:bldP spid="3" grpId="0" animBg="1"/>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422FE-00FA-0B62-5E4D-514D7EB30DF8}"/>
              </a:ext>
            </a:extLst>
          </p:cNvPr>
          <p:cNvSpPr>
            <a:spLocks noGrp="1"/>
          </p:cNvSpPr>
          <p:nvPr>
            <p:ph type="title"/>
          </p:nvPr>
        </p:nvSpPr>
        <p:spPr/>
        <p:txBody>
          <a:bodyPr/>
          <a:lstStyle/>
          <a:p>
            <a:r>
              <a:rPr lang="en-GB" dirty="0"/>
              <a:t>RECAP: Index Laws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E809AFD-6A49-68E1-7699-1E86ECA7987E}"/>
                  </a:ext>
                </a:extLst>
              </p:cNvPr>
              <p:cNvSpPr txBox="1"/>
              <p:nvPr/>
            </p:nvSpPr>
            <p:spPr>
              <a:xfrm>
                <a:off x="545992" y="839912"/>
                <a:ext cx="2320011" cy="43697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200" b="0" i="1" smtClean="0">
                              <a:latin typeface="Cambria Math" panose="02040503050406030204" pitchFamily="18" charset="0"/>
                            </a:rPr>
                          </m:ctrlPr>
                        </m:sSupPr>
                        <m:e>
                          <m:r>
                            <a:rPr lang="en-GB" sz="2200" b="0" i="1" smtClean="0">
                              <a:latin typeface="Cambria Math" panose="02040503050406030204" pitchFamily="18" charset="0"/>
                            </a:rPr>
                            <m:t>𝑎</m:t>
                          </m:r>
                        </m:e>
                        <m:sup>
                          <m:r>
                            <a:rPr lang="en-GB" sz="2200" b="0" i="1" smtClean="0">
                              <a:latin typeface="Cambria Math" panose="02040503050406030204" pitchFamily="18" charset="0"/>
                            </a:rPr>
                            <m:t>𝑛</m:t>
                          </m:r>
                        </m:sup>
                      </m:sSup>
                      <m:r>
                        <a:rPr lang="en-GB" sz="2200" b="0" i="1" smtClean="0">
                          <a:latin typeface="Cambria Math" panose="02040503050406030204" pitchFamily="18" charset="0"/>
                          <a:ea typeface="Cambria Math" panose="02040503050406030204" pitchFamily="18" charset="0"/>
                        </a:rPr>
                        <m:t>×</m:t>
                      </m:r>
                      <m:sSup>
                        <m:sSupPr>
                          <m:ctrlPr>
                            <a:rPr lang="en-GB" sz="2200" b="0" i="1" smtClean="0">
                              <a:latin typeface="Cambria Math" panose="02040503050406030204" pitchFamily="18" charset="0"/>
                              <a:ea typeface="Cambria Math" panose="02040503050406030204" pitchFamily="18" charset="0"/>
                            </a:rPr>
                          </m:ctrlPr>
                        </m:sSupPr>
                        <m:e>
                          <m:r>
                            <a:rPr lang="en-GB" sz="2200" b="0" i="1" smtClean="0">
                              <a:latin typeface="Cambria Math" panose="02040503050406030204" pitchFamily="18" charset="0"/>
                              <a:ea typeface="Cambria Math" panose="02040503050406030204" pitchFamily="18" charset="0"/>
                            </a:rPr>
                            <m:t>𝑎</m:t>
                          </m:r>
                        </m:e>
                        <m:sup>
                          <m:r>
                            <a:rPr lang="en-GB" sz="2200" b="0" i="1" smtClean="0">
                              <a:latin typeface="Cambria Math" panose="02040503050406030204" pitchFamily="18" charset="0"/>
                              <a:ea typeface="Cambria Math" panose="02040503050406030204" pitchFamily="18" charset="0"/>
                            </a:rPr>
                            <m:t>𝑚</m:t>
                          </m:r>
                        </m:sup>
                      </m:sSup>
                      <m:r>
                        <a:rPr lang="en-GB" sz="2200" b="0" i="1" smtClean="0">
                          <a:latin typeface="Cambria Math" panose="02040503050406030204" pitchFamily="18" charset="0"/>
                          <a:ea typeface="Cambria Math" panose="02040503050406030204" pitchFamily="18" charset="0"/>
                        </a:rPr>
                        <m:t>=</m:t>
                      </m:r>
                      <m:sSup>
                        <m:sSupPr>
                          <m:ctrlPr>
                            <a:rPr lang="en-GB" sz="2200" b="0" i="1" smtClean="0">
                              <a:latin typeface="Cambria Math" panose="02040503050406030204" pitchFamily="18" charset="0"/>
                              <a:ea typeface="Cambria Math" panose="02040503050406030204" pitchFamily="18" charset="0"/>
                            </a:rPr>
                          </m:ctrlPr>
                        </m:sSupPr>
                        <m:e>
                          <m:r>
                            <a:rPr lang="en-GB" sz="2200" b="0" i="1" smtClean="0">
                              <a:latin typeface="Cambria Math" panose="02040503050406030204" pitchFamily="18" charset="0"/>
                              <a:ea typeface="Cambria Math" panose="02040503050406030204" pitchFamily="18" charset="0"/>
                            </a:rPr>
                            <m:t>𝑎</m:t>
                          </m:r>
                        </m:e>
                        <m:sup>
                          <m:r>
                            <a:rPr lang="en-GB" sz="2200" b="0" i="1" smtClean="0">
                              <a:latin typeface="Cambria Math" panose="02040503050406030204" pitchFamily="18" charset="0"/>
                              <a:ea typeface="Cambria Math" panose="02040503050406030204" pitchFamily="18" charset="0"/>
                            </a:rPr>
                            <m:t>𝑛</m:t>
                          </m:r>
                          <m:r>
                            <a:rPr lang="en-GB" sz="2200" b="0" i="1" smtClean="0">
                              <a:latin typeface="Cambria Math" panose="02040503050406030204" pitchFamily="18" charset="0"/>
                              <a:ea typeface="Cambria Math" panose="02040503050406030204" pitchFamily="18" charset="0"/>
                            </a:rPr>
                            <m:t>+</m:t>
                          </m:r>
                          <m:r>
                            <a:rPr lang="en-GB" sz="2200" b="0" i="1" smtClean="0">
                              <a:latin typeface="Cambria Math" panose="02040503050406030204" pitchFamily="18" charset="0"/>
                              <a:ea typeface="Cambria Math" panose="02040503050406030204" pitchFamily="18" charset="0"/>
                            </a:rPr>
                            <m:t>𝑚</m:t>
                          </m:r>
                        </m:sup>
                      </m:sSup>
                    </m:oMath>
                  </m:oMathPara>
                </a14:m>
                <a:endParaRPr lang="en-GB" sz="2200" dirty="0"/>
              </a:p>
            </p:txBody>
          </p:sp>
        </mc:Choice>
        <mc:Fallback xmlns="">
          <p:sp>
            <p:nvSpPr>
              <p:cNvPr id="4" name="TextBox 3">
                <a:extLst>
                  <a:ext uri="{FF2B5EF4-FFF2-40B4-BE49-F238E27FC236}">
                    <a16:creationId xmlns:a16="http://schemas.microsoft.com/office/drawing/2014/main" id="{DE809AFD-6A49-68E1-7699-1E86ECA7987E}"/>
                  </a:ext>
                </a:extLst>
              </p:cNvPr>
              <p:cNvSpPr txBox="1">
                <a:spLocks noRot="1" noChangeAspect="1" noMove="1" noResize="1" noEditPoints="1" noAdjustHandles="1" noChangeArrowheads="1" noChangeShapeType="1" noTextEdit="1"/>
              </p:cNvSpPr>
              <p:nvPr/>
            </p:nvSpPr>
            <p:spPr>
              <a:xfrm>
                <a:off x="545992" y="839912"/>
                <a:ext cx="2320011" cy="436979"/>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97B76E-E54F-AC45-5AEB-F0578AE800C0}"/>
                  </a:ext>
                </a:extLst>
              </p:cNvPr>
              <p:cNvSpPr txBox="1"/>
              <p:nvPr/>
            </p:nvSpPr>
            <p:spPr>
              <a:xfrm>
                <a:off x="3411995" y="839912"/>
                <a:ext cx="2320011" cy="43697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200" b="0" i="1" smtClean="0">
                              <a:latin typeface="Cambria Math" panose="02040503050406030204" pitchFamily="18" charset="0"/>
                            </a:rPr>
                          </m:ctrlPr>
                        </m:sSupPr>
                        <m:e>
                          <m:r>
                            <a:rPr lang="en-GB" sz="2200" b="0" i="1" smtClean="0">
                              <a:latin typeface="Cambria Math" panose="02040503050406030204" pitchFamily="18" charset="0"/>
                            </a:rPr>
                            <m:t>𝑎</m:t>
                          </m:r>
                        </m:e>
                        <m:sup>
                          <m:r>
                            <a:rPr lang="en-GB" sz="2200" b="0" i="1" smtClean="0">
                              <a:latin typeface="Cambria Math" panose="02040503050406030204" pitchFamily="18" charset="0"/>
                            </a:rPr>
                            <m:t>𝑛</m:t>
                          </m:r>
                        </m:sup>
                      </m:sSup>
                      <m:r>
                        <a:rPr lang="en-GB" sz="2200" i="1">
                          <a:latin typeface="Cambria Math" panose="02040503050406030204" pitchFamily="18" charset="0"/>
                          <a:ea typeface="Cambria Math" panose="02040503050406030204" pitchFamily="18" charset="0"/>
                        </a:rPr>
                        <m:t>÷</m:t>
                      </m:r>
                      <m:sSup>
                        <m:sSupPr>
                          <m:ctrlPr>
                            <a:rPr lang="en-GB" sz="2200" b="0" i="1" smtClean="0">
                              <a:latin typeface="Cambria Math" panose="02040503050406030204" pitchFamily="18" charset="0"/>
                              <a:ea typeface="Cambria Math" panose="02040503050406030204" pitchFamily="18" charset="0"/>
                            </a:rPr>
                          </m:ctrlPr>
                        </m:sSupPr>
                        <m:e>
                          <m:r>
                            <a:rPr lang="en-GB" sz="2200" b="0" i="1" smtClean="0">
                              <a:latin typeface="Cambria Math" panose="02040503050406030204" pitchFamily="18" charset="0"/>
                              <a:ea typeface="Cambria Math" panose="02040503050406030204" pitchFamily="18" charset="0"/>
                            </a:rPr>
                            <m:t>𝑎</m:t>
                          </m:r>
                        </m:e>
                        <m:sup>
                          <m:r>
                            <a:rPr lang="en-GB" sz="2200" b="0" i="1" smtClean="0">
                              <a:latin typeface="Cambria Math" panose="02040503050406030204" pitchFamily="18" charset="0"/>
                              <a:ea typeface="Cambria Math" panose="02040503050406030204" pitchFamily="18" charset="0"/>
                            </a:rPr>
                            <m:t>𝑚</m:t>
                          </m:r>
                        </m:sup>
                      </m:sSup>
                      <m:r>
                        <a:rPr lang="en-GB" sz="2200" b="0" i="1" smtClean="0">
                          <a:latin typeface="Cambria Math" panose="02040503050406030204" pitchFamily="18" charset="0"/>
                          <a:ea typeface="Cambria Math" panose="02040503050406030204" pitchFamily="18" charset="0"/>
                        </a:rPr>
                        <m:t>=</m:t>
                      </m:r>
                      <m:sSup>
                        <m:sSupPr>
                          <m:ctrlPr>
                            <a:rPr lang="en-GB" sz="2200" b="0" i="1" smtClean="0">
                              <a:latin typeface="Cambria Math" panose="02040503050406030204" pitchFamily="18" charset="0"/>
                              <a:ea typeface="Cambria Math" panose="02040503050406030204" pitchFamily="18" charset="0"/>
                            </a:rPr>
                          </m:ctrlPr>
                        </m:sSupPr>
                        <m:e>
                          <m:r>
                            <a:rPr lang="en-GB" sz="2200" b="0" i="1" smtClean="0">
                              <a:latin typeface="Cambria Math" panose="02040503050406030204" pitchFamily="18" charset="0"/>
                              <a:ea typeface="Cambria Math" panose="02040503050406030204" pitchFamily="18" charset="0"/>
                            </a:rPr>
                            <m:t>𝑎</m:t>
                          </m:r>
                        </m:e>
                        <m:sup>
                          <m:r>
                            <a:rPr lang="en-GB" sz="2200" b="0" i="1" smtClean="0">
                              <a:latin typeface="Cambria Math" panose="02040503050406030204" pitchFamily="18" charset="0"/>
                              <a:ea typeface="Cambria Math" panose="02040503050406030204" pitchFamily="18" charset="0"/>
                            </a:rPr>
                            <m:t>𝑛</m:t>
                          </m:r>
                          <m:r>
                            <a:rPr lang="en-GB" sz="2200" b="0" i="1" smtClean="0">
                              <a:latin typeface="Cambria Math" panose="02040503050406030204" pitchFamily="18" charset="0"/>
                              <a:ea typeface="Cambria Math" panose="02040503050406030204" pitchFamily="18" charset="0"/>
                            </a:rPr>
                            <m:t>−</m:t>
                          </m:r>
                          <m:r>
                            <a:rPr lang="en-GB" sz="2200" b="0" i="1" smtClean="0">
                              <a:latin typeface="Cambria Math" panose="02040503050406030204" pitchFamily="18" charset="0"/>
                              <a:ea typeface="Cambria Math" panose="02040503050406030204" pitchFamily="18" charset="0"/>
                            </a:rPr>
                            <m:t>𝑚</m:t>
                          </m:r>
                        </m:sup>
                      </m:sSup>
                    </m:oMath>
                  </m:oMathPara>
                </a14:m>
                <a:endParaRPr lang="en-GB" sz="2200" dirty="0"/>
              </a:p>
            </p:txBody>
          </p:sp>
        </mc:Choice>
        <mc:Fallback xmlns="">
          <p:sp>
            <p:nvSpPr>
              <p:cNvPr id="5" name="TextBox 4">
                <a:extLst>
                  <a:ext uri="{FF2B5EF4-FFF2-40B4-BE49-F238E27FC236}">
                    <a16:creationId xmlns:a16="http://schemas.microsoft.com/office/drawing/2014/main" id="{8F97B76E-E54F-AC45-5AEB-F0578AE800C0}"/>
                  </a:ext>
                </a:extLst>
              </p:cNvPr>
              <p:cNvSpPr txBox="1">
                <a:spLocks noRot="1" noChangeAspect="1" noMove="1" noResize="1" noEditPoints="1" noAdjustHandles="1" noChangeArrowheads="1" noChangeShapeType="1" noTextEdit="1"/>
              </p:cNvSpPr>
              <p:nvPr/>
            </p:nvSpPr>
            <p:spPr>
              <a:xfrm>
                <a:off x="3411995" y="839912"/>
                <a:ext cx="2320011" cy="436979"/>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7B04135-A828-5AD6-180D-E0872BA05F84}"/>
                  </a:ext>
                </a:extLst>
              </p:cNvPr>
              <p:cNvSpPr txBox="1"/>
              <p:nvPr/>
            </p:nvSpPr>
            <p:spPr>
              <a:xfrm>
                <a:off x="6277998" y="801504"/>
                <a:ext cx="2320010" cy="43697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200" b="0" i="1" smtClean="0">
                              <a:latin typeface="Cambria Math" panose="02040503050406030204" pitchFamily="18" charset="0"/>
                            </a:rPr>
                          </m:ctrlPr>
                        </m:sSupPr>
                        <m:e>
                          <m:d>
                            <m:dPr>
                              <m:ctrlPr>
                                <a:rPr lang="en-GB" sz="2200" b="0" i="1" smtClean="0">
                                  <a:latin typeface="Cambria Math" panose="02040503050406030204" pitchFamily="18" charset="0"/>
                                </a:rPr>
                              </m:ctrlPr>
                            </m:dPr>
                            <m:e>
                              <m:sSup>
                                <m:sSupPr>
                                  <m:ctrlPr>
                                    <a:rPr lang="en-GB" sz="2200" b="0" i="1" smtClean="0">
                                      <a:latin typeface="Cambria Math" panose="02040503050406030204" pitchFamily="18" charset="0"/>
                                    </a:rPr>
                                  </m:ctrlPr>
                                </m:sSupPr>
                                <m:e>
                                  <m:r>
                                    <a:rPr lang="en-GB" sz="2200" b="0" i="1" smtClean="0">
                                      <a:latin typeface="Cambria Math" panose="02040503050406030204" pitchFamily="18" charset="0"/>
                                    </a:rPr>
                                    <m:t>𝑎</m:t>
                                  </m:r>
                                </m:e>
                                <m:sup>
                                  <m:r>
                                    <a:rPr lang="en-GB" sz="2200" b="0" i="1" smtClean="0">
                                      <a:latin typeface="Cambria Math" panose="02040503050406030204" pitchFamily="18" charset="0"/>
                                    </a:rPr>
                                    <m:t>𝑛</m:t>
                                  </m:r>
                                </m:sup>
                              </m:sSup>
                            </m:e>
                          </m:d>
                        </m:e>
                        <m:sup>
                          <m:r>
                            <a:rPr lang="en-GB" sz="2200" b="0" i="1" smtClean="0">
                              <a:latin typeface="Cambria Math" panose="02040503050406030204" pitchFamily="18" charset="0"/>
                            </a:rPr>
                            <m:t>𝑚</m:t>
                          </m:r>
                        </m:sup>
                      </m:sSup>
                      <m:r>
                        <a:rPr lang="en-GB" sz="2200" b="0" i="1" smtClean="0">
                          <a:latin typeface="Cambria Math" panose="02040503050406030204" pitchFamily="18" charset="0"/>
                        </a:rPr>
                        <m:t>=</m:t>
                      </m:r>
                      <m:sSup>
                        <m:sSupPr>
                          <m:ctrlPr>
                            <a:rPr lang="en-GB" sz="2200" b="0" i="1" smtClean="0">
                              <a:latin typeface="Cambria Math" panose="02040503050406030204" pitchFamily="18" charset="0"/>
                            </a:rPr>
                          </m:ctrlPr>
                        </m:sSupPr>
                        <m:e>
                          <m:r>
                            <a:rPr lang="en-GB" sz="2200" b="0" i="1" smtClean="0">
                              <a:latin typeface="Cambria Math" panose="02040503050406030204" pitchFamily="18" charset="0"/>
                            </a:rPr>
                            <m:t>𝑎</m:t>
                          </m:r>
                        </m:e>
                        <m:sup>
                          <m:r>
                            <a:rPr lang="en-GB" sz="2200" b="0" i="1" smtClean="0">
                              <a:latin typeface="Cambria Math" panose="02040503050406030204" pitchFamily="18" charset="0"/>
                            </a:rPr>
                            <m:t>𝑛</m:t>
                          </m:r>
                          <m:r>
                            <a:rPr lang="en-GB" sz="2200" b="0" i="1" smtClean="0">
                              <a:latin typeface="Cambria Math" panose="02040503050406030204" pitchFamily="18" charset="0"/>
                              <a:ea typeface="Cambria Math" panose="02040503050406030204" pitchFamily="18" charset="0"/>
                            </a:rPr>
                            <m:t>×</m:t>
                          </m:r>
                          <m:r>
                            <a:rPr lang="en-GB" sz="2200" b="0" i="1" smtClean="0">
                              <a:latin typeface="Cambria Math" panose="02040503050406030204" pitchFamily="18" charset="0"/>
                              <a:ea typeface="Cambria Math" panose="02040503050406030204" pitchFamily="18" charset="0"/>
                            </a:rPr>
                            <m:t>𝑚</m:t>
                          </m:r>
                        </m:sup>
                      </m:sSup>
                    </m:oMath>
                  </m:oMathPara>
                </a14:m>
                <a:endParaRPr lang="en-GB" sz="2200" dirty="0"/>
              </a:p>
            </p:txBody>
          </p:sp>
        </mc:Choice>
        <mc:Fallback xmlns="">
          <p:sp>
            <p:nvSpPr>
              <p:cNvPr id="6" name="TextBox 5">
                <a:extLst>
                  <a:ext uri="{FF2B5EF4-FFF2-40B4-BE49-F238E27FC236}">
                    <a16:creationId xmlns:a16="http://schemas.microsoft.com/office/drawing/2014/main" id="{57B04135-A828-5AD6-180D-E0872BA05F84}"/>
                  </a:ext>
                </a:extLst>
              </p:cNvPr>
              <p:cNvSpPr txBox="1">
                <a:spLocks noRot="1" noChangeAspect="1" noMove="1" noResize="1" noEditPoints="1" noAdjustHandles="1" noChangeArrowheads="1" noChangeShapeType="1" noTextEdit="1"/>
              </p:cNvSpPr>
              <p:nvPr/>
            </p:nvSpPr>
            <p:spPr>
              <a:xfrm>
                <a:off x="6277998" y="801504"/>
                <a:ext cx="2320010" cy="436979"/>
              </a:xfrm>
              <a:prstGeom prst="rect">
                <a:avLst/>
              </a:prstGeom>
              <a:blipFill>
                <a:blip r:embed="rId5"/>
                <a:stretch>
                  <a:fillRect/>
                </a:stretch>
              </a:blipFill>
            </p:spPr>
            <p:txBody>
              <a:bodyPr/>
              <a:lstStyle/>
              <a:p>
                <a:r>
                  <a:rPr lang="en-GB">
                    <a:noFill/>
                  </a:rPr>
                  <a:t> </a:t>
                </a:r>
              </a:p>
            </p:txBody>
          </p:sp>
        </mc:Fallback>
      </mc:AlternateContent>
      <p:sp>
        <p:nvSpPr>
          <p:cNvPr id="7" name="Content Placeholder 2">
            <a:extLst>
              <a:ext uri="{FF2B5EF4-FFF2-40B4-BE49-F238E27FC236}">
                <a16:creationId xmlns:a16="http://schemas.microsoft.com/office/drawing/2014/main" id="{1BC6523A-139A-59FE-8F61-14DA4EBC2A63}"/>
              </a:ext>
            </a:extLst>
          </p:cNvPr>
          <p:cNvSpPr txBox="1">
            <a:spLocks/>
          </p:cNvSpPr>
          <p:nvPr/>
        </p:nvSpPr>
        <p:spPr>
          <a:xfrm>
            <a:off x="250371" y="1594744"/>
            <a:ext cx="8403772" cy="449035"/>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GB" sz="2000" dirty="0"/>
              <a:t>Use index laws to fill in the gaps of the following calculations:</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AB25354-E769-DF77-2429-337FCBF78A14}"/>
                  </a:ext>
                </a:extLst>
              </p:cNvPr>
              <p:cNvSpPr txBox="1"/>
              <p:nvPr/>
            </p:nvSpPr>
            <p:spPr>
              <a:xfrm>
                <a:off x="534125" y="2354239"/>
                <a:ext cx="196541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5</m:t>
                          </m:r>
                        </m:e>
                        <m:sup>
                          <m:r>
                            <a:rPr lang="en-GB" sz="2400" b="0" i="1" smtClean="0">
                              <a:latin typeface="Cambria Math" panose="02040503050406030204" pitchFamily="18" charset="0"/>
                            </a:rPr>
                            <m:t>3</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5</m:t>
                          </m:r>
                        </m:e>
                        <m:sup>
                          <m:r>
                            <a:rPr lang="en-GB" sz="2400" b="0" i="1" smtClean="0">
                              <a:latin typeface="Cambria Math" panose="02040503050406030204" pitchFamily="18" charset="0"/>
                            </a:rPr>
                            <m:t>6</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5</m:t>
                          </m:r>
                        </m:e>
                        <m:sup>
                          <m:r>
                            <a:rPr lang="en-GB" sz="2400" b="0" i="1" smtClean="0">
                              <a:latin typeface="Cambria Math" panose="02040503050406030204" pitchFamily="18" charset="0"/>
                            </a:rPr>
                            <m:t>9</m:t>
                          </m:r>
                        </m:sup>
                      </m:sSup>
                    </m:oMath>
                  </m:oMathPara>
                </a14:m>
                <a:endParaRPr lang="en-GB" sz="2400" dirty="0"/>
              </a:p>
            </p:txBody>
          </p:sp>
        </mc:Choice>
        <mc:Fallback xmlns="">
          <p:sp>
            <p:nvSpPr>
              <p:cNvPr id="8" name="TextBox 7">
                <a:extLst>
                  <a:ext uri="{FF2B5EF4-FFF2-40B4-BE49-F238E27FC236}">
                    <a16:creationId xmlns:a16="http://schemas.microsoft.com/office/drawing/2014/main" id="{BAB25354-E769-DF77-2429-337FCBF78A14}"/>
                  </a:ext>
                </a:extLst>
              </p:cNvPr>
              <p:cNvSpPr txBox="1">
                <a:spLocks noRot="1" noChangeAspect="1" noMove="1" noResize="1" noEditPoints="1" noAdjustHandles="1" noChangeArrowheads="1" noChangeShapeType="1" noTextEdit="1"/>
              </p:cNvSpPr>
              <p:nvPr/>
            </p:nvSpPr>
            <p:spPr>
              <a:xfrm>
                <a:off x="534125" y="2354239"/>
                <a:ext cx="1965410" cy="461665"/>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B1A4B0C-A65B-6B6A-FB7E-C59CEF2FCD72}"/>
                  </a:ext>
                </a:extLst>
              </p:cNvPr>
              <p:cNvSpPr txBox="1"/>
              <p:nvPr/>
            </p:nvSpPr>
            <p:spPr>
              <a:xfrm>
                <a:off x="526609" y="3330289"/>
                <a:ext cx="200221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𝑎</m:t>
                          </m:r>
                        </m:e>
                        <m:sup>
                          <m:r>
                            <a:rPr lang="en-GB" sz="2400" b="0" i="1" smtClean="0">
                              <a:latin typeface="Cambria Math" panose="02040503050406030204" pitchFamily="18" charset="0"/>
                            </a:rPr>
                            <m:t>7</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𝑎</m:t>
                          </m:r>
                        </m:e>
                        <m:sup>
                          <m:r>
                            <a:rPr lang="en-GB" sz="2400" b="0" i="1" smtClean="0">
                              <a:latin typeface="Cambria Math" panose="02040503050406030204" pitchFamily="18" charset="0"/>
                            </a:rPr>
                            <m:t>3</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𝑎</m:t>
                          </m:r>
                        </m:e>
                        <m:sup>
                          <m:r>
                            <a:rPr lang="en-GB" sz="2400" b="0" i="1" smtClean="0">
                              <a:latin typeface="Cambria Math" panose="02040503050406030204" pitchFamily="18" charset="0"/>
                            </a:rPr>
                            <m:t>4</m:t>
                          </m:r>
                        </m:sup>
                      </m:sSup>
                    </m:oMath>
                  </m:oMathPara>
                </a14:m>
                <a:endParaRPr lang="en-GB" sz="2400" dirty="0"/>
              </a:p>
            </p:txBody>
          </p:sp>
        </mc:Choice>
        <mc:Fallback xmlns="">
          <p:sp>
            <p:nvSpPr>
              <p:cNvPr id="9" name="TextBox 8">
                <a:extLst>
                  <a:ext uri="{FF2B5EF4-FFF2-40B4-BE49-F238E27FC236}">
                    <a16:creationId xmlns:a16="http://schemas.microsoft.com/office/drawing/2014/main" id="{AB1A4B0C-A65B-6B6A-FB7E-C59CEF2FCD72}"/>
                  </a:ext>
                </a:extLst>
              </p:cNvPr>
              <p:cNvSpPr txBox="1">
                <a:spLocks noRot="1" noChangeAspect="1" noMove="1" noResize="1" noEditPoints="1" noAdjustHandles="1" noChangeArrowheads="1" noChangeShapeType="1" noTextEdit="1"/>
              </p:cNvSpPr>
              <p:nvPr/>
            </p:nvSpPr>
            <p:spPr>
              <a:xfrm>
                <a:off x="526609" y="3330289"/>
                <a:ext cx="2002215" cy="461665"/>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554FDB8-B342-3306-6376-FD855340BA81}"/>
                  </a:ext>
                </a:extLst>
              </p:cNvPr>
              <p:cNvSpPr txBox="1"/>
              <p:nvPr/>
            </p:nvSpPr>
            <p:spPr>
              <a:xfrm>
                <a:off x="6459074" y="2330383"/>
                <a:ext cx="2168542" cy="4658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𝑏</m:t>
                          </m:r>
                        </m:e>
                        <m:sup>
                          <m:r>
                            <a:rPr lang="en-GB" sz="2400" b="0" i="1" smtClean="0">
                              <a:latin typeface="Cambria Math" panose="02040503050406030204" pitchFamily="18" charset="0"/>
                            </a:rPr>
                            <m:t>5</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𝑏</m:t>
                          </m:r>
                        </m:e>
                        <m:sup>
                          <m:r>
                            <a:rPr lang="en-GB" sz="2400" b="0" i="1" smtClean="0">
                              <a:latin typeface="Cambria Math" panose="02040503050406030204" pitchFamily="18" charset="0"/>
                            </a:rPr>
                            <m:t>−1</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𝑏</m:t>
                          </m:r>
                        </m:e>
                        <m:sup>
                          <m:r>
                            <a:rPr lang="en-GB" sz="2400" b="0" i="1" smtClean="0">
                              <a:latin typeface="Cambria Math" panose="02040503050406030204" pitchFamily="18" charset="0"/>
                            </a:rPr>
                            <m:t>4</m:t>
                          </m:r>
                        </m:sup>
                      </m:sSup>
                    </m:oMath>
                  </m:oMathPara>
                </a14:m>
                <a:endParaRPr lang="en-GB" sz="2400" dirty="0"/>
              </a:p>
            </p:txBody>
          </p:sp>
        </mc:Choice>
        <mc:Fallback xmlns="">
          <p:sp>
            <p:nvSpPr>
              <p:cNvPr id="10" name="TextBox 9">
                <a:extLst>
                  <a:ext uri="{FF2B5EF4-FFF2-40B4-BE49-F238E27FC236}">
                    <a16:creationId xmlns:a16="http://schemas.microsoft.com/office/drawing/2014/main" id="{4554FDB8-B342-3306-6376-FD855340BA81}"/>
                  </a:ext>
                </a:extLst>
              </p:cNvPr>
              <p:cNvSpPr txBox="1">
                <a:spLocks noRot="1" noChangeAspect="1" noMove="1" noResize="1" noEditPoints="1" noAdjustHandles="1" noChangeArrowheads="1" noChangeShapeType="1" noTextEdit="1"/>
              </p:cNvSpPr>
              <p:nvPr/>
            </p:nvSpPr>
            <p:spPr>
              <a:xfrm>
                <a:off x="6459074" y="2330383"/>
                <a:ext cx="2168542" cy="465833"/>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826440D-113D-4BF7-1D65-7B6589D3418B}"/>
                  </a:ext>
                </a:extLst>
              </p:cNvPr>
              <p:cNvSpPr txBox="1"/>
              <p:nvPr/>
            </p:nvSpPr>
            <p:spPr>
              <a:xfrm>
                <a:off x="3338110" y="2343353"/>
                <a:ext cx="226818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6</m:t>
                          </m:r>
                        </m:e>
                        <m:sup>
                          <m:r>
                            <a:rPr lang="en-GB" sz="2400" b="0" i="1" smtClean="0">
                              <a:latin typeface="Cambria Math" panose="02040503050406030204" pitchFamily="18" charset="0"/>
                            </a:rPr>
                            <m:t>8</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6</m:t>
                          </m:r>
                        </m:e>
                        <m:sup>
                          <m:r>
                            <a:rPr lang="en-GB" sz="2400" b="0" i="1" smtClean="0">
                              <a:latin typeface="Cambria Math" panose="02040503050406030204" pitchFamily="18" charset="0"/>
                            </a:rPr>
                            <m:t>−3</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6</m:t>
                          </m:r>
                        </m:e>
                        <m:sup>
                          <m:r>
                            <a:rPr lang="en-GB" sz="2400" b="0" i="1" smtClean="0">
                              <a:latin typeface="Cambria Math" panose="02040503050406030204" pitchFamily="18" charset="0"/>
                            </a:rPr>
                            <m:t>11</m:t>
                          </m:r>
                        </m:sup>
                      </m:sSup>
                    </m:oMath>
                  </m:oMathPara>
                </a14:m>
                <a:endParaRPr lang="en-GB" sz="2400" dirty="0"/>
              </a:p>
            </p:txBody>
          </p:sp>
        </mc:Choice>
        <mc:Fallback xmlns="">
          <p:sp>
            <p:nvSpPr>
              <p:cNvPr id="11" name="TextBox 10">
                <a:extLst>
                  <a:ext uri="{FF2B5EF4-FFF2-40B4-BE49-F238E27FC236}">
                    <a16:creationId xmlns:a16="http://schemas.microsoft.com/office/drawing/2014/main" id="{0826440D-113D-4BF7-1D65-7B6589D3418B}"/>
                  </a:ext>
                </a:extLst>
              </p:cNvPr>
              <p:cNvSpPr txBox="1">
                <a:spLocks noRot="1" noChangeAspect="1" noMove="1" noResize="1" noEditPoints="1" noAdjustHandles="1" noChangeArrowheads="1" noChangeShapeType="1" noTextEdit="1"/>
              </p:cNvSpPr>
              <p:nvPr/>
            </p:nvSpPr>
            <p:spPr>
              <a:xfrm>
                <a:off x="3338110" y="2343353"/>
                <a:ext cx="2268185" cy="461665"/>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6FD29F-979D-6DC1-5261-5F16AA30A966}"/>
                  </a:ext>
                </a:extLst>
              </p:cNvPr>
              <p:cNvSpPr txBox="1"/>
              <p:nvPr/>
            </p:nvSpPr>
            <p:spPr>
              <a:xfrm>
                <a:off x="534736" y="4493854"/>
                <a:ext cx="176824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𝑐</m:t>
                                  </m:r>
                                </m:e>
                                <m:sup>
                                  <m:r>
                                    <a:rPr lang="en-GB" sz="2400" b="0" i="1" smtClean="0">
                                      <a:latin typeface="Cambria Math" panose="02040503050406030204" pitchFamily="18" charset="0"/>
                                    </a:rPr>
                                    <m:t>3</m:t>
                                  </m:r>
                                </m:sup>
                              </m:sSup>
                            </m:e>
                          </m:d>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𝑐</m:t>
                          </m:r>
                        </m:e>
                        <m:sup>
                          <m:r>
                            <a:rPr lang="en-GB" sz="2400" b="0" i="1" smtClean="0">
                              <a:latin typeface="Cambria Math" panose="02040503050406030204" pitchFamily="18" charset="0"/>
                            </a:rPr>
                            <m:t>6</m:t>
                          </m:r>
                        </m:sup>
                      </m:sSup>
                      <m:r>
                        <a:rPr lang="en-GB" sz="2400" b="0" i="1" smtClean="0">
                          <a:latin typeface="Cambria Math" panose="02040503050406030204" pitchFamily="18" charset="0"/>
                        </a:rPr>
                        <m:t> </m:t>
                      </m:r>
                    </m:oMath>
                  </m:oMathPara>
                </a14:m>
                <a:endParaRPr lang="en-GB" sz="2400" dirty="0"/>
              </a:p>
            </p:txBody>
          </p:sp>
        </mc:Choice>
        <mc:Fallback xmlns="">
          <p:sp>
            <p:nvSpPr>
              <p:cNvPr id="12" name="TextBox 11">
                <a:extLst>
                  <a:ext uri="{FF2B5EF4-FFF2-40B4-BE49-F238E27FC236}">
                    <a16:creationId xmlns:a16="http://schemas.microsoft.com/office/drawing/2014/main" id="{596FD29F-979D-6DC1-5261-5F16AA30A966}"/>
                  </a:ext>
                </a:extLst>
              </p:cNvPr>
              <p:cNvSpPr txBox="1">
                <a:spLocks noRot="1" noChangeAspect="1" noMove="1" noResize="1" noEditPoints="1" noAdjustHandles="1" noChangeArrowheads="1" noChangeShapeType="1" noTextEdit="1"/>
              </p:cNvSpPr>
              <p:nvPr/>
            </p:nvSpPr>
            <p:spPr>
              <a:xfrm>
                <a:off x="534736" y="4493854"/>
                <a:ext cx="1768240" cy="461665"/>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E6DF31F-7142-AC7A-613B-58046ECAB903}"/>
                  </a:ext>
                </a:extLst>
              </p:cNvPr>
              <p:cNvSpPr txBox="1"/>
              <p:nvPr/>
            </p:nvSpPr>
            <p:spPr>
              <a:xfrm>
                <a:off x="3284462" y="4511045"/>
                <a:ext cx="215777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m:t>
                                  </m:r>
                                </m:e>
                                <m:sup>
                                  <m:r>
                                    <a:rPr lang="en-GB" sz="2400" b="0" i="1" smtClean="0">
                                      <a:latin typeface="Cambria Math" panose="02040503050406030204" pitchFamily="18" charset="0"/>
                                    </a:rPr>
                                    <m:t>−7</m:t>
                                  </m:r>
                                </m:sup>
                              </m:sSup>
                            </m:e>
                          </m:d>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m:t>
                          </m:r>
                        </m:e>
                        <m:sup>
                          <m:r>
                            <a:rPr lang="en-GB" sz="2400" b="0" i="1" smtClean="0">
                              <a:latin typeface="Cambria Math" panose="02040503050406030204" pitchFamily="18" charset="0"/>
                            </a:rPr>
                            <m:t>−14</m:t>
                          </m:r>
                        </m:sup>
                      </m:sSup>
                    </m:oMath>
                  </m:oMathPara>
                </a14:m>
                <a:endParaRPr lang="en-GB" sz="2400" dirty="0"/>
              </a:p>
            </p:txBody>
          </p:sp>
        </mc:Choice>
        <mc:Fallback xmlns="">
          <p:sp>
            <p:nvSpPr>
              <p:cNvPr id="13" name="TextBox 12">
                <a:extLst>
                  <a:ext uri="{FF2B5EF4-FFF2-40B4-BE49-F238E27FC236}">
                    <a16:creationId xmlns:a16="http://schemas.microsoft.com/office/drawing/2014/main" id="{7E6DF31F-7142-AC7A-613B-58046ECAB903}"/>
                  </a:ext>
                </a:extLst>
              </p:cNvPr>
              <p:cNvSpPr txBox="1">
                <a:spLocks noRot="1" noChangeAspect="1" noMove="1" noResize="1" noEditPoints="1" noAdjustHandles="1" noChangeArrowheads="1" noChangeShapeType="1" noTextEdit="1"/>
              </p:cNvSpPr>
              <p:nvPr/>
            </p:nvSpPr>
            <p:spPr>
              <a:xfrm>
                <a:off x="3284462" y="4511045"/>
                <a:ext cx="2157770" cy="461665"/>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AD74D96-2F1F-4F1F-3455-CBE4D8DD4C83}"/>
                  </a:ext>
                </a:extLst>
              </p:cNvPr>
              <p:cNvSpPr txBox="1"/>
              <p:nvPr/>
            </p:nvSpPr>
            <p:spPr>
              <a:xfrm>
                <a:off x="3309799" y="5621155"/>
                <a:ext cx="2520755" cy="646331"/>
              </a:xfrm>
              <a:prstGeom prst="rect">
                <a:avLst/>
              </a:prstGeom>
              <a:noFill/>
            </p:spPr>
            <p:txBody>
              <a:bodyPr wrap="none" rtlCol="0">
                <a:spAutoFit/>
              </a:bodyPr>
              <a:lstStyle/>
              <a:p>
                <a:pPr>
                  <a:lnSpc>
                    <a:spcPct val="150000"/>
                  </a:lnSpc>
                </a:pPr>
                <a14:m>
                  <m:oMathPara xmlns:m="http://schemas.openxmlformats.org/officeDocument/2006/math">
                    <m:oMathParaPr>
                      <m:jc m:val="left"/>
                    </m:oMathParaPr>
                    <m:oMath xmlns:m="http://schemas.openxmlformats.org/officeDocument/2006/math">
                      <m:sSup>
                        <m:sSupPr>
                          <m:ctrlPr>
                            <a:rPr lang="en-GB" sz="2400" i="1" smtClean="0">
                              <a:latin typeface="Cambria Math" panose="02040503050406030204" pitchFamily="18" charset="0"/>
                              <a:ea typeface="Cambria Math" panose="02040503050406030204" pitchFamily="18" charset="0"/>
                            </a:rPr>
                          </m:ctrlPr>
                        </m:sSupPr>
                        <m:e>
                          <m:d>
                            <m:dPr>
                              <m:ctrlPr>
                                <a:rPr lang="en-GB" sz="2400" i="1">
                                  <a:latin typeface="Cambria Math" panose="02040503050406030204" pitchFamily="18" charset="0"/>
                                  <a:ea typeface="Cambria Math" panose="02040503050406030204" pitchFamily="18" charset="0"/>
                                </a:rPr>
                              </m:ctrlPr>
                            </m:dPr>
                            <m:e>
                              <m:sSup>
                                <m:sSupPr>
                                  <m:ctrlPr>
                                    <a:rPr lang="en-GB" sz="2400" i="1">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𝑑</m:t>
                                  </m:r>
                                </m:e>
                                <m:sup>
                                  <m:r>
                                    <a:rPr lang="en-GB" sz="2400" i="1">
                                      <a:latin typeface="Cambria Math" panose="02040503050406030204" pitchFamily="18" charset="0"/>
                                      <a:ea typeface="Cambria Math" panose="02040503050406030204" pitchFamily="18" charset="0"/>
                                    </a:rPr>
                                    <m:t>2</m:t>
                                  </m:r>
                                </m:sup>
                              </m:sSup>
                            </m:e>
                          </m:d>
                        </m:e>
                        <m:sup>
                          <m:r>
                            <a:rPr lang="en-GB" sz="2400" i="1">
                              <a:latin typeface="Cambria Math" panose="02040503050406030204" pitchFamily="18" charset="0"/>
                              <a:ea typeface="Cambria Math" panose="02040503050406030204" pitchFamily="18" charset="0"/>
                            </a:rPr>
                            <m:t>4</m:t>
                          </m:r>
                        </m:sup>
                      </m:sSup>
                      <m:r>
                        <a:rPr lang="en-GB" sz="2400" i="1">
                          <a:latin typeface="Cambria Math" panose="02040503050406030204" pitchFamily="18" charset="0"/>
                          <a:ea typeface="Cambria Math" panose="02040503050406030204" pitchFamily="18" charset="0"/>
                        </a:rPr>
                        <m:t>×</m:t>
                      </m:r>
                      <m:sSup>
                        <m:sSupPr>
                          <m:ctrlPr>
                            <a:rPr lang="en-GB" sz="2400" i="1">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𝑑</m:t>
                          </m:r>
                        </m:e>
                        <m:sup>
                          <m:r>
                            <a:rPr lang="en-GB" sz="2400" i="1">
                              <a:latin typeface="Cambria Math" panose="02040503050406030204" pitchFamily="18" charset="0"/>
                              <a:ea typeface="Cambria Math" panose="02040503050406030204" pitchFamily="18" charset="0"/>
                            </a:rPr>
                            <m:t>6</m:t>
                          </m:r>
                        </m:sup>
                      </m:sSup>
                      <m:r>
                        <a:rPr lang="en-GB" sz="2400" b="0" i="1" smtClean="0">
                          <a:latin typeface="Cambria Math" panose="02040503050406030204" pitchFamily="18" charset="0"/>
                          <a:ea typeface="Cambria Math" panose="02040503050406030204" pitchFamily="18" charset="0"/>
                        </a:rPr>
                        <m:t>=</m:t>
                      </m:r>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𝑑</m:t>
                          </m:r>
                        </m:e>
                        <m:sup>
                          <m:r>
                            <a:rPr lang="en-GB" sz="2400" b="0" i="1" smtClean="0">
                              <a:latin typeface="Cambria Math" panose="02040503050406030204" pitchFamily="18" charset="0"/>
                              <a:ea typeface="Cambria Math" panose="02040503050406030204" pitchFamily="18" charset="0"/>
                            </a:rPr>
                            <m:t>14</m:t>
                          </m:r>
                        </m:sup>
                      </m:sSup>
                    </m:oMath>
                  </m:oMathPara>
                </a14:m>
                <a:endParaRPr lang="en-GB" sz="2400" i="1" dirty="0">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EAD74D96-2F1F-4F1F-3455-CBE4D8DD4C83}"/>
                  </a:ext>
                </a:extLst>
              </p:cNvPr>
              <p:cNvSpPr txBox="1">
                <a:spLocks noRot="1" noChangeAspect="1" noMove="1" noResize="1" noEditPoints="1" noAdjustHandles="1" noChangeArrowheads="1" noChangeShapeType="1" noTextEdit="1"/>
              </p:cNvSpPr>
              <p:nvPr/>
            </p:nvSpPr>
            <p:spPr>
              <a:xfrm>
                <a:off x="3309799" y="5621155"/>
                <a:ext cx="2520755" cy="646331"/>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9737CD3-D870-981D-290E-206EB8B73E6D}"/>
                  </a:ext>
                </a:extLst>
              </p:cNvPr>
              <p:cNvSpPr txBox="1"/>
              <p:nvPr/>
            </p:nvSpPr>
            <p:spPr>
              <a:xfrm>
                <a:off x="6519512" y="5584171"/>
                <a:ext cx="2362890" cy="8611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400" i="1" smtClean="0">
                              <a:latin typeface="Cambria Math" panose="02040503050406030204" pitchFamily="18" charset="0"/>
                              <a:ea typeface="Cambria Math" panose="02040503050406030204" pitchFamily="18" charset="0"/>
                            </a:rPr>
                          </m:ctrlPr>
                        </m:fPr>
                        <m:num>
                          <m:sSup>
                            <m:sSupPr>
                              <m:ctrlPr>
                                <a:rPr lang="en-GB" sz="2400" i="1">
                                  <a:latin typeface="Cambria Math" panose="02040503050406030204" pitchFamily="18" charset="0"/>
                                  <a:ea typeface="Cambria Math" panose="02040503050406030204" pitchFamily="18" charset="0"/>
                                </a:rPr>
                              </m:ctrlPr>
                            </m:sSupPr>
                            <m:e>
                              <m:d>
                                <m:dPr>
                                  <m:ctrlPr>
                                    <a:rPr lang="en-GB" sz="2400" i="1">
                                      <a:latin typeface="Cambria Math" panose="02040503050406030204" pitchFamily="18" charset="0"/>
                                      <a:ea typeface="Cambria Math" panose="02040503050406030204" pitchFamily="18" charset="0"/>
                                    </a:rPr>
                                  </m:ctrlPr>
                                </m:dPr>
                                <m:e>
                                  <m:sSup>
                                    <m:sSupPr>
                                      <m:ctrlPr>
                                        <a:rPr lang="en-GB" sz="2400" i="1">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9</m:t>
                                      </m:r>
                                    </m:e>
                                    <m:sup>
                                      <m:r>
                                        <a:rPr lang="en-GB" sz="2400" i="1">
                                          <a:latin typeface="Cambria Math" panose="02040503050406030204" pitchFamily="18" charset="0"/>
                                          <a:ea typeface="Cambria Math" panose="02040503050406030204" pitchFamily="18" charset="0"/>
                                        </a:rPr>
                                        <m:t>5</m:t>
                                      </m:r>
                                    </m:sup>
                                  </m:sSup>
                                  <m:r>
                                    <a:rPr lang="en-GB" sz="2400" i="1">
                                      <a:latin typeface="Cambria Math" panose="02040503050406030204" pitchFamily="18" charset="0"/>
                                      <a:ea typeface="Cambria Math" panose="02040503050406030204" pitchFamily="18" charset="0"/>
                                    </a:rPr>
                                    <m:t>×</m:t>
                                  </m:r>
                                  <m:sSup>
                                    <m:sSupPr>
                                      <m:ctrlPr>
                                        <a:rPr lang="en-GB" sz="2400" i="1">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9</m:t>
                                      </m:r>
                                    </m:e>
                                    <m:sup>
                                      <m:r>
                                        <a:rPr lang="en-GB" sz="2400" i="1">
                                          <a:latin typeface="Cambria Math" panose="02040503050406030204" pitchFamily="18" charset="0"/>
                                          <a:ea typeface="Cambria Math" panose="02040503050406030204" pitchFamily="18" charset="0"/>
                                        </a:rPr>
                                        <m:t>4</m:t>
                                      </m:r>
                                    </m:sup>
                                  </m:sSup>
                                </m:e>
                              </m:d>
                            </m:e>
                            <m:sup>
                              <m:r>
                                <a:rPr lang="en-GB" sz="2400" i="1">
                                  <a:latin typeface="Cambria Math" panose="02040503050406030204" pitchFamily="18" charset="0"/>
                                  <a:ea typeface="Cambria Math" panose="02040503050406030204" pitchFamily="18" charset="0"/>
                                </a:rPr>
                                <m:t>4</m:t>
                              </m:r>
                            </m:sup>
                          </m:sSup>
                        </m:num>
                        <m:den>
                          <m:sSup>
                            <m:sSupPr>
                              <m:ctrlPr>
                                <a:rPr lang="en-GB" sz="240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9</m:t>
                              </m:r>
                            </m:e>
                            <m:sup>
                              <m:r>
                                <a:rPr lang="en-US" sz="2400" b="0" i="1" smtClean="0">
                                  <a:latin typeface="Cambria Math" panose="02040503050406030204" pitchFamily="18" charset="0"/>
                                  <a:ea typeface="Cambria Math" panose="02040503050406030204" pitchFamily="18" charset="0"/>
                                </a:rPr>
                                <m:t>5</m:t>
                              </m:r>
                            </m:sup>
                          </m:sSup>
                        </m:den>
                      </m:f>
                      <m:r>
                        <a:rPr lang="en-GB" sz="2400" b="0" i="1" smtClean="0">
                          <a:latin typeface="Cambria Math" panose="02040503050406030204" pitchFamily="18" charset="0"/>
                          <a:ea typeface="Cambria Math" panose="02040503050406030204" pitchFamily="18" charset="0"/>
                        </a:rPr>
                        <m:t>=</m:t>
                      </m:r>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9</m:t>
                          </m:r>
                        </m:e>
                        <m:sup>
                          <m:r>
                            <a:rPr lang="en-GB" sz="2400" b="0" i="1" smtClean="0">
                              <a:latin typeface="Cambria Math" panose="02040503050406030204" pitchFamily="18" charset="0"/>
                              <a:ea typeface="Cambria Math" panose="02040503050406030204" pitchFamily="18" charset="0"/>
                            </a:rPr>
                            <m:t>31</m:t>
                          </m:r>
                        </m:sup>
                      </m:sSup>
                    </m:oMath>
                  </m:oMathPara>
                </a14:m>
                <a:endParaRPr lang="en-GB" sz="2400" dirty="0"/>
              </a:p>
            </p:txBody>
          </p:sp>
        </mc:Choice>
        <mc:Fallback xmlns="">
          <p:sp>
            <p:nvSpPr>
              <p:cNvPr id="15" name="TextBox 14">
                <a:extLst>
                  <a:ext uri="{FF2B5EF4-FFF2-40B4-BE49-F238E27FC236}">
                    <a16:creationId xmlns:a16="http://schemas.microsoft.com/office/drawing/2014/main" id="{99737CD3-D870-981D-290E-206EB8B73E6D}"/>
                  </a:ext>
                </a:extLst>
              </p:cNvPr>
              <p:cNvSpPr txBox="1">
                <a:spLocks noRot="1" noChangeAspect="1" noMove="1" noResize="1" noEditPoints="1" noAdjustHandles="1" noChangeArrowheads="1" noChangeShapeType="1" noTextEdit="1"/>
              </p:cNvSpPr>
              <p:nvPr/>
            </p:nvSpPr>
            <p:spPr>
              <a:xfrm>
                <a:off x="6519512" y="5584171"/>
                <a:ext cx="2362890" cy="861133"/>
              </a:xfrm>
              <a:prstGeom prst="rect">
                <a:avLst/>
              </a:prstGeom>
              <a:blipFill>
                <a:blip r:embed="rId13"/>
                <a:stretch>
                  <a:fillRect b="-28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21BAF0E-F86B-B397-76CC-94DB06CB5050}"/>
                  </a:ext>
                </a:extLst>
              </p:cNvPr>
              <p:cNvSpPr txBox="1"/>
              <p:nvPr/>
            </p:nvSpPr>
            <p:spPr>
              <a:xfrm>
                <a:off x="2988355" y="3178050"/>
                <a:ext cx="2575808" cy="7180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solidFill>
                                <a:prstClr val="black"/>
                              </a:solidFill>
                              <a:latin typeface="Cambria Math" panose="02040503050406030204" pitchFamily="18" charset="0"/>
                            </a:rPr>
                          </m:ctrlPr>
                        </m:sSupPr>
                        <m:e>
                          <m:d>
                            <m:dPr>
                              <m:ctrlPr>
                                <a:rPr lang="en-GB" sz="2400" b="0" i="1" smtClean="0">
                                  <a:solidFill>
                                    <a:prstClr val="black"/>
                                  </a:solidFill>
                                  <a:latin typeface="Cambria Math" panose="02040503050406030204" pitchFamily="18" charset="0"/>
                                </a:rPr>
                              </m:ctrlPr>
                            </m:dPr>
                            <m:e>
                              <m:sSup>
                                <m:sSupPr>
                                  <m:ctrlPr>
                                    <a:rPr lang="en-GB" sz="2400" b="0" i="1" smtClean="0">
                                      <a:solidFill>
                                        <a:prstClr val="black"/>
                                      </a:solidFill>
                                      <a:latin typeface="Cambria Math" panose="02040503050406030204" pitchFamily="18" charset="0"/>
                                    </a:rPr>
                                  </m:ctrlPr>
                                </m:sSupPr>
                                <m:e>
                                  <m:r>
                                    <a:rPr lang="en-GB" sz="2400" b="0" i="1" smtClean="0">
                                      <a:solidFill>
                                        <a:prstClr val="black"/>
                                      </a:solidFill>
                                      <a:latin typeface="Cambria Math" panose="02040503050406030204" pitchFamily="18" charset="0"/>
                                    </a:rPr>
                                    <m:t>𝑓</m:t>
                                  </m:r>
                                </m:e>
                                <m:sup>
                                  <m:f>
                                    <m:fPr>
                                      <m:ctrlPr>
                                        <a:rPr lang="en-GB" sz="2400" b="0" i="1" smtClean="0">
                                          <a:solidFill>
                                            <a:prstClr val="black"/>
                                          </a:solidFill>
                                          <a:latin typeface="Cambria Math" panose="02040503050406030204" pitchFamily="18" charset="0"/>
                                        </a:rPr>
                                      </m:ctrlPr>
                                    </m:fPr>
                                    <m:num>
                                      <m:r>
                                        <a:rPr lang="en-GB" sz="2400" b="0" i="1" smtClean="0">
                                          <a:solidFill>
                                            <a:prstClr val="black"/>
                                          </a:solidFill>
                                          <a:latin typeface="Cambria Math" panose="02040503050406030204" pitchFamily="18" charset="0"/>
                                        </a:rPr>
                                        <m:t>3</m:t>
                                      </m:r>
                                    </m:num>
                                    <m:den>
                                      <m:r>
                                        <a:rPr lang="en-GB" sz="2400" b="0" i="1" smtClean="0">
                                          <a:solidFill>
                                            <a:prstClr val="black"/>
                                          </a:solidFill>
                                          <a:latin typeface="Cambria Math" panose="02040503050406030204" pitchFamily="18" charset="0"/>
                                        </a:rPr>
                                        <m:t>5</m:t>
                                      </m:r>
                                    </m:den>
                                  </m:f>
                                </m:sup>
                              </m:sSup>
                            </m:e>
                          </m:d>
                        </m:e>
                        <m:sup>
                          <m:r>
                            <a:rPr lang="en-GB" sz="2400" b="0" i="1" smtClean="0">
                              <a:solidFill>
                                <a:prstClr val="black"/>
                              </a:solidFill>
                              <a:latin typeface="Cambria Math" panose="02040503050406030204" pitchFamily="18" charset="0"/>
                            </a:rPr>
                            <m:t>10</m:t>
                          </m:r>
                        </m:sup>
                      </m:sSup>
                      <m:r>
                        <a:rPr lang="en-GB" sz="2400" b="0" i="0" smtClean="0">
                          <a:solidFill>
                            <a:prstClr val="black"/>
                          </a:solidFill>
                          <a:latin typeface="Cambria Math" panose="02040503050406030204" pitchFamily="18" charset="0"/>
                        </a:rPr>
                        <m:t>=</m:t>
                      </m:r>
                      <m:sSup>
                        <m:sSupPr>
                          <m:ctrlPr>
                            <a:rPr lang="en-GB" sz="2400" b="0" i="1" smtClean="0">
                              <a:solidFill>
                                <a:prstClr val="black"/>
                              </a:solidFill>
                              <a:latin typeface="Cambria Math" panose="02040503050406030204" pitchFamily="18" charset="0"/>
                            </a:rPr>
                          </m:ctrlPr>
                        </m:sSupPr>
                        <m:e>
                          <m:r>
                            <a:rPr lang="en-GB" sz="2400" b="0" i="1" smtClean="0">
                              <a:solidFill>
                                <a:prstClr val="black"/>
                              </a:solidFill>
                              <a:latin typeface="Cambria Math" panose="02040503050406030204" pitchFamily="18" charset="0"/>
                            </a:rPr>
                            <m:t>𝑓</m:t>
                          </m:r>
                        </m:e>
                        <m:sup>
                          <m:r>
                            <a:rPr lang="en-GB" sz="2400" b="0" i="1" smtClean="0">
                              <a:solidFill>
                                <a:prstClr val="black"/>
                              </a:solidFill>
                              <a:latin typeface="Cambria Math" panose="02040503050406030204" pitchFamily="18" charset="0"/>
                            </a:rPr>
                            <m:t>6</m:t>
                          </m:r>
                        </m:sup>
                      </m:sSup>
                    </m:oMath>
                  </m:oMathPara>
                </a14:m>
                <a:endParaRPr lang="en-GB" sz="2400" dirty="0"/>
              </a:p>
            </p:txBody>
          </p:sp>
        </mc:Choice>
        <mc:Fallback xmlns="">
          <p:sp>
            <p:nvSpPr>
              <p:cNvPr id="17" name="TextBox 16">
                <a:extLst>
                  <a:ext uri="{FF2B5EF4-FFF2-40B4-BE49-F238E27FC236}">
                    <a16:creationId xmlns:a16="http://schemas.microsoft.com/office/drawing/2014/main" id="{B21BAF0E-F86B-B397-76CC-94DB06CB5050}"/>
                  </a:ext>
                </a:extLst>
              </p:cNvPr>
              <p:cNvSpPr txBox="1">
                <a:spLocks noRot="1" noChangeAspect="1" noMove="1" noResize="1" noEditPoints="1" noAdjustHandles="1" noChangeArrowheads="1" noChangeShapeType="1" noTextEdit="1"/>
              </p:cNvSpPr>
              <p:nvPr/>
            </p:nvSpPr>
            <p:spPr>
              <a:xfrm>
                <a:off x="2988355" y="3178050"/>
                <a:ext cx="2575808" cy="718017"/>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492FF0C-3425-2BB5-9A19-0EB6EDC02252}"/>
                  </a:ext>
                </a:extLst>
              </p:cNvPr>
              <p:cNvSpPr txBox="1"/>
              <p:nvPr/>
            </p:nvSpPr>
            <p:spPr>
              <a:xfrm>
                <a:off x="6375734" y="4344957"/>
                <a:ext cx="2910566" cy="90351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2400" b="0" i="1" smtClean="0">
                              <a:latin typeface="Cambria Math" panose="02040503050406030204" pitchFamily="18" charset="0"/>
                              <a:ea typeface="Cambria Math" panose="02040503050406030204" pitchFamily="18" charset="0"/>
                            </a:rPr>
                          </m:ctrlPr>
                        </m:fPr>
                        <m:num>
                          <m:sSup>
                            <m:sSupPr>
                              <m:ctrlPr>
                                <a:rPr lang="en-GB" sz="2400" b="0" i="1" smtClean="0">
                                  <a:latin typeface="Cambria Math" panose="02040503050406030204" pitchFamily="18" charset="0"/>
                                  <a:ea typeface="Cambria Math" panose="02040503050406030204" pitchFamily="18" charset="0"/>
                                </a:rPr>
                              </m:ctrlPr>
                            </m:sSupPr>
                            <m:e>
                              <m:d>
                                <m:dPr>
                                  <m:ctrlPr>
                                    <a:rPr lang="en-GB" sz="2400" b="0" i="1" smtClean="0">
                                      <a:latin typeface="Cambria Math" panose="02040503050406030204" pitchFamily="18" charset="0"/>
                                      <a:ea typeface="Cambria Math" panose="02040503050406030204" pitchFamily="18" charset="0"/>
                                    </a:rPr>
                                  </m:ctrlPr>
                                </m:dPr>
                                <m:e>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𝑔</m:t>
                                      </m:r>
                                    </m:e>
                                    <m:sup>
                                      <m:r>
                                        <a:rPr lang="en-GB" sz="2400" b="0" i="1" smtClean="0">
                                          <a:latin typeface="Cambria Math" panose="02040503050406030204" pitchFamily="18" charset="0"/>
                                          <a:ea typeface="Cambria Math" panose="02040503050406030204" pitchFamily="18" charset="0"/>
                                        </a:rPr>
                                        <m:t>5</m:t>
                                      </m:r>
                                    </m:sup>
                                  </m:sSup>
                                </m:e>
                              </m:d>
                            </m:e>
                            <m:sup>
                              <m:r>
                                <a:rPr lang="en-GB" sz="2400" b="0" i="1" smtClean="0">
                                  <a:latin typeface="Cambria Math" panose="02040503050406030204" pitchFamily="18" charset="0"/>
                                  <a:ea typeface="Cambria Math" panose="02040503050406030204" pitchFamily="18" charset="0"/>
                                </a:rPr>
                                <m:t>3</m:t>
                              </m:r>
                            </m:sup>
                          </m:sSup>
                          <m:r>
                            <a:rPr lang="en-GB" sz="2400" b="0" i="1" smtClean="0">
                              <a:latin typeface="Cambria Math" panose="02040503050406030204" pitchFamily="18" charset="0"/>
                              <a:ea typeface="Cambria Math" panose="02040503050406030204" pitchFamily="18" charset="0"/>
                            </a:rPr>
                            <m:t> ×</m:t>
                          </m:r>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𝑔</m:t>
                              </m:r>
                            </m:e>
                            <m:sup>
                              <m:r>
                                <a:rPr lang="en-GB" sz="2400" b="0" i="1" smtClean="0">
                                  <a:latin typeface="Cambria Math" panose="02040503050406030204" pitchFamily="18" charset="0"/>
                                  <a:ea typeface="Cambria Math" panose="02040503050406030204" pitchFamily="18" charset="0"/>
                                </a:rPr>
                                <m:t>4</m:t>
                              </m:r>
                            </m:sup>
                          </m:sSup>
                        </m:num>
                        <m:den>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𝑔</m:t>
                              </m:r>
                            </m:e>
                            <m:sup>
                              <m:r>
                                <a:rPr lang="en-GB" sz="2400" b="0" i="1" smtClean="0">
                                  <a:latin typeface="Cambria Math" panose="02040503050406030204" pitchFamily="18" charset="0"/>
                                  <a:ea typeface="Cambria Math" panose="02040503050406030204" pitchFamily="18" charset="0"/>
                                </a:rPr>
                                <m:t>−2</m:t>
                              </m:r>
                            </m:sup>
                          </m:sSup>
                        </m:den>
                      </m:f>
                      <m:r>
                        <a:rPr lang="en-GB" sz="2400" b="0" i="1" smtClean="0">
                          <a:latin typeface="Cambria Math" panose="02040503050406030204" pitchFamily="18" charset="0"/>
                          <a:ea typeface="Cambria Math" panose="02040503050406030204" pitchFamily="18" charset="0"/>
                        </a:rPr>
                        <m:t>=</m:t>
                      </m:r>
                      <m:sSup>
                        <m:sSupPr>
                          <m:ctrlPr>
                            <a:rPr lang="en-GB" sz="2400" b="0" i="1" smtClean="0">
                              <a:latin typeface="Cambria Math" panose="02040503050406030204" pitchFamily="18" charset="0"/>
                              <a:ea typeface="Cambria Math" panose="02040503050406030204" pitchFamily="18" charset="0"/>
                            </a:rPr>
                          </m:ctrlPr>
                        </m:sSupPr>
                        <m:e>
                          <m:r>
                            <a:rPr lang="en-GB" sz="2400" b="0" i="1" smtClean="0">
                              <a:latin typeface="Cambria Math" panose="02040503050406030204" pitchFamily="18" charset="0"/>
                              <a:ea typeface="Cambria Math" panose="02040503050406030204" pitchFamily="18" charset="0"/>
                            </a:rPr>
                            <m:t>𝑔</m:t>
                          </m:r>
                        </m:e>
                        <m:sup>
                          <m:r>
                            <a:rPr lang="en-GB" sz="2400" b="0" i="1" smtClean="0">
                              <a:latin typeface="Cambria Math" panose="02040503050406030204" pitchFamily="18" charset="0"/>
                              <a:ea typeface="Cambria Math" panose="02040503050406030204" pitchFamily="18" charset="0"/>
                            </a:rPr>
                            <m:t>21</m:t>
                          </m:r>
                        </m:sup>
                      </m:sSup>
                    </m:oMath>
                  </m:oMathPara>
                </a14:m>
                <a:endParaRPr lang="en-GB" sz="2400" dirty="0"/>
              </a:p>
            </p:txBody>
          </p:sp>
        </mc:Choice>
        <mc:Fallback xmlns="">
          <p:sp>
            <p:nvSpPr>
              <p:cNvPr id="19" name="TextBox 18">
                <a:extLst>
                  <a:ext uri="{FF2B5EF4-FFF2-40B4-BE49-F238E27FC236}">
                    <a16:creationId xmlns:a16="http://schemas.microsoft.com/office/drawing/2014/main" id="{A492FF0C-3425-2BB5-9A19-0EB6EDC02252}"/>
                  </a:ext>
                </a:extLst>
              </p:cNvPr>
              <p:cNvSpPr txBox="1">
                <a:spLocks noRot="1" noChangeAspect="1" noMove="1" noResize="1" noEditPoints="1" noAdjustHandles="1" noChangeArrowheads="1" noChangeShapeType="1" noTextEdit="1"/>
              </p:cNvSpPr>
              <p:nvPr/>
            </p:nvSpPr>
            <p:spPr>
              <a:xfrm>
                <a:off x="6375734" y="4344957"/>
                <a:ext cx="2910566" cy="903517"/>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61D7DC4-35CD-4BC1-7B20-F1D29C7B3C75}"/>
                  </a:ext>
                </a:extLst>
              </p:cNvPr>
              <p:cNvSpPr txBox="1"/>
              <p:nvPr/>
            </p:nvSpPr>
            <p:spPr>
              <a:xfrm>
                <a:off x="272866" y="5538489"/>
                <a:ext cx="1965411" cy="8334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400" b="0" i="1" dirty="0" smtClean="0">
                          <a:solidFill>
                            <a:schemeClr val="tx1"/>
                          </a:solidFill>
                          <a:latin typeface="Cambria Math" panose="02040503050406030204" pitchFamily="18" charset="0"/>
                        </a:rPr>
                        <m:t> </m:t>
                      </m:r>
                      <m:f>
                        <m:fPr>
                          <m:ctrlPr>
                            <a:rPr lang="en-GB" sz="2400" b="0" i="1" dirty="0" smtClean="0">
                              <a:solidFill>
                                <a:schemeClr val="tx1"/>
                              </a:solidFill>
                              <a:latin typeface="Cambria Math" panose="02040503050406030204" pitchFamily="18" charset="0"/>
                            </a:rPr>
                          </m:ctrlPr>
                        </m:fPr>
                        <m:num>
                          <m:sSup>
                            <m:sSupPr>
                              <m:ctrlPr>
                                <a:rPr lang="en-GB" sz="2400" b="0" i="1" dirty="0" smtClean="0">
                                  <a:solidFill>
                                    <a:schemeClr val="tx1"/>
                                  </a:solidFill>
                                  <a:latin typeface="Cambria Math" panose="02040503050406030204" pitchFamily="18" charset="0"/>
                                </a:rPr>
                              </m:ctrlPr>
                            </m:sSupPr>
                            <m:e>
                              <m:r>
                                <a:rPr lang="en-GB" sz="2400" b="0" i="1" dirty="0" smtClean="0">
                                  <a:solidFill>
                                    <a:schemeClr val="tx1"/>
                                  </a:solidFill>
                                  <a:latin typeface="Cambria Math" panose="02040503050406030204" pitchFamily="18" charset="0"/>
                                </a:rPr>
                                <m:t>2</m:t>
                              </m:r>
                            </m:e>
                            <m:sup>
                              <m:r>
                                <a:rPr lang="en-GB" sz="2400" b="0" i="1" dirty="0" smtClean="0">
                                  <a:solidFill>
                                    <a:schemeClr val="tx1"/>
                                  </a:solidFill>
                                  <a:latin typeface="Cambria Math" panose="02040503050406030204" pitchFamily="18" charset="0"/>
                                </a:rPr>
                                <m:t>16</m:t>
                              </m:r>
                            </m:sup>
                          </m:sSup>
                        </m:num>
                        <m:den>
                          <m:sSup>
                            <m:sSupPr>
                              <m:ctrlPr>
                                <a:rPr lang="en-GB" sz="2400" b="0" i="1" dirty="0" smtClean="0">
                                  <a:solidFill>
                                    <a:schemeClr val="tx1"/>
                                  </a:solidFill>
                                  <a:latin typeface="Cambria Math" panose="02040503050406030204" pitchFamily="18" charset="0"/>
                                  <a:ea typeface="Cambria Math" panose="02040503050406030204" pitchFamily="18" charset="0"/>
                                </a:rPr>
                              </m:ctrlPr>
                            </m:sSupPr>
                            <m:e>
                              <m:r>
                                <a:rPr lang="en-GB" sz="2400" b="0" i="1" dirty="0" smtClean="0">
                                  <a:solidFill>
                                    <a:schemeClr val="tx1"/>
                                  </a:solidFill>
                                  <a:latin typeface="Cambria Math" panose="02040503050406030204" pitchFamily="18" charset="0"/>
                                  <a:ea typeface="Cambria Math" panose="02040503050406030204" pitchFamily="18" charset="0"/>
                                </a:rPr>
                                <m:t>2</m:t>
                              </m:r>
                            </m:e>
                            <m:sup>
                              <m:r>
                                <a:rPr lang="en-GB" sz="2400" b="0" i="1" dirty="0" smtClean="0">
                                  <a:solidFill>
                                    <a:schemeClr val="tx1"/>
                                  </a:solidFill>
                                  <a:latin typeface="Cambria Math" panose="02040503050406030204" pitchFamily="18" charset="0"/>
                                  <a:ea typeface="Cambria Math" panose="02040503050406030204" pitchFamily="18" charset="0"/>
                                </a:rPr>
                                <m:t>8</m:t>
                              </m:r>
                            </m:sup>
                          </m:sSup>
                        </m:den>
                      </m:f>
                      <m:r>
                        <a:rPr lang="en-GB" sz="2400" b="0" i="1" dirty="0" smtClean="0">
                          <a:solidFill>
                            <a:schemeClr val="tx1"/>
                          </a:solidFill>
                          <a:latin typeface="Cambria Math" panose="02040503050406030204" pitchFamily="18" charset="0"/>
                          <a:ea typeface="Cambria Math" panose="02040503050406030204" pitchFamily="18" charset="0"/>
                        </a:rPr>
                        <m:t>=</m:t>
                      </m:r>
                      <m:sSup>
                        <m:sSupPr>
                          <m:ctrlPr>
                            <a:rPr lang="en-GB" sz="2400" b="0" i="1" dirty="0" smtClean="0">
                              <a:solidFill>
                                <a:schemeClr val="tx1"/>
                              </a:solidFill>
                              <a:latin typeface="Cambria Math" panose="02040503050406030204" pitchFamily="18" charset="0"/>
                              <a:ea typeface="Cambria Math" panose="02040503050406030204" pitchFamily="18" charset="0"/>
                            </a:rPr>
                          </m:ctrlPr>
                        </m:sSupPr>
                        <m:e>
                          <m:r>
                            <a:rPr lang="en-GB" sz="2400" b="0" i="1" dirty="0" smtClean="0">
                              <a:solidFill>
                                <a:schemeClr val="tx1"/>
                              </a:solidFill>
                              <a:latin typeface="Cambria Math" panose="02040503050406030204" pitchFamily="18" charset="0"/>
                              <a:ea typeface="Cambria Math" panose="02040503050406030204" pitchFamily="18" charset="0"/>
                            </a:rPr>
                            <m:t>2</m:t>
                          </m:r>
                        </m:e>
                        <m:sup>
                          <m:r>
                            <a:rPr lang="en-GB" sz="2400" b="0" i="1" dirty="0" smtClean="0">
                              <a:solidFill>
                                <a:schemeClr val="tx1"/>
                              </a:solidFill>
                              <a:latin typeface="Cambria Math" panose="02040503050406030204" pitchFamily="18" charset="0"/>
                              <a:ea typeface="Cambria Math" panose="02040503050406030204" pitchFamily="18" charset="0"/>
                            </a:rPr>
                            <m:t>8</m:t>
                          </m:r>
                        </m:sup>
                      </m:sSup>
                    </m:oMath>
                  </m:oMathPara>
                </a14:m>
                <a:endParaRPr lang="en-GB" sz="2400" dirty="0"/>
              </a:p>
            </p:txBody>
          </p:sp>
        </mc:Choice>
        <mc:Fallback xmlns="">
          <p:sp>
            <p:nvSpPr>
              <p:cNvPr id="21" name="TextBox 20">
                <a:extLst>
                  <a:ext uri="{FF2B5EF4-FFF2-40B4-BE49-F238E27FC236}">
                    <a16:creationId xmlns:a16="http://schemas.microsoft.com/office/drawing/2014/main" id="{361D7DC4-35CD-4BC1-7B20-F1D29C7B3C75}"/>
                  </a:ext>
                </a:extLst>
              </p:cNvPr>
              <p:cNvSpPr txBox="1">
                <a:spLocks noRot="1" noChangeAspect="1" noMove="1" noResize="1" noEditPoints="1" noAdjustHandles="1" noChangeArrowheads="1" noChangeShapeType="1" noTextEdit="1"/>
              </p:cNvSpPr>
              <p:nvPr/>
            </p:nvSpPr>
            <p:spPr>
              <a:xfrm>
                <a:off x="272866" y="5538489"/>
                <a:ext cx="1965411" cy="833433"/>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F41C108-C448-2CFA-8580-C94C4BD3A328}"/>
                  </a:ext>
                </a:extLst>
              </p:cNvPr>
              <p:cNvSpPr txBox="1"/>
              <p:nvPr/>
            </p:nvSpPr>
            <p:spPr>
              <a:xfrm>
                <a:off x="6354779" y="3076050"/>
                <a:ext cx="2726448" cy="9018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GB" sz="2400" b="0" i="1" smtClean="0">
                              <a:solidFill>
                                <a:prstClr val="black"/>
                              </a:solidFill>
                              <a:latin typeface="Cambria Math" panose="02040503050406030204" pitchFamily="18" charset="0"/>
                              <a:ea typeface="Cambria Math" panose="02040503050406030204" pitchFamily="18" charset="0"/>
                            </a:rPr>
                          </m:ctrlPr>
                        </m:fPr>
                        <m:num>
                          <m:sSup>
                            <m:sSupPr>
                              <m:ctrlPr>
                                <a:rPr lang="en-GB" sz="2400" b="0" i="1" smtClean="0">
                                  <a:solidFill>
                                    <a:prstClr val="black"/>
                                  </a:solidFill>
                                  <a:latin typeface="Cambria Math" panose="02040503050406030204" pitchFamily="18" charset="0"/>
                                </a:rPr>
                              </m:ctrlPr>
                            </m:sSupPr>
                            <m:e>
                              <m:r>
                                <a:rPr lang="en-GB" sz="2400" b="0" i="1" smtClean="0">
                                  <a:solidFill>
                                    <a:prstClr val="black"/>
                                  </a:solidFill>
                                  <a:latin typeface="Cambria Math" panose="02040503050406030204" pitchFamily="18" charset="0"/>
                                </a:rPr>
                                <m:t>𝑦</m:t>
                              </m:r>
                            </m:e>
                            <m:sup>
                              <m:r>
                                <a:rPr lang="en-GB" sz="2400" b="0" i="1" smtClean="0">
                                  <a:solidFill>
                                    <a:prstClr val="black"/>
                                  </a:solidFill>
                                  <a:latin typeface="Cambria Math" panose="02040503050406030204" pitchFamily="18" charset="0"/>
                                </a:rPr>
                                <m:t>5</m:t>
                              </m:r>
                            </m:sup>
                          </m:sSup>
                          <m:r>
                            <a:rPr lang="en-GB" sz="2400" b="0" i="1" smtClean="0">
                              <a:solidFill>
                                <a:prstClr val="black"/>
                              </a:solidFill>
                              <a:latin typeface="Cambria Math" panose="02040503050406030204" pitchFamily="18" charset="0"/>
                              <a:ea typeface="Cambria Math" panose="02040503050406030204" pitchFamily="18" charset="0"/>
                            </a:rPr>
                            <m:t>×</m:t>
                          </m:r>
                          <m:sSup>
                            <m:sSupPr>
                              <m:ctrlPr>
                                <a:rPr lang="en-GB" sz="2400" b="0" i="1" smtClean="0">
                                  <a:solidFill>
                                    <a:prstClr val="black"/>
                                  </a:solidFill>
                                  <a:latin typeface="Cambria Math" panose="02040503050406030204" pitchFamily="18" charset="0"/>
                                  <a:ea typeface="Cambria Math" panose="020405030504060302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rPr>
                                <m:t>𝑦</m:t>
                              </m:r>
                            </m:e>
                            <m:sup>
                              <m:r>
                                <a:rPr lang="en-GB" sz="2400" b="0" i="1" smtClean="0">
                                  <a:solidFill>
                                    <a:prstClr val="black"/>
                                  </a:solidFill>
                                  <a:latin typeface="Cambria Math" panose="02040503050406030204" pitchFamily="18" charset="0"/>
                                  <a:ea typeface="Cambria Math" panose="02040503050406030204" pitchFamily="18" charset="0"/>
                                </a:rPr>
                                <m:t>14</m:t>
                              </m:r>
                            </m:sup>
                          </m:sSup>
                        </m:num>
                        <m:den>
                          <m:sSup>
                            <m:sSupPr>
                              <m:ctrlPr>
                                <a:rPr lang="en-GB" sz="2400" b="0" i="1" smtClean="0">
                                  <a:solidFill>
                                    <a:prstClr val="black"/>
                                  </a:solidFill>
                                  <a:latin typeface="Cambria Math" panose="02040503050406030204" pitchFamily="18" charset="0"/>
                                  <a:ea typeface="Cambria Math" panose="020405030504060302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rPr>
                                <m:t>𝑦</m:t>
                              </m:r>
                            </m:e>
                            <m:sup>
                              <m:r>
                                <a:rPr lang="en-GB" sz="2400" b="0" i="1" smtClean="0">
                                  <a:solidFill>
                                    <a:prstClr val="black"/>
                                  </a:solidFill>
                                  <a:latin typeface="Cambria Math" panose="02040503050406030204" pitchFamily="18" charset="0"/>
                                  <a:ea typeface="Cambria Math" panose="02040503050406030204" pitchFamily="18" charset="0"/>
                                </a:rPr>
                                <m:t>6</m:t>
                              </m:r>
                            </m:sup>
                          </m:sSup>
                        </m:den>
                      </m:f>
                      <m:r>
                        <a:rPr lang="en-GB" sz="2400" b="0" i="1" smtClean="0">
                          <a:solidFill>
                            <a:prstClr val="black"/>
                          </a:solidFill>
                          <a:latin typeface="Cambria Math" panose="02040503050406030204" pitchFamily="18" charset="0"/>
                          <a:ea typeface="Cambria Math" panose="02040503050406030204" pitchFamily="18" charset="0"/>
                        </a:rPr>
                        <m:t>=</m:t>
                      </m:r>
                      <m:sSup>
                        <m:sSupPr>
                          <m:ctrlPr>
                            <a:rPr lang="en-GB" sz="2400" b="0" i="1" smtClean="0">
                              <a:solidFill>
                                <a:prstClr val="black"/>
                              </a:solidFill>
                              <a:latin typeface="Cambria Math" panose="02040503050406030204" pitchFamily="18" charset="0"/>
                              <a:ea typeface="Cambria Math" panose="02040503050406030204" pitchFamily="18" charset="0"/>
                            </a:rPr>
                          </m:ctrlPr>
                        </m:sSupPr>
                        <m:e>
                          <m:r>
                            <a:rPr lang="en-GB" sz="2400" b="0" i="1" smtClean="0">
                              <a:solidFill>
                                <a:prstClr val="black"/>
                              </a:solidFill>
                              <a:latin typeface="Cambria Math" panose="02040503050406030204" pitchFamily="18" charset="0"/>
                              <a:ea typeface="Cambria Math" panose="02040503050406030204" pitchFamily="18" charset="0"/>
                            </a:rPr>
                            <m:t>𝑦</m:t>
                          </m:r>
                        </m:e>
                        <m:sup>
                          <m:r>
                            <a:rPr lang="en-GB" sz="2400" b="0" i="1" smtClean="0">
                              <a:solidFill>
                                <a:prstClr val="black"/>
                              </a:solidFill>
                              <a:latin typeface="Cambria Math" panose="02040503050406030204" pitchFamily="18" charset="0"/>
                              <a:ea typeface="Cambria Math" panose="02040503050406030204" pitchFamily="18" charset="0"/>
                            </a:rPr>
                            <m:t>13</m:t>
                          </m:r>
                        </m:sup>
                      </m:sSup>
                    </m:oMath>
                  </m:oMathPara>
                </a14:m>
                <a:endParaRPr lang="en-GB" sz="2400" dirty="0"/>
              </a:p>
            </p:txBody>
          </p:sp>
        </mc:Choice>
        <mc:Fallback xmlns="">
          <p:sp>
            <p:nvSpPr>
              <p:cNvPr id="23" name="TextBox 22">
                <a:extLst>
                  <a:ext uri="{FF2B5EF4-FFF2-40B4-BE49-F238E27FC236}">
                    <a16:creationId xmlns:a16="http://schemas.microsoft.com/office/drawing/2014/main" id="{7F41C108-C448-2CFA-8580-C94C4BD3A328}"/>
                  </a:ext>
                </a:extLst>
              </p:cNvPr>
              <p:cNvSpPr txBox="1">
                <a:spLocks noRot="1" noChangeAspect="1" noMove="1" noResize="1" noEditPoints="1" noAdjustHandles="1" noChangeArrowheads="1" noChangeShapeType="1" noTextEdit="1"/>
              </p:cNvSpPr>
              <p:nvPr/>
            </p:nvSpPr>
            <p:spPr>
              <a:xfrm>
                <a:off x="6354779" y="3076050"/>
                <a:ext cx="2726448" cy="901850"/>
              </a:xfrm>
              <a:prstGeom prst="rect">
                <a:avLst/>
              </a:prstGeom>
              <a:blipFill>
                <a:blip r:embed="rId17"/>
                <a:stretch>
                  <a:fillRect/>
                </a:stretch>
              </a:blipFill>
            </p:spPr>
            <p:txBody>
              <a:bodyPr/>
              <a:lstStyle/>
              <a:p>
                <a:r>
                  <a:rPr lang="en-GB">
                    <a:noFill/>
                  </a:rPr>
                  <a:t> </a:t>
                </a:r>
              </a:p>
            </p:txBody>
          </p:sp>
        </mc:Fallback>
      </mc:AlternateContent>
      <p:sp>
        <p:nvSpPr>
          <p:cNvPr id="24" name="Rectangle 23">
            <a:extLst>
              <a:ext uri="{FF2B5EF4-FFF2-40B4-BE49-F238E27FC236}">
                <a16:creationId xmlns:a16="http://schemas.microsoft.com/office/drawing/2014/main" id="{191A0C49-4E40-F3EB-D36F-56CF10EDC3E3}"/>
              </a:ext>
            </a:extLst>
          </p:cNvPr>
          <p:cNvSpPr/>
          <p:nvPr/>
        </p:nvSpPr>
        <p:spPr>
          <a:xfrm>
            <a:off x="2231627" y="2352155"/>
            <a:ext cx="260288" cy="26459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5" name="Rectangle 24">
            <a:extLst>
              <a:ext uri="{FF2B5EF4-FFF2-40B4-BE49-F238E27FC236}">
                <a16:creationId xmlns:a16="http://schemas.microsoft.com/office/drawing/2014/main" id="{DC9D45E6-0815-570C-0423-049F70FF3C4B}"/>
              </a:ext>
            </a:extLst>
          </p:cNvPr>
          <p:cNvSpPr/>
          <p:nvPr/>
        </p:nvSpPr>
        <p:spPr>
          <a:xfrm>
            <a:off x="1515016" y="3297968"/>
            <a:ext cx="260288" cy="26459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7" name="Rectangle 26">
            <a:extLst>
              <a:ext uri="{FF2B5EF4-FFF2-40B4-BE49-F238E27FC236}">
                <a16:creationId xmlns:a16="http://schemas.microsoft.com/office/drawing/2014/main" id="{0216FD90-0657-AEAD-F631-ECC23C637B78}"/>
              </a:ext>
            </a:extLst>
          </p:cNvPr>
          <p:cNvSpPr/>
          <p:nvPr/>
        </p:nvSpPr>
        <p:spPr>
          <a:xfrm>
            <a:off x="1782854" y="4493855"/>
            <a:ext cx="480943" cy="461664"/>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32" name="Rectangle 31">
            <a:extLst>
              <a:ext uri="{FF2B5EF4-FFF2-40B4-BE49-F238E27FC236}">
                <a16:creationId xmlns:a16="http://schemas.microsoft.com/office/drawing/2014/main" id="{16FF2AD8-0860-3998-4021-59AC7DE003F2}"/>
              </a:ext>
            </a:extLst>
          </p:cNvPr>
          <p:cNvSpPr/>
          <p:nvPr/>
        </p:nvSpPr>
        <p:spPr>
          <a:xfrm>
            <a:off x="1729896" y="5740566"/>
            <a:ext cx="260288" cy="26459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1" name="Rectangle: Rounded Corners 40">
            <a:extLst>
              <a:ext uri="{FF2B5EF4-FFF2-40B4-BE49-F238E27FC236}">
                <a16:creationId xmlns:a16="http://schemas.microsoft.com/office/drawing/2014/main" id="{7A7A936E-4876-032A-DB68-788390B96FB6}"/>
              </a:ext>
            </a:extLst>
          </p:cNvPr>
          <p:cNvSpPr/>
          <p:nvPr/>
        </p:nvSpPr>
        <p:spPr>
          <a:xfrm>
            <a:off x="194494" y="2410470"/>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a:t>
            </a:r>
          </a:p>
        </p:txBody>
      </p:sp>
      <p:sp>
        <p:nvSpPr>
          <p:cNvPr id="42" name="Rectangle: Rounded Corners 41">
            <a:extLst>
              <a:ext uri="{FF2B5EF4-FFF2-40B4-BE49-F238E27FC236}">
                <a16:creationId xmlns:a16="http://schemas.microsoft.com/office/drawing/2014/main" id="{863D2C2A-1617-1043-6F8D-1F1F778A9D5C}"/>
              </a:ext>
            </a:extLst>
          </p:cNvPr>
          <p:cNvSpPr/>
          <p:nvPr/>
        </p:nvSpPr>
        <p:spPr>
          <a:xfrm>
            <a:off x="194494" y="3407980"/>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2</a:t>
            </a:r>
          </a:p>
        </p:txBody>
      </p:sp>
      <p:sp>
        <p:nvSpPr>
          <p:cNvPr id="43" name="Rectangle: Rounded Corners 42">
            <a:extLst>
              <a:ext uri="{FF2B5EF4-FFF2-40B4-BE49-F238E27FC236}">
                <a16:creationId xmlns:a16="http://schemas.microsoft.com/office/drawing/2014/main" id="{A2D10FC3-A2A7-8234-3652-CB8F830ADB94}"/>
              </a:ext>
            </a:extLst>
          </p:cNvPr>
          <p:cNvSpPr/>
          <p:nvPr/>
        </p:nvSpPr>
        <p:spPr>
          <a:xfrm>
            <a:off x="194494" y="4560349"/>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3</a:t>
            </a:r>
          </a:p>
        </p:txBody>
      </p:sp>
      <p:sp>
        <p:nvSpPr>
          <p:cNvPr id="45" name="Rectangle: Rounded Corners 44">
            <a:extLst>
              <a:ext uri="{FF2B5EF4-FFF2-40B4-BE49-F238E27FC236}">
                <a16:creationId xmlns:a16="http://schemas.microsoft.com/office/drawing/2014/main" id="{2318E28C-3927-BB92-67B8-453C01E8D272}"/>
              </a:ext>
            </a:extLst>
          </p:cNvPr>
          <p:cNvSpPr/>
          <p:nvPr/>
        </p:nvSpPr>
        <p:spPr>
          <a:xfrm>
            <a:off x="194494" y="5801977"/>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4</a:t>
            </a:r>
          </a:p>
        </p:txBody>
      </p:sp>
      <p:sp>
        <p:nvSpPr>
          <p:cNvPr id="48" name="Rectangle: Rounded Corners 47">
            <a:extLst>
              <a:ext uri="{FF2B5EF4-FFF2-40B4-BE49-F238E27FC236}">
                <a16:creationId xmlns:a16="http://schemas.microsoft.com/office/drawing/2014/main" id="{49FC1AA6-8195-A494-EF20-E60C0EBD79CD}"/>
              </a:ext>
            </a:extLst>
          </p:cNvPr>
          <p:cNvSpPr/>
          <p:nvPr/>
        </p:nvSpPr>
        <p:spPr>
          <a:xfrm>
            <a:off x="2987577" y="2410470"/>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5</a:t>
            </a:r>
          </a:p>
        </p:txBody>
      </p:sp>
      <p:sp>
        <p:nvSpPr>
          <p:cNvPr id="49" name="Rectangle: Rounded Corners 48">
            <a:extLst>
              <a:ext uri="{FF2B5EF4-FFF2-40B4-BE49-F238E27FC236}">
                <a16:creationId xmlns:a16="http://schemas.microsoft.com/office/drawing/2014/main" id="{EF2691B4-FEDC-887B-4563-3E0DD15F80B8}"/>
              </a:ext>
            </a:extLst>
          </p:cNvPr>
          <p:cNvSpPr/>
          <p:nvPr/>
        </p:nvSpPr>
        <p:spPr>
          <a:xfrm>
            <a:off x="2987577" y="3407980"/>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6</a:t>
            </a:r>
          </a:p>
        </p:txBody>
      </p:sp>
      <p:sp>
        <p:nvSpPr>
          <p:cNvPr id="50" name="Rectangle: Rounded Corners 49">
            <a:extLst>
              <a:ext uri="{FF2B5EF4-FFF2-40B4-BE49-F238E27FC236}">
                <a16:creationId xmlns:a16="http://schemas.microsoft.com/office/drawing/2014/main" id="{F44D3EE1-9512-B39D-B8F7-1C5C124B922D}"/>
              </a:ext>
            </a:extLst>
          </p:cNvPr>
          <p:cNvSpPr/>
          <p:nvPr/>
        </p:nvSpPr>
        <p:spPr>
          <a:xfrm>
            <a:off x="2987577" y="4560349"/>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7</a:t>
            </a:r>
          </a:p>
        </p:txBody>
      </p:sp>
      <p:sp>
        <p:nvSpPr>
          <p:cNvPr id="51" name="Rectangle: Rounded Corners 50">
            <a:extLst>
              <a:ext uri="{FF2B5EF4-FFF2-40B4-BE49-F238E27FC236}">
                <a16:creationId xmlns:a16="http://schemas.microsoft.com/office/drawing/2014/main" id="{D042CE10-88B2-08F8-1542-FFDEBE4BB2FF}"/>
              </a:ext>
            </a:extLst>
          </p:cNvPr>
          <p:cNvSpPr/>
          <p:nvPr/>
        </p:nvSpPr>
        <p:spPr>
          <a:xfrm>
            <a:off x="2987577" y="5801977"/>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8</a:t>
            </a:r>
          </a:p>
        </p:txBody>
      </p:sp>
      <p:sp>
        <p:nvSpPr>
          <p:cNvPr id="52" name="Rectangle: Rounded Corners 51">
            <a:extLst>
              <a:ext uri="{FF2B5EF4-FFF2-40B4-BE49-F238E27FC236}">
                <a16:creationId xmlns:a16="http://schemas.microsoft.com/office/drawing/2014/main" id="{977104A3-9BA2-CA6D-8E15-159218029707}"/>
              </a:ext>
            </a:extLst>
          </p:cNvPr>
          <p:cNvSpPr/>
          <p:nvPr/>
        </p:nvSpPr>
        <p:spPr>
          <a:xfrm>
            <a:off x="6095736" y="2410470"/>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9</a:t>
            </a:r>
          </a:p>
        </p:txBody>
      </p:sp>
      <p:sp>
        <p:nvSpPr>
          <p:cNvPr id="53" name="Rectangle: Rounded Corners 52">
            <a:extLst>
              <a:ext uri="{FF2B5EF4-FFF2-40B4-BE49-F238E27FC236}">
                <a16:creationId xmlns:a16="http://schemas.microsoft.com/office/drawing/2014/main" id="{5AEB936A-09E1-638B-8C71-034708016A6E}"/>
              </a:ext>
            </a:extLst>
          </p:cNvPr>
          <p:cNvSpPr/>
          <p:nvPr/>
        </p:nvSpPr>
        <p:spPr>
          <a:xfrm>
            <a:off x="6025969" y="3407980"/>
            <a:ext cx="468000"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10</a:t>
            </a:r>
          </a:p>
        </p:txBody>
      </p:sp>
      <p:sp>
        <p:nvSpPr>
          <p:cNvPr id="54" name="Rectangle: Rounded Corners 53">
            <a:extLst>
              <a:ext uri="{FF2B5EF4-FFF2-40B4-BE49-F238E27FC236}">
                <a16:creationId xmlns:a16="http://schemas.microsoft.com/office/drawing/2014/main" id="{3208983B-C1E8-F019-CE50-C93F84ADF244}"/>
              </a:ext>
            </a:extLst>
          </p:cNvPr>
          <p:cNvSpPr/>
          <p:nvPr/>
        </p:nvSpPr>
        <p:spPr>
          <a:xfrm>
            <a:off x="6025969" y="4560349"/>
            <a:ext cx="468000"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11</a:t>
            </a:r>
          </a:p>
        </p:txBody>
      </p:sp>
      <p:sp>
        <p:nvSpPr>
          <p:cNvPr id="55" name="Rectangle: Rounded Corners 54">
            <a:extLst>
              <a:ext uri="{FF2B5EF4-FFF2-40B4-BE49-F238E27FC236}">
                <a16:creationId xmlns:a16="http://schemas.microsoft.com/office/drawing/2014/main" id="{78E88E0F-6BA3-132E-C46B-108923AB1858}"/>
              </a:ext>
            </a:extLst>
          </p:cNvPr>
          <p:cNvSpPr/>
          <p:nvPr/>
        </p:nvSpPr>
        <p:spPr>
          <a:xfrm>
            <a:off x="6025969" y="5801977"/>
            <a:ext cx="468000"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12</a:t>
            </a:r>
          </a:p>
        </p:txBody>
      </p:sp>
      <p:sp>
        <p:nvSpPr>
          <p:cNvPr id="65" name="Rectangle 64">
            <a:extLst>
              <a:ext uri="{FF2B5EF4-FFF2-40B4-BE49-F238E27FC236}">
                <a16:creationId xmlns:a16="http://schemas.microsoft.com/office/drawing/2014/main" id="{09DC63CB-BD4F-C900-B3C4-AD7FC4837267}"/>
              </a:ext>
            </a:extLst>
          </p:cNvPr>
          <p:cNvSpPr/>
          <p:nvPr/>
        </p:nvSpPr>
        <p:spPr>
          <a:xfrm>
            <a:off x="4079713" y="3145646"/>
            <a:ext cx="351457" cy="305845"/>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66" name="Rectangle 65">
            <a:extLst>
              <a:ext uri="{FF2B5EF4-FFF2-40B4-BE49-F238E27FC236}">
                <a16:creationId xmlns:a16="http://schemas.microsoft.com/office/drawing/2014/main" id="{C851EC21-C1B3-3969-C454-D16F2C0B6302}"/>
              </a:ext>
            </a:extLst>
          </p:cNvPr>
          <p:cNvSpPr/>
          <p:nvPr/>
        </p:nvSpPr>
        <p:spPr>
          <a:xfrm>
            <a:off x="4350406" y="2349938"/>
            <a:ext cx="260288" cy="26459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67" name="Rectangle 66">
            <a:extLst>
              <a:ext uri="{FF2B5EF4-FFF2-40B4-BE49-F238E27FC236}">
                <a16:creationId xmlns:a16="http://schemas.microsoft.com/office/drawing/2014/main" id="{AA6215F0-4E08-31AA-7DCE-5A834289C3FD}"/>
              </a:ext>
            </a:extLst>
          </p:cNvPr>
          <p:cNvSpPr/>
          <p:nvPr/>
        </p:nvSpPr>
        <p:spPr>
          <a:xfrm>
            <a:off x="3713308" y="4504494"/>
            <a:ext cx="295363" cy="26459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68" name="Rectangle 67">
            <a:extLst>
              <a:ext uri="{FF2B5EF4-FFF2-40B4-BE49-F238E27FC236}">
                <a16:creationId xmlns:a16="http://schemas.microsoft.com/office/drawing/2014/main" id="{279422F3-8B75-E577-43D6-9ABE869868E7}"/>
              </a:ext>
            </a:extLst>
          </p:cNvPr>
          <p:cNvSpPr/>
          <p:nvPr/>
        </p:nvSpPr>
        <p:spPr>
          <a:xfrm>
            <a:off x="4425520" y="5750149"/>
            <a:ext cx="448007" cy="408385"/>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69" name="Rectangle 68">
            <a:extLst>
              <a:ext uri="{FF2B5EF4-FFF2-40B4-BE49-F238E27FC236}">
                <a16:creationId xmlns:a16="http://schemas.microsoft.com/office/drawing/2014/main" id="{67A8A008-30CC-6789-7690-8908598669B8}"/>
              </a:ext>
            </a:extLst>
          </p:cNvPr>
          <p:cNvSpPr/>
          <p:nvPr/>
        </p:nvSpPr>
        <p:spPr>
          <a:xfrm>
            <a:off x="7604103" y="3072632"/>
            <a:ext cx="260288" cy="26459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70" name="Rectangle 69">
            <a:extLst>
              <a:ext uri="{FF2B5EF4-FFF2-40B4-BE49-F238E27FC236}">
                <a16:creationId xmlns:a16="http://schemas.microsoft.com/office/drawing/2014/main" id="{EC88D5AB-B203-9291-6AB7-EBDD4D483D62}"/>
              </a:ext>
            </a:extLst>
          </p:cNvPr>
          <p:cNvSpPr/>
          <p:nvPr/>
        </p:nvSpPr>
        <p:spPr>
          <a:xfrm>
            <a:off x="7372086" y="4857030"/>
            <a:ext cx="275528" cy="269325"/>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71" name="Rectangle 70">
            <a:extLst>
              <a:ext uri="{FF2B5EF4-FFF2-40B4-BE49-F238E27FC236}">
                <a16:creationId xmlns:a16="http://schemas.microsoft.com/office/drawing/2014/main" id="{D75BCDA6-96B7-2A2A-6145-4157AABC7173}"/>
              </a:ext>
            </a:extLst>
          </p:cNvPr>
          <p:cNvSpPr/>
          <p:nvPr/>
        </p:nvSpPr>
        <p:spPr>
          <a:xfrm>
            <a:off x="6891840" y="5587691"/>
            <a:ext cx="260288" cy="26459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73" name="Rectangle 72">
            <a:extLst>
              <a:ext uri="{FF2B5EF4-FFF2-40B4-BE49-F238E27FC236}">
                <a16:creationId xmlns:a16="http://schemas.microsoft.com/office/drawing/2014/main" id="{31324D0A-0EDA-CD5E-F5B0-3ED1E989929F}"/>
              </a:ext>
            </a:extLst>
          </p:cNvPr>
          <p:cNvSpPr/>
          <p:nvPr/>
        </p:nvSpPr>
        <p:spPr>
          <a:xfrm>
            <a:off x="6776501" y="2312079"/>
            <a:ext cx="260288" cy="26459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Tree>
    <p:extLst>
      <p:ext uri="{BB962C8B-B14F-4D97-AF65-F5344CB8AC3E}">
        <p14:creationId xmlns:p14="http://schemas.microsoft.com/office/powerpoint/2010/main" val="129664177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hidden"/>
                                      </p:to>
                                    </p:set>
                                  </p:childTnLst>
                                </p:cTn>
                              </p:par>
                            </p:childTnLst>
                          </p:cTn>
                        </p:par>
                      </p:childTnLst>
                    </p:cTn>
                  </p:par>
                </p:childTnLst>
              </p:cTn>
              <p:nextCondLst>
                <p:cond evt="onClick" delay="0">
                  <p:tgtEl>
                    <p:spTgt spid="24"/>
                  </p:tgtEl>
                </p:cond>
              </p:nextCondLst>
            </p:seq>
            <p:seq concurrent="1" nextAc="seek">
              <p:cTn id="7" restart="whenNotActive" fill="hold" evtFilter="cancelBubble" nodeType="interactiveSeq">
                <p:stCondLst>
                  <p:cond evt="onClick" delay="0">
                    <p:tgtEl>
                      <p:spTgt spid="25"/>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hidden"/>
                                      </p:to>
                                    </p:set>
                                  </p:childTnLst>
                                </p:cTn>
                              </p:par>
                            </p:childTnLst>
                          </p:cTn>
                        </p:par>
                      </p:childTnLst>
                    </p:cTn>
                  </p:par>
                </p:childTnLst>
              </p:cTn>
              <p:nextCondLst>
                <p:cond evt="onClick" delay="0">
                  <p:tgtEl>
                    <p:spTgt spid="25"/>
                  </p:tgtEl>
                </p:cond>
              </p:nextCondLst>
            </p:seq>
            <p:seq concurrent="1" nextAc="seek">
              <p:cTn id="12" restart="whenNotActive" fill="hold" evtFilter="cancelBubble" nodeType="interactiveSeq">
                <p:stCondLst>
                  <p:cond evt="onClick" delay="0">
                    <p:tgtEl>
                      <p:spTgt spid="27"/>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hidden"/>
                                      </p:to>
                                    </p:set>
                                  </p:childTnLst>
                                </p:cTn>
                              </p:par>
                            </p:childTnLst>
                          </p:cTn>
                        </p:par>
                      </p:childTnLst>
                    </p:cTn>
                  </p:par>
                </p:childTnLst>
              </p:cTn>
              <p:nextCondLst>
                <p:cond evt="onClick" delay="0">
                  <p:tgtEl>
                    <p:spTgt spid="27"/>
                  </p:tgtEl>
                </p:cond>
              </p:nextCondLst>
            </p:seq>
            <p:seq concurrent="1" nextAc="seek">
              <p:cTn id="17" restart="whenNotActive" fill="hold" evtFilter="cancelBubble" nodeType="interactiveSeq">
                <p:stCondLst>
                  <p:cond evt="onClick" delay="0">
                    <p:tgtEl>
                      <p:spTgt spid="32"/>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hidden"/>
                                      </p:to>
                                    </p:set>
                                  </p:childTnLst>
                                </p:cTn>
                              </p:par>
                              <p:par>
                                <p:cTn id="22" presetID="1" presetClass="entr" presetSubtype="0" fill="hold" grpId="1" nodeType="withEffect">
                                  <p:stCondLst>
                                    <p:cond delay="750"/>
                                  </p:stCondLst>
                                  <p:childTnLst>
                                    <p:set>
                                      <p:cBhvr>
                                        <p:cTn id="23" dur="1" fill="hold">
                                          <p:stCondLst>
                                            <p:cond delay="0"/>
                                          </p:stCondLst>
                                        </p:cTn>
                                        <p:tgtEl>
                                          <p:spTgt spid="65"/>
                                        </p:tgtEl>
                                        <p:attrNameLst>
                                          <p:attrName>style.visibility</p:attrName>
                                        </p:attrNameLst>
                                      </p:cBhvr>
                                      <p:to>
                                        <p:strVal val="visible"/>
                                      </p:to>
                                    </p:set>
                                  </p:childTnLst>
                                </p:cTn>
                              </p:par>
                            </p:childTnLst>
                          </p:cTn>
                        </p:par>
                        <p:par>
                          <p:cTn id="24" fill="hold">
                            <p:stCondLst>
                              <p:cond delay="750"/>
                            </p:stCondLst>
                            <p:childTnLst>
                              <p:par>
                                <p:cTn id="25" presetID="1" presetClass="entr" presetSubtype="0" fill="hold" grpId="1" nodeType="after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childTnLst>
                          </p:cTn>
                        </p:par>
                        <p:par>
                          <p:cTn id="27" fill="hold">
                            <p:stCondLst>
                              <p:cond delay="750"/>
                            </p:stCondLst>
                            <p:childTnLst>
                              <p:par>
                                <p:cTn id="28" presetID="1" presetClass="entr" presetSubtype="0" fill="hold" grpId="1" nodeType="afterEffect">
                                  <p:stCondLst>
                                    <p:cond delay="0"/>
                                  </p:stCondLst>
                                  <p:childTnLst>
                                    <p:set>
                                      <p:cBhvr>
                                        <p:cTn id="29" dur="1" fill="hold">
                                          <p:stCondLst>
                                            <p:cond delay="0"/>
                                          </p:stCondLst>
                                        </p:cTn>
                                        <p:tgtEl>
                                          <p:spTgt spid="67"/>
                                        </p:tgtEl>
                                        <p:attrNameLst>
                                          <p:attrName>style.visibility</p:attrName>
                                        </p:attrNameLst>
                                      </p:cBhvr>
                                      <p:to>
                                        <p:strVal val="visible"/>
                                      </p:to>
                                    </p:set>
                                  </p:childTnLst>
                                </p:cTn>
                              </p:par>
                            </p:childTnLst>
                          </p:cTn>
                        </p:par>
                        <p:par>
                          <p:cTn id="30" fill="hold">
                            <p:stCondLst>
                              <p:cond delay="750"/>
                            </p:stCondLst>
                            <p:childTnLst>
                              <p:par>
                                <p:cTn id="31" presetID="1" presetClass="entr" presetSubtype="0" fill="hold" grpId="1" nodeType="after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childTnLst>
                          </p:cTn>
                        </p:par>
                        <p:par>
                          <p:cTn id="33" fill="hold">
                            <p:stCondLst>
                              <p:cond delay="750"/>
                            </p:stCondLst>
                            <p:childTnLst>
                              <p:par>
                                <p:cTn id="34" presetID="1" presetClass="entr" presetSubtype="0"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childTnLst>
                          </p:cTn>
                        </p:par>
                        <p:par>
                          <p:cTn id="36" fill="hold">
                            <p:stCondLst>
                              <p:cond delay="750"/>
                            </p:stCondLst>
                            <p:childTnLst>
                              <p:par>
                                <p:cTn id="37" presetID="1"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par>
                          <p:cTn id="39" fill="hold">
                            <p:stCondLst>
                              <p:cond delay="750"/>
                            </p:stCondLst>
                            <p:childTnLst>
                              <p:par>
                                <p:cTn id="40" presetID="1" presetClass="entr" presetSubtype="0"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childTnLst>
                          </p:cTn>
                        </p:par>
                        <p:par>
                          <p:cTn id="42" fill="hold">
                            <p:stCondLst>
                              <p:cond delay="750"/>
                            </p:stCondLst>
                            <p:childTnLst>
                              <p:par>
                                <p:cTn id="43" presetID="1"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par>
                          <p:cTn id="45" fill="hold">
                            <p:stCondLst>
                              <p:cond delay="750"/>
                            </p:stCondLst>
                            <p:childTnLst>
                              <p:par>
                                <p:cTn id="46" presetID="1" presetClass="entr" presetSubtype="0" fill="hold" grpId="0" nodeType="afterEffect">
                                  <p:stCondLst>
                                    <p:cond delay="0"/>
                                  </p:stCondLst>
                                  <p:childTnLst>
                                    <p:set>
                                      <p:cBhvr>
                                        <p:cTn id="47" dur="1" fill="hold">
                                          <p:stCondLst>
                                            <p:cond delay="0"/>
                                          </p:stCondLst>
                                        </p:cTn>
                                        <p:tgtEl>
                                          <p:spTgt spid="48"/>
                                        </p:tgtEl>
                                        <p:attrNameLst>
                                          <p:attrName>style.visibility</p:attrName>
                                        </p:attrNameLst>
                                      </p:cBhvr>
                                      <p:to>
                                        <p:strVal val="visible"/>
                                      </p:to>
                                    </p:set>
                                  </p:childTnLst>
                                </p:cTn>
                              </p:par>
                            </p:childTnLst>
                          </p:cTn>
                        </p:par>
                        <p:par>
                          <p:cTn id="48" fill="hold">
                            <p:stCondLst>
                              <p:cond delay="750"/>
                            </p:stCondLst>
                            <p:childTnLst>
                              <p:par>
                                <p:cTn id="49" presetID="1" presetClass="entr" presetSubtype="0" fill="hold" grpId="0" nodeType="after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childTnLst>
                          </p:cTn>
                        </p:par>
                        <p:par>
                          <p:cTn id="51" fill="hold">
                            <p:stCondLst>
                              <p:cond delay="750"/>
                            </p:stCondLst>
                            <p:childTnLst>
                              <p:par>
                                <p:cTn id="52" presetID="1" presetClass="entr" presetSubtype="0" fill="hold" grpId="0" nodeType="afterEffect">
                                  <p:stCondLst>
                                    <p:cond delay="0"/>
                                  </p:stCondLst>
                                  <p:childTnLst>
                                    <p:set>
                                      <p:cBhvr>
                                        <p:cTn id="53" dur="1" fill="hold">
                                          <p:stCondLst>
                                            <p:cond delay="0"/>
                                          </p:stCondLst>
                                        </p:cTn>
                                        <p:tgtEl>
                                          <p:spTgt spid="50"/>
                                        </p:tgtEl>
                                        <p:attrNameLst>
                                          <p:attrName>style.visibility</p:attrName>
                                        </p:attrNameLst>
                                      </p:cBhvr>
                                      <p:to>
                                        <p:strVal val="visible"/>
                                      </p:to>
                                    </p:set>
                                  </p:childTnLst>
                                </p:cTn>
                              </p:par>
                            </p:childTnLst>
                          </p:cTn>
                        </p:par>
                        <p:par>
                          <p:cTn id="54" fill="hold">
                            <p:stCondLst>
                              <p:cond delay="750"/>
                            </p:stCondLst>
                            <p:childTnLst>
                              <p:par>
                                <p:cTn id="55" presetID="1" presetClass="entr" presetSubtype="0" fill="hold" grpId="0" nodeType="after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childTnLst>
                          </p:cTn>
                        </p:par>
                      </p:childTnLst>
                    </p:cTn>
                  </p:par>
                </p:childTnLst>
              </p:cTn>
              <p:nextCondLst>
                <p:cond evt="onClick" delay="0">
                  <p:tgtEl>
                    <p:spTgt spid="32"/>
                  </p:tgtEl>
                </p:cond>
              </p:nextCondLst>
            </p:seq>
            <p:seq concurrent="1" nextAc="seek">
              <p:cTn id="57" restart="whenNotActive" fill="hold" evtFilter="cancelBubble" nodeType="interactiveSeq">
                <p:stCondLst>
                  <p:cond evt="onClick" delay="0">
                    <p:tgtEl>
                      <p:spTgt spid="65"/>
                    </p:tgtEl>
                  </p:cond>
                </p:stCondLst>
                <p:endSync evt="end" delay="0">
                  <p:rtn val="all"/>
                </p:endSync>
                <p:childTnLst>
                  <p:par>
                    <p:cTn id="58" fill="hold">
                      <p:stCondLst>
                        <p:cond delay="0"/>
                      </p:stCondLst>
                      <p:childTnLst>
                        <p:par>
                          <p:cTn id="59" fill="hold">
                            <p:stCondLst>
                              <p:cond delay="0"/>
                            </p:stCondLst>
                            <p:childTnLst>
                              <p:par>
                                <p:cTn id="60" presetID="1" presetClass="exit" presetSubtype="0" fill="hold" grpId="0" nodeType="clickEffect">
                                  <p:stCondLst>
                                    <p:cond delay="0"/>
                                  </p:stCondLst>
                                  <p:childTnLst>
                                    <p:set>
                                      <p:cBhvr>
                                        <p:cTn id="61" dur="1" fill="hold">
                                          <p:stCondLst>
                                            <p:cond delay="0"/>
                                          </p:stCondLst>
                                        </p:cTn>
                                        <p:tgtEl>
                                          <p:spTgt spid="65"/>
                                        </p:tgtEl>
                                        <p:attrNameLst>
                                          <p:attrName>style.visibility</p:attrName>
                                        </p:attrNameLst>
                                      </p:cBhvr>
                                      <p:to>
                                        <p:strVal val="hidden"/>
                                      </p:to>
                                    </p:set>
                                  </p:childTnLst>
                                </p:cTn>
                              </p:par>
                            </p:childTnLst>
                          </p:cTn>
                        </p:par>
                      </p:childTnLst>
                    </p:cTn>
                  </p:par>
                </p:childTnLst>
              </p:cTn>
              <p:nextCondLst>
                <p:cond evt="onClick" delay="0">
                  <p:tgtEl>
                    <p:spTgt spid="65"/>
                  </p:tgtEl>
                </p:cond>
              </p:nextCondLst>
            </p:seq>
            <p:seq concurrent="1" nextAc="seek">
              <p:cTn id="62" restart="whenNotActive" fill="hold" evtFilter="cancelBubble" nodeType="interactiveSeq">
                <p:stCondLst>
                  <p:cond evt="onClick" delay="0">
                    <p:tgtEl>
                      <p:spTgt spid="66"/>
                    </p:tgtEl>
                  </p:cond>
                </p:stCondLst>
                <p:endSync evt="end" delay="0">
                  <p:rtn val="all"/>
                </p:endSync>
                <p:childTnLst>
                  <p:par>
                    <p:cTn id="63" fill="hold">
                      <p:stCondLst>
                        <p:cond delay="0"/>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66"/>
                                        </p:tgtEl>
                                        <p:attrNameLst>
                                          <p:attrName>style.visibility</p:attrName>
                                        </p:attrNameLst>
                                      </p:cBhvr>
                                      <p:to>
                                        <p:strVal val="hidden"/>
                                      </p:to>
                                    </p:set>
                                  </p:childTnLst>
                                </p:cTn>
                              </p:par>
                            </p:childTnLst>
                          </p:cTn>
                        </p:par>
                      </p:childTnLst>
                    </p:cTn>
                  </p:par>
                </p:childTnLst>
              </p:cTn>
              <p:nextCondLst>
                <p:cond evt="onClick" delay="0">
                  <p:tgtEl>
                    <p:spTgt spid="66"/>
                  </p:tgtEl>
                </p:cond>
              </p:nextCondLst>
            </p:seq>
            <p:seq concurrent="1" nextAc="seek">
              <p:cTn id="67" restart="whenNotActive" fill="hold" evtFilter="cancelBubble" nodeType="interactiveSeq">
                <p:stCondLst>
                  <p:cond evt="onClick" delay="0">
                    <p:tgtEl>
                      <p:spTgt spid="67"/>
                    </p:tgtEl>
                  </p:cond>
                </p:stCondLst>
                <p:endSync evt="end" delay="0">
                  <p:rtn val="all"/>
                </p:endSync>
                <p:childTnLst>
                  <p:par>
                    <p:cTn id="68" fill="hold">
                      <p:stCondLst>
                        <p:cond delay="0"/>
                      </p:stCondLst>
                      <p:childTnLst>
                        <p:par>
                          <p:cTn id="69" fill="hold">
                            <p:stCondLst>
                              <p:cond delay="0"/>
                            </p:stCondLst>
                            <p:childTnLst>
                              <p:par>
                                <p:cTn id="70" presetID="1" presetClass="exit" presetSubtype="0" fill="hold" grpId="0" nodeType="clickEffect">
                                  <p:stCondLst>
                                    <p:cond delay="0"/>
                                  </p:stCondLst>
                                  <p:childTnLst>
                                    <p:set>
                                      <p:cBhvr>
                                        <p:cTn id="71" dur="1" fill="hold">
                                          <p:stCondLst>
                                            <p:cond delay="0"/>
                                          </p:stCondLst>
                                        </p:cTn>
                                        <p:tgtEl>
                                          <p:spTgt spid="67"/>
                                        </p:tgtEl>
                                        <p:attrNameLst>
                                          <p:attrName>style.visibility</p:attrName>
                                        </p:attrNameLst>
                                      </p:cBhvr>
                                      <p:to>
                                        <p:strVal val="hidden"/>
                                      </p:to>
                                    </p:set>
                                  </p:childTnLst>
                                </p:cTn>
                              </p:par>
                            </p:childTnLst>
                          </p:cTn>
                        </p:par>
                      </p:childTnLst>
                    </p:cTn>
                  </p:par>
                </p:childTnLst>
              </p:cTn>
              <p:nextCondLst>
                <p:cond evt="onClick" delay="0">
                  <p:tgtEl>
                    <p:spTgt spid="67"/>
                  </p:tgtEl>
                </p:cond>
              </p:nextCondLst>
            </p:seq>
            <p:seq concurrent="1" nextAc="seek">
              <p:cTn id="72" restart="whenNotActive" fill="hold" evtFilter="cancelBubble" nodeType="interactiveSeq">
                <p:stCondLst>
                  <p:cond evt="onClick" delay="0">
                    <p:tgtEl>
                      <p:spTgt spid="68"/>
                    </p:tgtEl>
                  </p:cond>
                </p:stCondLst>
                <p:endSync evt="end" delay="0">
                  <p:rtn val="all"/>
                </p:endSync>
                <p:childTnLst>
                  <p:par>
                    <p:cTn id="73" fill="hold">
                      <p:stCondLst>
                        <p:cond delay="0"/>
                      </p:stCondLst>
                      <p:childTnLst>
                        <p:par>
                          <p:cTn id="74" fill="hold">
                            <p:stCondLst>
                              <p:cond delay="0"/>
                            </p:stCondLst>
                            <p:childTnLst>
                              <p:par>
                                <p:cTn id="75" presetID="1" presetClass="exit" presetSubtype="0" fill="hold" grpId="0" nodeType="clickEffect">
                                  <p:stCondLst>
                                    <p:cond delay="0"/>
                                  </p:stCondLst>
                                  <p:childTnLst>
                                    <p:set>
                                      <p:cBhvr>
                                        <p:cTn id="76" dur="1" fill="hold">
                                          <p:stCondLst>
                                            <p:cond delay="0"/>
                                          </p:stCondLst>
                                        </p:cTn>
                                        <p:tgtEl>
                                          <p:spTgt spid="68"/>
                                        </p:tgtEl>
                                        <p:attrNameLst>
                                          <p:attrName>style.visibility</p:attrName>
                                        </p:attrNameLst>
                                      </p:cBhvr>
                                      <p:to>
                                        <p:strVal val="hidden"/>
                                      </p:to>
                                    </p:set>
                                  </p:childTnLst>
                                </p:cTn>
                              </p:par>
                            </p:childTnLst>
                          </p:cTn>
                        </p:par>
                        <p:par>
                          <p:cTn id="77" fill="hold">
                            <p:stCondLst>
                              <p:cond delay="0"/>
                            </p:stCondLst>
                            <p:childTnLst>
                              <p:par>
                                <p:cTn id="78" presetID="1" presetClass="entr" presetSubtype="0" fill="hold" grpId="1" nodeType="afterEffect">
                                  <p:stCondLst>
                                    <p:cond delay="750"/>
                                  </p:stCondLst>
                                  <p:childTnLst>
                                    <p:set>
                                      <p:cBhvr>
                                        <p:cTn id="79" dur="1" fill="hold">
                                          <p:stCondLst>
                                            <p:cond delay="0"/>
                                          </p:stCondLst>
                                        </p:cTn>
                                        <p:tgtEl>
                                          <p:spTgt spid="69"/>
                                        </p:tgtEl>
                                        <p:attrNameLst>
                                          <p:attrName>style.visibility</p:attrName>
                                        </p:attrNameLst>
                                      </p:cBhvr>
                                      <p:to>
                                        <p:strVal val="visible"/>
                                      </p:to>
                                    </p:set>
                                  </p:childTnLst>
                                </p:cTn>
                              </p:par>
                              <p:par>
                                <p:cTn id="80" presetID="1" presetClass="entr" presetSubtype="0" fill="hold" grpId="1" nodeType="withEffect">
                                  <p:stCondLst>
                                    <p:cond delay="750"/>
                                  </p:stCondLst>
                                  <p:childTnLst>
                                    <p:set>
                                      <p:cBhvr>
                                        <p:cTn id="81" dur="1" fill="hold">
                                          <p:stCondLst>
                                            <p:cond delay="0"/>
                                          </p:stCondLst>
                                        </p:cTn>
                                        <p:tgtEl>
                                          <p:spTgt spid="70"/>
                                        </p:tgtEl>
                                        <p:attrNameLst>
                                          <p:attrName>style.visibility</p:attrName>
                                        </p:attrNameLst>
                                      </p:cBhvr>
                                      <p:to>
                                        <p:strVal val="visible"/>
                                      </p:to>
                                    </p:set>
                                  </p:childTnLst>
                                </p:cTn>
                              </p:par>
                              <p:par>
                                <p:cTn id="82" presetID="1" presetClass="entr" presetSubtype="0" fill="hold" grpId="1" nodeType="withEffect">
                                  <p:stCondLst>
                                    <p:cond delay="750"/>
                                  </p:stCondLst>
                                  <p:childTnLst>
                                    <p:set>
                                      <p:cBhvr>
                                        <p:cTn id="83" dur="1" fill="hold">
                                          <p:stCondLst>
                                            <p:cond delay="0"/>
                                          </p:stCondLst>
                                        </p:cTn>
                                        <p:tgtEl>
                                          <p:spTgt spid="71"/>
                                        </p:tgtEl>
                                        <p:attrNameLst>
                                          <p:attrName>style.visibility</p:attrName>
                                        </p:attrNameLst>
                                      </p:cBhvr>
                                      <p:to>
                                        <p:strVal val="visible"/>
                                      </p:to>
                                    </p:set>
                                  </p:childTnLst>
                                </p:cTn>
                              </p:par>
                              <p:par>
                                <p:cTn id="84" presetID="1" presetClass="entr" presetSubtype="0" fill="hold" grpId="1" nodeType="withEffect">
                                  <p:stCondLst>
                                    <p:cond delay="750"/>
                                  </p:stCondLst>
                                  <p:childTnLst>
                                    <p:set>
                                      <p:cBhvr>
                                        <p:cTn id="85" dur="1" fill="hold">
                                          <p:stCondLst>
                                            <p:cond delay="0"/>
                                          </p:stCondLst>
                                        </p:cTn>
                                        <p:tgtEl>
                                          <p:spTgt spid="73"/>
                                        </p:tgtEl>
                                        <p:attrNameLst>
                                          <p:attrName>style.visibility</p:attrName>
                                        </p:attrNameLst>
                                      </p:cBhvr>
                                      <p:to>
                                        <p:strVal val="visible"/>
                                      </p:to>
                                    </p:set>
                                  </p:childTnLst>
                                </p:cTn>
                              </p:par>
                              <p:par>
                                <p:cTn id="86" presetID="1" presetClass="entr" presetSubtype="0" fill="hold" grpId="0" nodeType="withEffect">
                                  <p:stCondLst>
                                    <p:cond delay="750"/>
                                  </p:stCondLst>
                                  <p:childTnLst>
                                    <p:set>
                                      <p:cBhvr>
                                        <p:cTn id="87" dur="1" fill="hold">
                                          <p:stCondLst>
                                            <p:cond delay="0"/>
                                          </p:stCondLst>
                                        </p:cTn>
                                        <p:tgtEl>
                                          <p:spTgt spid="10"/>
                                        </p:tgtEl>
                                        <p:attrNameLst>
                                          <p:attrName>style.visibility</p:attrName>
                                        </p:attrNameLst>
                                      </p:cBhvr>
                                      <p:to>
                                        <p:strVal val="visible"/>
                                      </p:to>
                                    </p:set>
                                  </p:childTnLst>
                                </p:cTn>
                              </p:par>
                              <p:par>
                                <p:cTn id="88" presetID="1" presetClass="entr" presetSubtype="0" fill="hold" grpId="0" nodeType="withEffect">
                                  <p:stCondLst>
                                    <p:cond delay="750"/>
                                  </p:stCondLst>
                                  <p:childTnLst>
                                    <p:set>
                                      <p:cBhvr>
                                        <p:cTn id="89" dur="1" fill="hold">
                                          <p:stCondLst>
                                            <p:cond delay="0"/>
                                          </p:stCondLst>
                                        </p:cTn>
                                        <p:tgtEl>
                                          <p:spTgt spid="15"/>
                                        </p:tgtEl>
                                        <p:attrNameLst>
                                          <p:attrName>style.visibility</p:attrName>
                                        </p:attrNameLst>
                                      </p:cBhvr>
                                      <p:to>
                                        <p:strVal val="visible"/>
                                      </p:to>
                                    </p:set>
                                  </p:childTnLst>
                                </p:cTn>
                              </p:par>
                              <p:par>
                                <p:cTn id="90" presetID="1" presetClass="entr" presetSubtype="0" fill="hold" grpId="0" nodeType="withEffect">
                                  <p:stCondLst>
                                    <p:cond delay="750"/>
                                  </p:stCondLst>
                                  <p:childTnLst>
                                    <p:set>
                                      <p:cBhvr>
                                        <p:cTn id="91" dur="1" fill="hold">
                                          <p:stCondLst>
                                            <p:cond delay="0"/>
                                          </p:stCondLst>
                                        </p:cTn>
                                        <p:tgtEl>
                                          <p:spTgt spid="19"/>
                                        </p:tgtEl>
                                        <p:attrNameLst>
                                          <p:attrName>style.visibility</p:attrName>
                                        </p:attrNameLst>
                                      </p:cBhvr>
                                      <p:to>
                                        <p:strVal val="visible"/>
                                      </p:to>
                                    </p:set>
                                  </p:childTnLst>
                                </p:cTn>
                              </p:par>
                              <p:par>
                                <p:cTn id="92" presetID="1" presetClass="entr" presetSubtype="0" fill="hold" grpId="0" nodeType="withEffect">
                                  <p:stCondLst>
                                    <p:cond delay="750"/>
                                  </p:stCondLst>
                                  <p:childTnLst>
                                    <p:set>
                                      <p:cBhvr>
                                        <p:cTn id="93" dur="1" fill="hold">
                                          <p:stCondLst>
                                            <p:cond delay="0"/>
                                          </p:stCondLst>
                                        </p:cTn>
                                        <p:tgtEl>
                                          <p:spTgt spid="23"/>
                                        </p:tgtEl>
                                        <p:attrNameLst>
                                          <p:attrName>style.visibility</p:attrName>
                                        </p:attrNameLst>
                                      </p:cBhvr>
                                      <p:to>
                                        <p:strVal val="visible"/>
                                      </p:to>
                                    </p:set>
                                  </p:childTnLst>
                                </p:cTn>
                              </p:par>
                              <p:par>
                                <p:cTn id="94" presetID="1" presetClass="entr" presetSubtype="0" fill="hold" grpId="0" nodeType="withEffect">
                                  <p:stCondLst>
                                    <p:cond delay="750"/>
                                  </p:stCondLst>
                                  <p:childTnLst>
                                    <p:set>
                                      <p:cBhvr>
                                        <p:cTn id="95" dur="1" fill="hold">
                                          <p:stCondLst>
                                            <p:cond delay="0"/>
                                          </p:stCondLst>
                                        </p:cTn>
                                        <p:tgtEl>
                                          <p:spTgt spid="52"/>
                                        </p:tgtEl>
                                        <p:attrNameLst>
                                          <p:attrName>style.visibility</p:attrName>
                                        </p:attrNameLst>
                                      </p:cBhvr>
                                      <p:to>
                                        <p:strVal val="visible"/>
                                      </p:to>
                                    </p:set>
                                  </p:childTnLst>
                                </p:cTn>
                              </p:par>
                              <p:par>
                                <p:cTn id="96" presetID="1" presetClass="entr" presetSubtype="0" fill="hold" grpId="0" nodeType="withEffect">
                                  <p:stCondLst>
                                    <p:cond delay="750"/>
                                  </p:stCondLst>
                                  <p:childTnLst>
                                    <p:set>
                                      <p:cBhvr>
                                        <p:cTn id="97" dur="1" fill="hold">
                                          <p:stCondLst>
                                            <p:cond delay="0"/>
                                          </p:stCondLst>
                                        </p:cTn>
                                        <p:tgtEl>
                                          <p:spTgt spid="53"/>
                                        </p:tgtEl>
                                        <p:attrNameLst>
                                          <p:attrName>style.visibility</p:attrName>
                                        </p:attrNameLst>
                                      </p:cBhvr>
                                      <p:to>
                                        <p:strVal val="visible"/>
                                      </p:to>
                                    </p:set>
                                  </p:childTnLst>
                                </p:cTn>
                              </p:par>
                              <p:par>
                                <p:cTn id="98" presetID="1" presetClass="entr" presetSubtype="0" fill="hold" grpId="0" nodeType="withEffect">
                                  <p:stCondLst>
                                    <p:cond delay="750"/>
                                  </p:stCondLst>
                                  <p:childTnLst>
                                    <p:set>
                                      <p:cBhvr>
                                        <p:cTn id="99" dur="1" fill="hold">
                                          <p:stCondLst>
                                            <p:cond delay="0"/>
                                          </p:stCondLst>
                                        </p:cTn>
                                        <p:tgtEl>
                                          <p:spTgt spid="54"/>
                                        </p:tgtEl>
                                        <p:attrNameLst>
                                          <p:attrName>style.visibility</p:attrName>
                                        </p:attrNameLst>
                                      </p:cBhvr>
                                      <p:to>
                                        <p:strVal val="visible"/>
                                      </p:to>
                                    </p:set>
                                  </p:childTnLst>
                                </p:cTn>
                              </p:par>
                              <p:par>
                                <p:cTn id="100" presetID="1" presetClass="entr" presetSubtype="0" fill="hold" grpId="0" nodeType="withEffect">
                                  <p:stCondLst>
                                    <p:cond delay="750"/>
                                  </p:stCondLst>
                                  <p:childTnLst>
                                    <p:set>
                                      <p:cBhvr>
                                        <p:cTn id="101" dur="1" fill="hold">
                                          <p:stCondLst>
                                            <p:cond delay="0"/>
                                          </p:stCondLst>
                                        </p:cTn>
                                        <p:tgtEl>
                                          <p:spTgt spid="55"/>
                                        </p:tgtEl>
                                        <p:attrNameLst>
                                          <p:attrName>style.visibility</p:attrName>
                                        </p:attrNameLst>
                                      </p:cBhvr>
                                      <p:to>
                                        <p:strVal val="visible"/>
                                      </p:to>
                                    </p:set>
                                  </p:childTnLst>
                                </p:cTn>
                              </p:par>
                            </p:childTnLst>
                          </p:cTn>
                        </p:par>
                      </p:childTnLst>
                    </p:cTn>
                  </p:par>
                </p:childTnLst>
              </p:cTn>
              <p:nextCondLst>
                <p:cond evt="onClick" delay="0">
                  <p:tgtEl>
                    <p:spTgt spid="68"/>
                  </p:tgtEl>
                </p:cond>
              </p:nextCondLst>
            </p:seq>
            <p:seq concurrent="1" nextAc="seek">
              <p:cTn id="102" restart="whenNotActive" fill="hold" evtFilter="cancelBubble" nodeType="interactiveSeq">
                <p:stCondLst>
                  <p:cond evt="onClick" delay="0">
                    <p:tgtEl>
                      <p:spTgt spid="69"/>
                    </p:tgtEl>
                  </p:cond>
                </p:stCondLst>
                <p:endSync evt="end" delay="0">
                  <p:rtn val="all"/>
                </p:endSync>
                <p:childTnLst>
                  <p:par>
                    <p:cTn id="103" fill="hold">
                      <p:stCondLst>
                        <p:cond delay="0"/>
                      </p:stCondLst>
                      <p:childTnLst>
                        <p:par>
                          <p:cTn id="104" fill="hold">
                            <p:stCondLst>
                              <p:cond delay="0"/>
                            </p:stCondLst>
                            <p:childTnLst>
                              <p:par>
                                <p:cTn id="105" presetID="1" presetClass="exit" presetSubtype="0" fill="hold" grpId="0" nodeType="clickEffect">
                                  <p:stCondLst>
                                    <p:cond delay="0"/>
                                  </p:stCondLst>
                                  <p:childTnLst>
                                    <p:set>
                                      <p:cBhvr>
                                        <p:cTn id="106" dur="1" fill="hold">
                                          <p:stCondLst>
                                            <p:cond delay="0"/>
                                          </p:stCondLst>
                                        </p:cTn>
                                        <p:tgtEl>
                                          <p:spTgt spid="69"/>
                                        </p:tgtEl>
                                        <p:attrNameLst>
                                          <p:attrName>style.visibility</p:attrName>
                                        </p:attrNameLst>
                                      </p:cBhvr>
                                      <p:to>
                                        <p:strVal val="hidden"/>
                                      </p:to>
                                    </p:set>
                                  </p:childTnLst>
                                </p:cTn>
                              </p:par>
                            </p:childTnLst>
                          </p:cTn>
                        </p:par>
                      </p:childTnLst>
                    </p:cTn>
                  </p:par>
                </p:childTnLst>
              </p:cTn>
              <p:nextCondLst>
                <p:cond evt="onClick" delay="0">
                  <p:tgtEl>
                    <p:spTgt spid="69"/>
                  </p:tgtEl>
                </p:cond>
              </p:nextCondLst>
            </p:seq>
            <p:seq concurrent="1" nextAc="seek">
              <p:cTn id="107" restart="whenNotActive" fill="hold" evtFilter="cancelBubble" nodeType="interactiveSeq">
                <p:stCondLst>
                  <p:cond evt="onClick" delay="0">
                    <p:tgtEl>
                      <p:spTgt spid="70"/>
                    </p:tgtEl>
                  </p:cond>
                </p:stCondLst>
                <p:endSync evt="end" delay="0">
                  <p:rtn val="all"/>
                </p:endSync>
                <p:childTnLst>
                  <p:par>
                    <p:cTn id="108" fill="hold">
                      <p:stCondLst>
                        <p:cond delay="0"/>
                      </p:stCondLst>
                      <p:childTnLst>
                        <p:par>
                          <p:cTn id="109" fill="hold">
                            <p:stCondLst>
                              <p:cond delay="0"/>
                            </p:stCondLst>
                            <p:childTnLst>
                              <p:par>
                                <p:cTn id="110" presetID="1" presetClass="exit" presetSubtype="0" fill="hold" grpId="0" nodeType="clickEffect">
                                  <p:stCondLst>
                                    <p:cond delay="0"/>
                                  </p:stCondLst>
                                  <p:childTnLst>
                                    <p:set>
                                      <p:cBhvr>
                                        <p:cTn id="111" dur="1" fill="hold">
                                          <p:stCondLst>
                                            <p:cond delay="0"/>
                                          </p:stCondLst>
                                        </p:cTn>
                                        <p:tgtEl>
                                          <p:spTgt spid="70"/>
                                        </p:tgtEl>
                                        <p:attrNameLst>
                                          <p:attrName>style.visibility</p:attrName>
                                        </p:attrNameLst>
                                      </p:cBhvr>
                                      <p:to>
                                        <p:strVal val="hidden"/>
                                      </p:to>
                                    </p:set>
                                  </p:childTnLst>
                                </p:cTn>
                              </p:par>
                            </p:childTnLst>
                          </p:cTn>
                        </p:par>
                      </p:childTnLst>
                    </p:cTn>
                  </p:par>
                </p:childTnLst>
              </p:cTn>
              <p:nextCondLst>
                <p:cond evt="onClick" delay="0">
                  <p:tgtEl>
                    <p:spTgt spid="70"/>
                  </p:tgtEl>
                </p:cond>
              </p:nextCondLst>
            </p:seq>
            <p:seq concurrent="1" nextAc="seek">
              <p:cTn id="112" restart="whenNotActive" fill="hold" evtFilter="cancelBubble" nodeType="interactiveSeq">
                <p:stCondLst>
                  <p:cond evt="onClick" delay="0">
                    <p:tgtEl>
                      <p:spTgt spid="71"/>
                    </p:tgtEl>
                  </p:cond>
                </p:stCondLst>
                <p:endSync evt="end" delay="0">
                  <p:rtn val="all"/>
                </p:endSync>
                <p:childTnLst>
                  <p:par>
                    <p:cTn id="113" fill="hold">
                      <p:stCondLst>
                        <p:cond delay="0"/>
                      </p:stCondLst>
                      <p:childTnLst>
                        <p:par>
                          <p:cTn id="114" fill="hold">
                            <p:stCondLst>
                              <p:cond delay="0"/>
                            </p:stCondLst>
                            <p:childTnLst>
                              <p:par>
                                <p:cTn id="115" presetID="1" presetClass="exit" presetSubtype="0" fill="hold" grpId="0" nodeType="clickEffect">
                                  <p:stCondLst>
                                    <p:cond delay="0"/>
                                  </p:stCondLst>
                                  <p:childTnLst>
                                    <p:set>
                                      <p:cBhvr>
                                        <p:cTn id="116" dur="1" fill="hold">
                                          <p:stCondLst>
                                            <p:cond delay="0"/>
                                          </p:stCondLst>
                                        </p:cTn>
                                        <p:tgtEl>
                                          <p:spTgt spid="71"/>
                                        </p:tgtEl>
                                        <p:attrNameLst>
                                          <p:attrName>style.visibility</p:attrName>
                                        </p:attrNameLst>
                                      </p:cBhvr>
                                      <p:to>
                                        <p:strVal val="hidden"/>
                                      </p:to>
                                    </p:set>
                                  </p:childTnLst>
                                </p:cTn>
                              </p:par>
                            </p:childTnLst>
                          </p:cTn>
                        </p:par>
                      </p:childTnLst>
                    </p:cTn>
                  </p:par>
                </p:childTnLst>
              </p:cTn>
              <p:nextCondLst>
                <p:cond evt="onClick" delay="0">
                  <p:tgtEl>
                    <p:spTgt spid="71"/>
                  </p:tgtEl>
                </p:cond>
              </p:nextCondLst>
            </p:seq>
            <p:seq concurrent="1" nextAc="seek">
              <p:cTn id="117" restart="whenNotActive" fill="hold" evtFilter="cancelBubble" nodeType="interactiveSeq">
                <p:stCondLst>
                  <p:cond evt="onClick" delay="0">
                    <p:tgtEl>
                      <p:spTgt spid="73"/>
                    </p:tgtEl>
                  </p:cond>
                </p:stCondLst>
                <p:endSync evt="end" delay="0">
                  <p:rtn val="all"/>
                </p:endSync>
                <p:childTnLst>
                  <p:par>
                    <p:cTn id="118" fill="hold">
                      <p:stCondLst>
                        <p:cond delay="0"/>
                      </p:stCondLst>
                      <p:childTnLst>
                        <p:par>
                          <p:cTn id="119" fill="hold">
                            <p:stCondLst>
                              <p:cond delay="0"/>
                            </p:stCondLst>
                            <p:childTnLst>
                              <p:par>
                                <p:cTn id="120" presetID="1" presetClass="exit" presetSubtype="0" fill="hold" grpId="0" nodeType="clickEffect">
                                  <p:stCondLst>
                                    <p:cond delay="0"/>
                                  </p:stCondLst>
                                  <p:childTnLst>
                                    <p:set>
                                      <p:cBhvr>
                                        <p:cTn id="121" dur="1" fill="hold">
                                          <p:stCondLst>
                                            <p:cond delay="0"/>
                                          </p:stCondLst>
                                        </p:cTn>
                                        <p:tgtEl>
                                          <p:spTgt spid="73"/>
                                        </p:tgtEl>
                                        <p:attrNameLst>
                                          <p:attrName>style.visibility</p:attrName>
                                        </p:attrNameLst>
                                      </p:cBhvr>
                                      <p:to>
                                        <p:strVal val="hidden"/>
                                      </p:to>
                                    </p:set>
                                  </p:childTnLst>
                                </p:cTn>
                              </p:par>
                            </p:childTnLst>
                          </p:cTn>
                        </p:par>
                      </p:childTnLst>
                    </p:cTn>
                  </p:par>
                </p:childTnLst>
              </p:cTn>
              <p:nextCondLst>
                <p:cond evt="onClick" delay="0">
                  <p:tgtEl>
                    <p:spTgt spid="73"/>
                  </p:tgtEl>
                </p:cond>
              </p:nextCondLst>
            </p:seq>
          </p:childTnLst>
        </p:cTn>
      </p:par>
    </p:tnLst>
    <p:bldLst>
      <p:bldP spid="10" grpId="0"/>
      <p:bldP spid="11" grpId="0"/>
      <p:bldP spid="13" grpId="0"/>
      <p:bldP spid="14" grpId="0"/>
      <p:bldP spid="15" grpId="0"/>
      <p:bldP spid="17" grpId="0"/>
      <p:bldP spid="19" grpId="0"/>
      <p:bldP spid="23" grpId="0"/>
      <p:bldP spid="24" grpId="0" animBg="1"/>
      <p:bldP spid="25" grpId="0" animBg="1"/>
      <p:bldP spid="27" grpId="0" animBg="1"/>
      <p:bldP spid="32" grpId="0" animBg="1"/>
      <p:bldP spid="48" grpId="0" animBg="1"/>
      <p:bldP spid="49" grpId="0" animBg="1"/>
      <p:bldP spid="50" grpId="0" animBg="1"/>
      <p:bldP spid="51" grpId="0" animBg="1"/>
      <p:bldP spid="52" grpId="0" animBg="1"/>
      <p:bldP spid="53" grpId="0" animBg="1"/>
      <p:bldP spid="54" grpId="0" animBg="1"/>
      <p:bldP spid="55" grpId="0" animBg="1"/>
      <p:bldP spid="65" grpId="0" animBg="1"/>
      <p:bldP spid="65" grpId="1" animBg="1"/>
      <p:bldP spid="66" grpId="0" animBg="1"/>
      <p:bldP spid="66" grpId="1" animBg="1"/>
      <p:bldP spid="67" grpId="0" animBg="1"/>
      <p:bldP spid="67" grpId="1" animBg="1"/>
      <p:bldP spid="68" grpId="0" animBg="1"/>
      <p:bldP spid="68" grpId="1" animBg="1"/>
      <p:bldP spid="69" grpId="0" animBg="1"/>
      <p:bldP spid="69" grpId="1" animBg="1"/>
      <p:bldP spid="70" grpId="0" animBg="1"/>
      <p:bldP spid="70" grpId="1" animBg="1"/>
      <p:bldP spid="71" grpId="0" animBg="1"/>
      <p:bldP spid="71" grpId="1" animBg="1"/>
      <p:bldP spid="73" grpId="0" animBg="1"/>
      <p:bldP spid="7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23FB6-B230-F1AA-8073-3F879C834D5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2A8214B-54D0-F800-4DF3-ABB3AE1D9EDF}"/>
                  </a:ext>
                </a:extLst>
              </p:cNvPr>
              <p:cNvSpPr txBox="1"/>
              <p:nvPr/>
            </p:nvSpPr>
            <p:spPr>
              <a:xfrm>
                <a:off x="4408803" y="791366"/>
                <a:ext cx="4494569" cy="400110"/>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algn="ctr"/>
                <a:r>
                  <a:rPr lang="en-GB" sz="2000" dirty="0">
                    <a:solidFill>
                      <a:schemeClr val="tx1"/>
                    </a:solidFill>
                    <a:cs typeface="Calibri" panose="020F0502020204030204" pitchFamily="34" charset="0"/>
                  </a:rPr>
                  <a:t>Here are the first four powers of </a:t>
                </a:r>
                <a14:m>
                  <m:oMath xmlns:m="http://schemas.openxmlformats.org/officeDocument/2006/math">
                    <m:r>
                      <a:rPr lang="en-GB" sz="2000" b="0" i="1" smtClean="0">
                        <a:solidFill>
                          <a:schemeClr val="tx1"/>
                        </a:solidFill>
                        <a:latin typeface="Cambria Math" panose="02040503050406030204" pitchFamily="18" charset="0"/>
                        <a:cs typeface="Calibri" panose="020F0502020204030204" pitchFamily="34" charset="0"/>
                      </a:rPr>
                      <m:t>2</m:t>
                    </m:r>
                  </m:oMath>
                </a14:m>
                <a:r>
                  <a:rPr lang="en-US" sz="2000" dirty="0">
                    <a:solidFill>
                      <a:schemeClr val="tx1"/>
                    </a:solidFill>
                    <a:cs typeface="Calibri" panose="020F0502020204030204" pitchFamily="34" charset="0"/>
                  </a:rPr>
                  <a:t>. </a:t>
                </a:r>
              </a:p>
            </p:txBody>
          </p:sp>
        </mc:Choice>
        <mc:Fallback xmlns="">
          <p:sp>
            <p:nvSpPr>
              <p:cNvPr id="32" name="TextBox 31">
                <a:extLst>
                  <a:ext uri="{FF2B5EF4-FFF2-40B4-BE49-F238E27FC236}">
                    <a16:creationId xmlns:a16="http://schemas.microsoft.com/office/drawing/2014/main" id="{862286D0-1D2E-B8A5-5359-46C9345E7D33}"/>
                  </a:ext>
                </a:extLst>
              </p:cNvPr>
              <p:cNvSpPr txBox="1">
                <a:spLocks noRot="1" noChangeAspect="1" noMove="1" noResize="1" noEditPoints="1" noAdjustHandles="1" noChangeArrowheads="1" noChangeShapeType="1" noTextEdit="1"/>
              </p:cNvSpPr>
              <p:nvPr/>
            </p:nvSpPr>
            <p:spPr>
              <a:xfrm>
                <a:off x="4408803" y="791366"/>
                <a:ext cx="4494569" cy="400110"/>
              </a:xfrm>
              <a:prstGeom prst="rect">
                <a:avLst/>
              </a:prstGeom>
              <a:blipFill>
                <a:blip r:embed="rId3"/>
                <a:stretch>
                  <a:fillRect b="-5618"/>
                </a:stretch>
              </a:blipFill>
              <a:ln>
                <a:noFill/>
              </a:ln>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2" name="Title 1">
            <a:extLst>
              <a:ext uri="{FF2B5EF4-FFF2-40B4-BE49-F238E27FC236}">
                <a16:creationId xmlns:a16="http://schemas.microsoft.com/office/drawing/2014/main" id="{642C0E18-CD9D-9F50-CC08-0895D46359F6}"/>
              </a:ext>
            </a:extLst>
          </p:cNvPr>
          <p:cNvSpPr>
            <a:spLocks noGrp="1"/>
          </p:cNvSpPr>
          <p:nvPr>
            <p:ph type="title"/>
          </p:nvPr>
        </p:nvSpPr>
        <p:spPr/>
        <p:txBody>
          <a:bodyPr/>
          <a:lstStyle/>
          <a:p>
            <a:r>
              <a:rPr lang="en-GB" dirty="0"/>
              <a:t>Pattern Spotting</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110C05E7-A6F5-8CDD-99A8-14C2135EAB8C}"/>
                  </a:ext>
                </a:extLst>
              </p:cNvPr>
              <p:cNvGraphicFramePr>
                <a:graphicFrameLocks noGrp="1"/>
              </p:cNvGraphicFramePr>
              <p:nvPr>
                <p:extLst>
                  <p:ext uri="{D42A27DB-BD31-4B8C-83A1-F6EECF244321}">
                    <p14:modId xmlns:p14="http://schemas.microsoft.com/office/powerpoint/2010/main" val="1261941733"/>
                  </p:ext>
                </p:extLst>
              </p:nvPr>
            </p:nvGraphicFramePr>
            <p:xfrm>
              <a:off x="288757" y="661737"/>
              <a:ext cx="2883568" cy="4021807"/>
            </p:xfrm>
            <a:graphic>
              <a:graphicData uri="http://schemas.openxmlformats.org/drawingml/2006/table">
                <a:tbl>
                  <a:tblPr firstRow="1" bandRow="1">
                    <a:tableStyleId>{5C22544A-7EE6-4342-B048-85BDC9FD1C3A}</a:tableStyleId>
                  </a:tblPr>
                  <a:tblGrid>
                    <a:gridCol w="1441784">
                      <a:extLst>
                        <a:ext uri="{9D8B030D-6E8A-4147-A177-3AD203B41FA5}">
                          <a16:colId xmlns:a16="http://schemas.microsoft.com/office/drawing/2014/main" val="3131674531"/>
                        </a:ext>
                      </a:extLst>
                    </a:gridCol>
                    <a:gridCol w="1441784">
                      <a:extLst>
                        <a:ext uri="{9D8B030D-6E8A-4147-A177-3AD203B41FA5}">
                          <a16:colId xmlns:a16="http://schemas.microsoft.com/office/drawing/2014/main" val="2593131771"/>
                        </a:ext>
                      </a:extLst>
                    </a:gridCol>
                  </a:tblGrid>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4</m:t>
                                    </m:r>
                                  </m:sup>
                                </m:sSup>
                              </m:oMath>
                            </m:oMathPara>
                          </a14:m>
                          <a:endParaRPr lang="en-GB"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16</m:t>
                                </m:r>
                              </m:oMath>
                            </m:oMathPara>
                          </a14:m>
                          <a:endParaRPr lang="en-GB"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0230136"/>
                      </a:ext>
                    </a:extLst>
                  </a:tr>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3</m:t>
                                    </m:r>
                                  </m:sup>
                                </m:sSup>
                              </m:oMath>
                            </m:oMathPara>
                          </a14:m>
                          <a:endParaRPr lang="en-GB"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8</m:t>
                                </m:r>
                              </m:oMath>
                            </m:oMathPara>
                          </a14:m>
                          <a:endParaRPr lang="en-GB"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620396"/>
                      </a:ext>
                    </a:extLst>
                  </a:tr>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2</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4</m:t>
                                </m:r>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9696914"/>
                      </a:ext>
                    </a:extLst>
                  </a:tr>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1</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2</m:t>
                                </m:r>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159749"/>
                      </a:ext>
                    </a:extLst>
                  </a:tr>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0</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1</m:t>
                                </m:r>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4633190"/>
                      </a:ext>
                    </a:extLst>
                  </a:tr>
                  <a:tr h="681027">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−1</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GB" sz="2000" b="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1</m:t>
                                    </m:r>
                                  </m:num>
                                  <m:den>
                                    <m:r>
                                      <a:rPr lang="en-GB" sz="2000" b="0" i="1" smtClean="0">
                                        <a:solidFill>
                                          <a:schemeClr val="tx1"/>
                                        </a:solidFill>
                                        <a:latin typeface="Cambria Math" panose="02040503050406030204" pitchFamily="18" charset="0"/>
                                      </a:rPr>
                                      <m:t>2</m:t>
                                    </m:r>
                                  </m:den>
                                </m:f>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296132"/>
                      </a:ext>
                    </a:extLst>
                  </a:tr>
                </a:tbl>
              </a:graphicData>
            </a:graphic>
          </p:graphicFrame>
        </mc:Choice>
        <mc:Fallback xmlns="">
          <p:graphicFrame>
            <p:nvGraphicFramePr>
              <p:cNvPr id="6" name="Table 5">
                <a:extLst>
                  <a:ext uri="{FF2B5EF4-FFF2-40B4-BE49-F238E27FC236}">
                    <a16:creationId xmlns:a16="http://schemas.microsoft.com/office/drawing/2014/main" id="{110C05E7-A6F5-8CDD-99A8-14C2135EAB8C}"/>
                  </a:ext>
                </a:extLst>
              </p:cNvPr>
              <p:cNvGraphicFramePr>
                <a:graphicFrameLocks noGrp="1"/>
              </p:cNvGraphicFramePr>
              <p:nvPr>
                <p:extLst>
                  <p:ext uri="{D42A27DB-BD31-4B8C-83A1-F6EECF244321}">
                    <p14:modId xmlns:p14="http://schemas.microsoft.com/office/powerpoint/2010/main" val="1261941733"/>
                  </p:ext>
                </p:extLst>
              </p:nvPr>
            </p:nvGraphicFramePr>
            <p:xfrm>
              <a:off x="288757" y="661737"/>
              <a:ext cx="2883568" cy="4021807"/>
            </p:xfrm>
            <a:graphic>
              <a:graphicData uri="http://schemas.openxmlformats.org/drawingml/2006/table">
                <a:tbl>
                  <a:tblPr firstRow="1" bandRow="1">
                    <a:tableStyleId>{5C22544A-7EE6-4342-B048-85BDC9FD1C3A}</a:tableStyleId>
                  </a:tblPr>
                  <a:tblGrid>
                    <a:gridCol w="1441784">
                      <a:extLst>
                        <a:ext uri="{9D8B030D-6E8A-4147-A177-3AD203B41FA5}">
                          <a16:colId xmlns:a16="http://schemas.microsoft.com/office/drawing/2014/main" val="3131674531"/>
                        </a:ext>
                      </a:extLst>
                    </a:gridCol>
                    <a:gridCol w="1441784">
                      <a:extLst>
                        <a:ext uri="{9D8B030D-6E8A-4147-A177-3AD203B41FA5}">
                          <a16:colId xmlns:a16="http://schemas.microsoft.com/office/drawing/2014/main" val="2593131771"/>
                        </a:ext>
                      </a:extLst>
                    </a:gridCol>
                  </a:tblGrid>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r="-100000" b="-500909"/>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b="-500909"/>
                          </a:stretch>
                        </a:blipFill>
                      </a:tcPr>
                    </a:tc>
                    <a:extLst>
                      <a:ext uri="{0D108BD9-81ED-4DB2-BD59-A6C34878D82A}">
                        <a16:rowId xmlns:a16="http://schemas.microsoft.com/office/drawing/2014/main" val="3570230136"/>
                      </a:ext>
                    </a:extLst>
                  </a:tr>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00000" r="-100000" b="-400909"/>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100000" b="-400909"/>
                          </a:stretch>
                        </a:blipFill>
                      </a:tcPr>
                    </a:tc>
                    <a:extLst>
                      <a:ext uri="{0D108BD9-81ED-4DB2-BD59-A6C34878D82A}">
                        <a16:rowId xmlns:a16="http://schemas.microsoft.com/office/drawing/2014/main" val="3533620396"/>
                      </a:ext>
                    </a:extLst>
                  </a:tr>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1835" r="-100000" b="-304587"/>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201835" b="-304587"/>
                          </a:stretch>
                        </a:blipFill>
                      </a:tcPr>
                    </a:tc>
                    <a:extLst>
                      <a:ext uri="{0D108BD9-81ED-4DB2-BD59-A6C34878D82A}">
                        <a16:rowId xmlns:a16="http://schemas.microsoft.com/office/drawing/2014/main" val="3409696914"/>
                      </a:ext>
                    </a:extLst>
                  </a:tr>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9091" r="-100000" b="-201818"/>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299091" b="-201818"/>
                          </a:stretch>
                        </a:blipFill>
                      </a:tcPr>
                    </a:tc>
                    <a:extLst>
                      <a:ext uri="{0D108BD9-81ED-4DB2-BD59-A6C34878D82A}">
                        <a16:rowId xmlns:a16="http://schemas.microsoft.com/office/drawing/2014/main" val="306159749"/>
                      </a:ext>
                    </a:extLst>
                  </a:tr>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99091" r="-100000" b="-101818"/>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399091" b="-101818"/>
                          </a:stretch>
                        </a:blipFill>
                      </a:tcPr>
                    </a:tc>
                    <a:extLst>
                      <a:ext uri="{0D108BD9-81ED-4DB2-BD59-A6C34878D82A}">
                        <a16:rowId xmlns:a16="http://schemas.microsoft.com/office/drawing/2014/main" val="514633190"/>
                      </a:ext>
                    </a:extLst>
                  </a:tr>
                  <a:tr h="68102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90179" r="-1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490179"/>
                          </a:stretch>
                        </a:blipFill>
                      </a:tcPr>
                    </a:tc>
                    <a:extLst>
                      <a:ext uri="{0D108BD9-81ED-4DB2-BD59-A6C34878D82A}">
                        <a16:rowId xmlns:a16="http://schemas.microsoft.com/office/drawing/2014/main" val="112296132"/>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036F3FA-8C43-1854-B12D-7E33DE5DF03E}"/>
                  </a:ext>
                </a:extLst>
              </p:cNvPr>
              <p:cNvSpPr txBox="1"/>
              <p:nvPr/>
            </p:nvSpPr>
            <p:spPr>
              <a:xfrm>
                <a:off x="1477106" y="791366"/>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8" name="TextBox 7">
                <a:extLst>
                  <a:ext uri="{FF2B5EF4-FFF2-40B4-BE49-F238E27FC236}">
                    <a16:creationId xmlns:a16="http://schemas.microsoft.com/office/drawing/2014/main" id="{1BD9E882-1002-5417-EC4C-0DA6A5A72F57}"/>
                  </a:ext>
                </a:extLst>
              </p:cNvPr>
              <p:cNvSpPr txBox="1">
                <a:spLocks noRot="1" noChangeAspect="1" noMove="1" noResize="1" noEditPoints="1" noAdjustHandles="1" noChangeArrowheads="1" noChangeShapeType="1" noTextEdit="1"/>
              </p:cNvSpPr>
              <p:nvPr/>
            </p:nvSpPr>
            <p:spPr>
              <a:xfrm>
                <a:off x="1477106" y="791366"/>
                <a:ext cx="453970" cy="40011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9D6485B-974F-6B92-0AC0-92FE162353D0}"/>
                  </a:ext>
                </a:extLst>
              </p:cNvPr>
              <p:cNvSpPr txBox="1"/>
              <p:nvPr/>
            </p:nvSpPr>
            <p:spPr>
              <a:xfrm>
                <a:off x="1477105" y="1458192"/>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9" name="TextBox 8">
                <a:extLst>
                  <a:ext uri="{FF2B5EF4-FFF2-40B4-BE49-F238E27FC236}">
                    <a16:creationId xmlns:a16="http://schemas.microsoft.com/office/drawing/2014/main" id="{295963BF-8A1E-2CE9-9ADC-A0DC097DA641}"/>
                  </a:ext>
                </a:extLst>
              </p:cNvPr>
              <p:cNvSpPr txBox="1">
                <a:spLocks noRot="1" noChangeAspect="1" noMove="1" noResize="1" noEditPoints="1" noAdjustHandles="1" noChangeArrowheads="1" noChangeShapeType="1" noTextEdit="1"/>
              </p:cNvSpPr>
              <p:nvPr/>
            </p:nvSpPr>
            <p:spPr>
              <a:xfrm>
                <a:off x="1477105" y="1458192"/>
                <a:ext cx="453970" cy="400110"/>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4755EB5-FAED-FD87-831E-F304D9077B1E}"/>
                  </a:ext>
                </a:extLst>
              </p:cNvPr>
              <p:cNvSpPr txBox="1"/>
              <p:nvPr/>
            </p:nvSpPr>
            <p:spPr>
              <a:xfrm>
                <a:off x="1477106" y="2149082"/>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0" name="TextBox 9">
                <a:extLst>
                  <a:ext uri="{FF2B5EF4-FFF2-40B4-BE49-F238E27FC236}">
                    <a16:creationId xmlns:a16="http://schemas.microsoft.com/office/drawing/2014/main" id="{8DF4053D-F594-0344-29FC-0CEEDC36B8A7}"/>
                  </a:ext>
                </a:extLst>
              </p:cNvPr>
              <p:cNvSpPr txBox="1">
                <a:spLocks noRot="1" noChangeAspect="1" noMove="1" noResize="1" noEditPoints="1" noAdjustHandles="1" noChangeArrowheads="1" noChangeShapeType="1" noTextEdit="1"/>
              </p:cNvSpPr>
              <p:nvPr/>
            </p:nvSpPr>
            <p:spPr>
              <a:xfrm>
                <a:off x="1477106" y="2149082"/>
                <a:ext cx="453970" cy="40011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13CE3A-ED9A-B3DC-2B1A-677D8529DA4A}"/>
                  </a:ext>
                </a:extLst>
              </p:cNvPr>
              <p:cNvSpPr txBox="1"/>
              <p:nvPr/>
            </p:nvSpPr>
            <p:spPr>
              <a:xfrm>
                <a:off x="1477105" y="2815908"/>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1" name="TextBox 10">
                <a:extLst>
                  <a:ext uri="{FF2B5EF4-FFF2-40B4-BE49-F238E27FC236}">
                    <a16:creationId xmlns:a16="http://schemas.microsoft.com/office/drawing/2014/main" id="{15E33CEC-83B7-7A61-AF3D-F7EA83857F58}"/>
                  </a:ext>
                </a:extLst>
              </p:cNvPr>
              <p:cNvSpPr txBox="1">
                <a:spLocks noRot="1" noChangeAspect="1" noMove="1" noResize="1" noEditPoints="1" noAdjustHandles="1" noChangeArrowheads="1" noChangeShapeType="1" noTextEdit="1"/>
              </p:cNvSpPr>
              <p:nvPr/>
            </p:nvSpPr>
            <p:spPr>
              <a:xfrm>
                <a:off x="1477105" y="2815908"/>
                <a:ext cx="453970" cy="40011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9FFFADC-025E-9590-09D9-6AB3624A7BE3}"/>
                  </a:ext>
                </a:extLst>
              </p:cNvPr>
              <p:cNvSpPr txBox="1"/>
              <p:nvPr/>
            </p:nvSpPr>
            <p:spPr>
              <a:xfrm>
                <a:off x="1477105" y="3482734"/>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2" name="TextBox 11">
                <a:extLst>
                  <a:ext uri="{FF2B5EF4-FFF2-40B4-BE49-F238E27FC236}">
                    <a16:creationId xmlns:a16="http://schemas.microsoft.com/office/drawing/2014/main" id="{A67D4E69-64D6-8AF7-DCCC-227655FA4E4D}"/>
                  </a:ext>
                </a:extLst>
              </p:cNvPr>
              <p:cNvSpPr txBox="1">
                <a:spLocks noRot="1" noChangeAspect="1" noMove="1" noResize="1" noEditPoints="1" noAdjustHandles="1" noChangeArrowheads="1" noChangeShapeType="1" noTextEdit="1"/>
              </p:cNvSpPr>
              <p:nvPr/>
            </p:nvSpPr>
            <p:spPr>
              <a:xfrm>
                <a:off x="1477105" y="3482734"/>
                <a:ext cx="453970" cy="400110"/>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3E92DC8-ACB4-991E-02BD-B7C1C4238393}"/>
                  </a:ext>
                </a:extLst>
              </p:cNvPr>
              <p:cNvSpPr txBox="1"/>
              <p:nvPr/>
            </p:nvSpPr>
            <p:spPr>
              <a:xfrm>
                <a:off x="1477104" y="4125496"/>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3" name="TextBox 12">
                <a:extLst>
                  <a:ext uri="{FF2B5EF4-FFF2-40B4-BE49-F238E27FC236}">
                    <a16:creationId xmlns:a16="http://schemas.microsoft.com/office/drawing/2014/main" id="{359D0357-9E05-F2C4-70D4-7DC7215FFECE}"/>
                  </a:ext>
                </a:extLst>
              </p:cNvPr>
              <p:cNvSpPr txBox="1">
                <a:spLocks noRot="1" noChangeAspect="1" noMove="1" noResize="1" noEditPoints="1" noAdjustHandles="1" noChangeArrowheads="1" noChangeShapeType="1" noTextEdit="1"/>
              </p:cNvSpPr>
              <p:nvPr/>
            </p:nvSpPr>
            <p:spPr>
              <a:xfrm>
                <a:off x="1477104" y="4125496"/>
                <a:ext cx="453970" cy="400110"/>
              </a:xfrm>
              <a:prstGeom prst="rect">
                <a:avLst/>
              </a:prstGeom>
              <a:blipFill>
                <a:blip r:embed="rId5"/>
                <a:stretch>
                  <a:fillRect/>
                </a:stretch>
              </a:blipFill>
            </p:spPr>
            <p:txBody>
              <a:bodyPr/>
              <a:lstStyle/>
              <a:p>
                <a:r>
                  <a:rPr lang="en-GB">
                    <a:noFill/>
                  </a:rPr>
                  <a:t> </a:t>
                </a:r>
              </a:p>
            </p:txBody>
          </p:sp>
        </mc:Fallback>
      </mc:AlternateContent>
      <p:sp>
        <p:nvSpPr>
          <p:cNvPr id="21" name="Rectangle 20">
            <a:extLst>
              <a:ext uri="{FF2B5EF4-FFF2-40B4-BE49-F238E27FC236}">
                <a16:creationId xmlns:a16="http://schemas.microsoft.com/office/drawing/2014/main" id="{4D649355-3EDC-C469-C89D-1ABC0E8B24A4}"/>
              </a:ext>
            </a:extLst>
          </p:cNvPr>
          <p:cNvSpPr/>
          <p:nvPr/>
        </p:nvSpPr>
        <p:spPr>
          <a:xfrm>
            <a:off x="2144849" y="3975173"/>
            <a:ext cx="571035" cy="644952"/>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27" name="TextBox 26">
            <a:extLst>
              <a:ext uri="{FF2B5EF4-FFF2-40B4-BE49-F238E27FC236}">
                <a16:creationId xmlns:a16="http://schemas.microsoft.com/office/drawing/2014/main" id="{C0AD59C5-B317-46CF-602E-2DD973A121CC}"/>
              </a:ext>
            </a:extLst>
          </p:cNvPr>
          <p:cNvSpPr txBox="1"/>
          <p:nvPr/>
        </p:nvSpPr>
        <p:spPr>
          <a:xfrm>
            <a:off x="4365802" y="4173071"/>
            <a:ext cx="4494569" cy="400110"/>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algn="ctr"/>
            <a:r>
              <a:rPr lang="en-GB" sz="2000" dirty="0">
                <a:solidFill>
                  <a:schemeClr val="tx1"/>
                </a:solidFill>
                <a:cs typeface="Calibri" panose="020F0502020204030204" pitchFamily="34" charset="0"/>
              </a:rPr>
              <a:t>Let’s extend the table a little bit.</a:t>
            </a:r>
            <a:endParaRPr lang="en-US" sz="2000" dirty="0">
              <a:solidFill>
                <a:schemeClr val="tx1"/>
              </a:solidFill>
              <a:cs typeface="Calibri" panose="020F0502020204030204" pitchFamily="34" charset="0"/>
            </a:endParaRPr>
          </a:p>
        </p:txBody>
      </p:sp>
      <p:sp>
        <p:nvSpPr>
          <p:cNvPr id="25" name="Rectangle 24">
            <a:extLst>
              <a:ext uri="{FF2B5EF4-FFF2-40B4-BE49-F238E27FC236}">
                <a16:creationId xmlns:a16="http://schemas.microsoft.com/office/drawing/2014/main" id="{1F28A066-0B81-9E82-9744-9295A09E513B}"/>
              </a:ext>
            </a:extLst>
          </p:cNvPr>
          <p:cNvSpPr/>
          <p:nvPr/>
        </p:nvSpPr>
        <p:spPr>
          <a:xfrm>
            <a:off x="2144848" y="3278011"/>
            <a:ext cx="571035" cy="644952"/>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30" name="TextBox 29">
            <a:extLst>
              <a:ext uri="{FF2B5EF4-FFF2-40B4-BE49-F238E27FC236}">
                <a16:creationId xmlns:a16="http://schemas.microsoft.com/office/drawing/2014/main" id="{7DB59BFD-5156-2C49-5316-67BB872FC749}"/>
              </a:ext>
            </a:extLst>
          </p:cNvPr>
          <p:cNvSpPr txBox="1"/>
          <p:nvPr/>
        </p:nvSpPr>
        <p:spPr>
          <a:xfrm>
            <a:off x="4408803" y="1441196"/>
            <a:ext cx="457801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endParaRPr lang="en-US" dirty="0"/>
          </a:p>
        </p:txBody>
      </p:sp>
      <p:sp>
        <p:nvSpPr>
          <p:cNvPr id="33" name="TextBox 32">
            <a:extLst>
              <a:ext uri="{FF2B5EF4-FFF2-40B4-BE49-F238E27FC236}">
                <a16:creationId xmlns:a16="http://schemas.microsoft.com/office/drawing/2014/main" id="{805D2DC0-872C-F306-75B8-5F081DF24CAB}"/>
              </a:ext>
            </a:extLst>
          </p:cNvPr>
          <p:cNvSpPr txBox="1"/>
          <p:nvPr/>
        </p:nvSpPr>
        <p:spPr>
          <a:xfrm>
            <a:off x="4408803" y="1441196"/>
            <a:ext cx="4578016" cy="70788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US" dirty="0"/>
              <a:t>How does the </a:t>
            </a:r>
            <a:r>
              <a:rPr lang="en-US" b="1" dirty="0"/>
              <a:t>value</a:t>
            </a:r>
            <a:r>
              <a:rPr lang="en-US" dirty="0"/>
              <a:t> of each power change as we move </a:t>
            </a:r>
            <a:r>
              <a:rPr lang="en-US" b="1" dirty="0"/>
              <a:t>down</a:t>
            </a:r>
            <a:r>
              <a:rPr lang="en-US" dirty="0"/>
              <a:t> the list? </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FBFB317-58CD-A225-C7BA-98E8238D1615}"/>
                  </a:ext>
                </a:extLst>
              </p:cNvPr>
              <p:cNvSpPr txBox="1"/>
              <p:nvPr/>
            </p:nvSpPr>
            <p:spPr>
              <a:xfrm>
                <a:off x="4275568" y="2302999"/>
                <a:ext cx="4675035" cy="707886"/>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algn="ctr"/>
                <a:r>
                  <a:rPr lang="en-GB" sz="2000" dirty="0">
                    <a:cs typeface="Calibri" panose="020F0502020204030204" pitchFamily="34" charset="0"/>
                  </a:rPr>
                  <a:t>We </a:t>
                </a:r>
                <a:r>
                  <a:rPr lang="en-GB" sz="2000" b="1" dirty="0">
                    <a:cs typeface="Calibri" panose="020F0502020204030204" pitchFamily="34" charset="0"/>
                  </a:rPr>
                  <a:t>divide the previous row by </a:t>
                </a:r>
                <a14:m>
                  <m:oMath xmlns:m="http://schemas.openxmlformats.org/officeDocument/2006/math">
                    <m:r>
                      <a:rPr lang="en-GB" sz="2000" b="1" i="1" smtClean="0">
                        <a:latin typeface="Cambria Math" panose="02040503050406030204" pitchFamily="18" charset="0"/>
                        <a:cs typeface="Calibri" panose="020F0502020204030204" pitchFamily="34" charset="0"/>
                      </a:rPr>
                      <m:t>𝟐</m:t>
                    </m:r>
                  </m:oMath>
                </a14:m>
                <a:r>
                  <a:rPr lang="en-US" sz="2000" dirty="0">
                    <a:solidFill>
                      <a:schemeClr val="tx1"/>
                    </a:solidFill>
                    <a:cs typeface="Calibri" panose="020F0502020204030204" pitchFamily="34" charset="0"/>
                  </a:rPr>
                  <a:t> and </a:t>
                </a:r>
                <a:r>
                  <a:rPr lang="en-US" sz="2000" b="1" dirty="0">
                    <a:solidFill>
                      <a:schemeClr val="tx1"/>
                    </a:solidFill>
                    <a:cs typeface="Calibri" panose="020F0502020204030204" pitchFamily="34" charset="0"/>
                  </a:rPr>
                  <a:t>reduce the power by 1 </a:t>
                </a:r>
                <a:r>
                  <a:rPr lang="en-US" sz="2000" dirty="0">
                    <a:solidFill>
                      <a:schemeClr val="tx1"/>
                    </a:solidFill>
                    <a:cs typeface="Calibri" panose="020F0502020204030204" pitchFamily="34" charset="0"/>
                  </a:rPr>
                  <a:t>each time.</a:t>
                </a:r>
              </a:p>
            </p:txBody>
          </p:sp>
        </mc:Choice>
        <mc:Fallback xmlns="">
          <p:sp>
            <p:nvSpPr>
              <p:cNvPr id="34" name="TextBox 33">
                <a:extLst>
                  <a:ext uri="{FF2B5EF4-FFF2-40B4-BE49-F238E27FC236}">
                    <a16:creationId xmlns:a16="http://schemas.microsoft.com/office/drawing/2014/main" id="{5FBFB317-58CD-A225-C7BA-98E8238D1615}"/>
                  </a:ext>
                </a:extLst>
              </p:cNvPr>
              <p:cNvSpPr txBox="1">
                <a:spLocks noRot="1" noChangeAspect="1" noMove="1" noResize="1" noEditPoints="1" noAdjustHandles="1" noChangeArrowheads="1" noChangeShapeType="1" noTextEdit="1"/>
              </p:cNvSpPr>
              <p:nvPr/>
            </p:nvSpPr>
            <p:spPr>
              <a:xfrm>
                <a:off x="4275568" y="2302999"/>
                <a:ext cx="4675035" cy="707886"/>
              </a:xfrm>
              <a:prstGeom prst="rect">
                <a:avLst/>
              </a:prstGeom>
              <a:blipFill>
                <a:blip r:embed="rId9"/>
                <a:stretch>
                  <a:fillRect b="-2857"/>
                </a:stretch>
              </a:blipFill>
              <a:ln>
                <a:noFill/>
              </a:ln>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35" name="Arrow: Curved Left 34">
            <a:extLst>
              <a:ext uri="{FF2B5EF4-FFF2-40B4-BE49-F238E27FC236}">
                <a16:creationId xmlns:a16="http://schemas.microsoft.com/office/drawing/2014/main" id="{60CB485B-82D9-4D57-63C4-9C568F3D62A7}"/>
              </a:ext>
            </a:extLst>
          </p:cNvPr>
          <p:cNvSpPr/>
          <p:nvPr/>
        </p:nvSpPr>
        <p:spPr>
          <a:xfrm>
            <a:off x="2873583" y="888291"/>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6" name="Arrow: Curved Left 35">
            <a:extLst>
              <a:ext uri="{FF2B5EF4-FFF2-40B4-BE49-F238E27FC236}">
                <a16:creationId xmlns:a16="http://schemas.microsoft.com/office/drawing/2014/main" id="{968E2B8F-2EF7-1667-9188-04E448935841}"/>
              </a:ext>
            </a:extLst>
          </p:cNvPr>
          <p:cNvSpPr/>
          <p:nvPr/>
        </p:nvSpPr>
        <p:spPr>
          <a:xfrm>
            <a:off x="2873583" y="1610233"/>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Arrow: Curved Left 36">
            <a:extLst>
              <a:ext uri="{FF2B5EF4-FFF2-40B4-BE49-F238E27FC236}">
                <a16:creationId xmlns:a16="http://schemas.microsoft.com/office/drawing/2014/main" id="{62D93746-E6A1-D584-28C3-0CE790D3B43E}"/>
              </a:ext>
            </a:extLst>
          </p:cNvPr>
          <p:cNvSpPr/>
          <p:nvPr/>
        </p:nvSpPr>
        <p:spPr>
          <a:xfrm>
            <a:off x="2873583" y="2389767"/>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8" name="Rectangle 37">
            <a:extLst>
              <a:ext uri="{FF2B5EF4-FFF2-40B4-BE49-F238E27FC236}">
                <a16:creationId xmlns:a16="http://schemas.microsoft.com/office/drawing/2014/main" id="{9CA77DA9-569E-91B8-B9BE-4939C1507998}"/>
              </a:ext>
            </a:extLst>
          </p:cNvPr>
          <p:cNvSpPr/>
          <p:nvPr/>
        </p:nvSpPr>
        <p:spPr>
          <a:xfrm>
            <a:off x="4364516" y="2221184"/>
            <a:ext cx="4666583" cy="810371"/>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39" name="Rectangle 38">
            <a:extLst>
              <a:ext uri="{FF2B5EF4-FFF2-40B4-BE49-F238E27FC236}">
                <a16:creationId xmlns:a16="http://schemas.microsoft.com/office/drawing/2014/main" id="{F51D7EE6-9554-ABC6-32D4-02D7E6D77BE6}"/>
              </a:ext>
            </a:extLst>
          </p:cNvPr>
          <p:cNvSpPr/>
          <p:nvPr/>
        </p:nvSpPr>
        <p:spPr>
          <a:xfrm>
            <a:off x="649758" y="3142589"/>
            <a:ext cx="2883568" cy="3452796"/>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496AA404-BEA0-5859-BD70-7614D8F9E4EF}"/>
              </a:ext>
            </a:extLst>
          </p:cNvPr>
          <p:cNvSpPr txBox="1"/>
          <p:nvPr/>
        </p:nvSpPr>
        <p:spPr>
          <a:xfrm>
            <a:off x="4410087" y="4724400"/>
            <a:ext cx="4578016" cy="70788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US" dirty="0"/>
              <a:t>Fill in the blanks using the pattern you just spotted.</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F07BFBE-8F35-20C7-5AAF-885DB9E4DF94}"/>
                  </a:ext>
                </a:extLst>
              </p:cNvPr>
              <p:cNvSpPr txBox="1"/>
              <p:nvPr/>
            </p:nvSpPr>
            <p:spPr>
              <a:xfrm>
                <a:off x="3334495" y="955325"/>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44" name="TextBox 43">
                <a:extLst>
                  <a:ext uri="{FF2B5EF4-FFF2-40B4-BE49-F238E27FC236}">
                    <a16:creationId xmlns:a16="http://schemas.microsoft.com/office/drawing/2014/main" id="{35C1596F-843F-B4A6-F7B2-9AAD97E23C6C}"/>
                  </a:ext>
                </a:extLst>
              </p:cNvPr>
              <p:cNvSpPr txBox="1">
                <a:spLocks noRot="1" noChangeAspect="1" noMove="1" noResize="1" noEditPoints="1" noAdjustHandles="1" noChangeArrowheads="1" noChangeShapeType="1" noTextEdit="1"/>
              </p:cNvSpPr>
              <p:nvPr/>
            </p:nvSpPr>
            <p:spPr>
              <a:xfrm>
                <a:off x="3334495" y="955325"/>
                <a:ext cx="606256" cy="369332"/>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89FED47-C7D8-70B0-375D-D8CD9AADBA39}"/>
                  </a:ext>
                </a:extLst>
              </p:cNvPr>
              <p:cNvSpPr txBox="1"/>
              <p:nvPr/>
            </p:nvSpPr>
            <p:spPr>
              <a:xfrm>
                <a:off x="3327553" y="1673636"/>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45" name="TextBox 44">
                <a:extLst>
                  <a:ext uri="{FF2B5EF4-FFF2-40B4-BE49-F238E27FC236}">
                    <a16:creationId xmlns:a16="http://schemas.microsoft.com/office/drawing/2014/main" id="{34F01952-97D8-8336-E8C5-1DDF2AF590D1}"/>
                  </a:ext>
                </a:extLst>
              </p:cNvPr>
              <p:cNvSpPr txBox="1">
                <a:spLocks noRot="1" noChangeAspect="1" noMove="1" noResize="1" noEditPoints="1" noAdjustHandles="1" noChangeArrowheads="1" noChangeShapeType="1" noTextEdit="1"/>
              </p:cNvSpPr>
              <p:nvPr/>
            </p:nvSpPr>
            <p:spPr>
              <a:xfrm>
                <a:off x="3327553" y="1673636"/>
                <a:ext cx="606256" cy="369332"/>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9BB2FC4-A07D-BBFB-4D4B-7D59800DAD23}"/>
                  </a:ext>
                </a:extLst>
              </p:cNvPr>
              <p:cNvSpPr txBox="1"/>
              <p:nvPr/>
            </p:nvSpPr>
            <p:spPr>
              <a:xfrm>
                <a:off x="3308881" y="2521471"/>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46" name="TextBox 45">
                <a:extLst>
                  <a:ext uri="{FF2B5EF4-FFF2-40B4-BE49-F238E27FC236}">
                    <a16:creationId xmlns:a16="http://schemas.microsoft.com/office/drawing/2014/main" id="{C650756E-1BE1-0FD3-B923-25E1D52179E5}"/>
                  </a:ext>
                </a:extLst>
              </p:cNvPr>
              <p:cNvSpPr txBox="1">
                <a:spLocks noRot="1" noChangeAspect="1" noMove="1" noResize="1" noEditPoints="1" noAdjustHandles="1" noChangeArrowheads="1" noChangeShapeType="1" noTextEdit="1"/>
              </p:cNvSpPr>
              <p:nvPr/>
            </p:nvSpPr>
            <p:spPr>
              <a:xfrm>
                <a:off x="3308881" y="2521471"/>
                <a:ext cx="606256" cy="369332"/>
              </a:xfrm>
              <a:prstGeom prst="rect">
                <a:avLst/>
              </a:prstGeom>
              <a:blipFill>
                <a:blip r:embed="rId14"/>
                <a:stretch>
                  <a:fillRect/>
                </a:stretch>
              </a:blipFill>
            </p:spPr>
            <p:txBody>
              <a:bodyPr/>
              <a:lstStyle/>
              <a:p>
                <a:r>
                  <a:rPr lang="en-GB">
                    <a:noFill/>
                  </a:rPr>
                  <a:t> </a:t>
                </a:r>
              </a:p>
            </p:txBody>
          </p:sp>
        </mc:Fallback>
      </mc:AlternateContent>
      <p:sp>
        <p:nvSpPr>
          <p:cNvPr id="47" name="TextBox 46">
            <a:extLst>
              <a:ext uri="{FF2B5EF4-FFF2-40B4-BE49-F238E27FC236}">
                <a16:creationId xmlns:a16="http://schemas.microsoft.com/office/drawing/2014/main" id="{E331D788-B3CF-6223-FB37-8876ACF064BA}"/>
              </a:ext>
            </a:extLst>
          </p:cNvPr>
          <p:cNvSpPr txBox="1"/>
          <p:nvPr/>
        </p:nvSpPr>
        <p:spPr>
          <a:xfrm>
            <a:off x="5170186" y="3223461"/>
            <a:ext cx="3055245" cy="3385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Click me to extend the list!</a:t>
            </a:r>
          </a:p>
        </p:txBody>
      </p:sp>
      <p:sp>
        <p:nvSpPr>
          <p:cNvPr id="5" name="Arrow: Curved Left 4">
            <a:extLst>
              <a:ext uri="{FF2B5EF4-FFF2-40B4-BE49-F238E27FC236}">
                <a16:creationId xmlns:a16="http://schemas.microsoft.com/office/drawing/2014/main" id="{103EF50B-AB8D-69F7-5422-A9B211940981}"/>
              </a:ext>
            </a:extLst>
          </p:cNvPr>
          <p:cNvSpPr/>
          <p:nvPr/>
        </p:nvSpPr>
        <p:spPr>
          <a:xfrm>
            <a:off x="2892438" y="3112852"/>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4B05362-2C25-AD1A-9A01-8D425DB1125C}"/>
                  </a:ext>
                </a:extLst>
              </p:cNvPr>
              <p:cNvSpPr txBox="1"/>
              <p:nvPr/>
            </p:nvSpPr>
            <p:spPr>
              <a:xfrm>
                <a:off x="3327736" y="3244556"/>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7" name="TextBox 6">
                <a:extLst>
                  <a:ext uri="{FF2B5EF4-FFF2-40B4-BE49-F238E27FC236}">
                    <a16:creationId xmlns:a16="http://schemas.microsoft.com/office/drawing/2014/main" id="{C4B05362-2C25-AD1A-9A01-8D425DB1125C}"/>
                  </a:ext>
                </a:extLst>
              </p:cNvPr>
              <p:cNvSpPr txBox="1">
                <a:spLocks noRot="1" noChangeAspect="1" noMove="1" noResize="1" noEditPoints="1" noAdjustHandles="1" noChangeArrowheads="1" noChangeShapeType="1" noTextEdit="1"/>
              </p:cNvSpPr>
              <p:nvPr/>
            </p:nvSpPr>
            <p:spPr>
              <a:xfrm>
                <a:off x="3327736" y="3244556"/>
                <a:ext cx="606256" cy="369332"/>
              </a:xfrm>
              <a:prstGeom prst="rect">
                <a:avLst/>
              </a:prstGeom>
              <a:blipFill>
                <a:blip r:embed="rId15"/>
                <a:stretch>
                  <a:fillRect/>
                </a:stretch>
              </a:blipFill>
            </p:spPr>
            <p:txBody>
              <a:bodyPr/>
              <a:lstStyle/>
              <a:p>
                <a:r>
                  <a:rPr lang="en-GB">
                    <a:noFill/>
                  </a:rPr>
                  <a:t> </a:t>
                </a:r>
              </a:p>
            </p:txBody>
          </p:sp>
        </mc:Fallback>
      </mc:AlternateContent>
      <p:sp>
        <p:nvSpPr>
          <p:cNvPr id="14" name="Arrow: Curved Left 13">
            <a:extLst>
              <a:ext uri="{FF2B5EF4-FFF2-40B4-BE49-F238E27FC236}">
                <a16:creationId xmlns:a16="http://schemas.microsoft.com/office/drawing/2014/main" id="{EB7954ED-A25C-0DC9-7879-05B24B06A54A}"/>
              </a:ext>
            </a:extLst>
          </p:cNvPr>
          <p:cNvSpPr/>
          <p:nvPr/>
        </p:nvSpPr>
        <p:spPr>
          <a:xfrm>
            <a:off x="2930191" y="3846059"/>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6883B14-DAE2-95C5-11C1-A7FBB386932B}"/>
                  </a:ext>
                </a:extLst>
              </p:cNvPr>
              <p:cNvSpPr txBox="1"/>
              <p:nvPr/>
            </p:nvSpPr>
            <p:spPr>
              <a:xfrm>
                <a:off x="3365489" y="3977763"/>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15" name="TextBox 14">
                <a:extLst>
                  <a:ext uri="{FF2B5EF4-FFF2-40B4-BE49-F238E27FC236}">
                    <a16:creationId xmlns:a16="http://schemas.microsoft.com/office/drawing/2014/main" id="{A6883B14-DAE2-95C5-11C1-A7FBB386932B}"/>
                  </a:ext>
                </a:extLst>
              </p:cNvPr>
              <p:cNvSpPr txBox="1">
                <a:spLocks noRot="1" noChangeAspect="1" noMove="1" noResize="1" noEditPoints="1" noAdjustHandles="1" noChangeArrowheads="1" noChangeShapeType="1" noTextEdit="1"/>
              </p:cNvSpPr>
              <p:nvPr/>
            </p:nvSpPr>
            <p:spPr>
              <a:xfrm>
                <a:off x="3365489" y="3977763"/>
                <a:ext cx="606256" cy="369332"/>
              </a:xfrm>
              <a:prstGeom prst="rect">
                <a:avLst/>
              </a:prstGeom>
              <a:blipFill>
                <a:blip r:embed="rId1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30147377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hidden"/>
                                      </p:to>
                                    </p:set>
                                  </p:childTnLst>
                                </p:cTn>
                              </p:par>
                              <p:par>
                                <p:cTn id="7" presetID="22" presetClass="entr" presetSubtype="1"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wipe(up)">
                                      <p:cBhvr>
                                        <p:cTn id="9" dur="500"/>
                                        <p:tgtEl>
                                          <p:spTgt spid="14"/>
                                        </p:tgtEl>
                                      </p:cBhvr>
                                    </p:animEffect>
                                  </p:childTnLst>
                                </p:cTn>
                              </p:par>
                              <p:par>
                                <p:cTn id="10" presetID="22" presetClass="entr" presetSubtype="1"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childTnLst>
                    </p:cTn>
                  </p:par>
                </p:childTnLst>
              </p:cTn>
              <p:nextCondLst>
                <p:cond evt="onClick" delay="0">
                  <p:tgtEl>
                    <p:spTgt spid="21"/>
                  </p:tgtEl>
                </p:cond>
              </p:nextCondLst>
            </p:seq>
            <p:seq concurrent="1" nextAc="seek">
              <p:cTn id="13" restart="whenNotActive" fill="hold" evtFilter="cancelBubble" nodeType="interactiveSeq">
                <p:stCondLst>
                  <p:cond evt="onClick" delay="0">
                    <p:tgtEl>
                      <p:spTgt spid="25"/>
                    </p:tgtEl>
                  </p:cond>
                </p:stCondLst>
                <p:endSync evt="end" delay="0">
                  <p:rtn val="all"/>
                </p:endSync>
                <p:childTnLst>
                  <p:par>
                    <p:cTn id="14" fill="hold">
                      <p:stCondLst>
                        <p:cond delay="0"/>
                      </p:stCondLst>
                      <p:childTnLst>
                        <p:par>
                          <p:cTn id="15" fill="hold">
                            <p:stCondLst>
                              <p:cond delay="0"/>
                            </p:stCondLst>
                            <p:childTnLst>
                              <p:par>
                                <p:cTn id="16" presetID="1" presetClass="exit"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hidden"/>
                                      </p:to>
                                    </p:set>
                                  </p:childTnLst>
                                </p:cTn>
                              </p:par>
                              <p:par>
                                <p:cTn id="18" presetID="22" presetClass="entr" presetSubtype="1"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up)">
                                      <p:cBhvr>
                                        <p:cTn id="23" dur="500"/>
                                        <p:tgtEl>
                                          <p:spTgt spid="7"/>
                                        </p:tgtEl>
                                      </p:cBhvr>
                                    </p:animEffect>
                                  </p:childTnLst>
                                </p:cTn>
                              </p:par>
                            </p:childTnLst>
                          </p:cTn>
                        </p:par>
                      </p:childTnLst>
                    </p:cTn>
                  </p:par>
                </p:childTnLst>
              </p:cTn>
              <p:nextCondLst>
                <p:cond evt="onClick" delay="0">
                  <p:tgtEl>
                    <p:spTgt spid="25"/>
                  </p:tgtEl>
                </p:cond>
              </p:nextCondLst>
            </p:seq>
            <p:seq concurrent="1" nextAc="seek">
              <p:cTn id="24" restart="whenNotActive" fill="hold" evtFilter="cancelBubble" nodeType="interactiveSeq">
                <p:stCondLst>
                  <p:cond evt="onClick" delay="0">
                    <p:tgtEl>
                      <p:spTgt spid="38"/>
                    </p:tgtEl>
                  </p:cond>
                </p:stCondLst>
                <p:endSync evt="end" delay="0">
                  <p:rtn val="all"/>
                </p:endSync>
                <p:childTnLst>
                  <p:par>
                    <p:cTn id="25" fill="hold">
                      <p:stCondLst>
                        <p:cond delay="0"/>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childTnLst>
                          </p:cTn>
                        </p:par>
                      </p:childTnLst>
                    </p:cTn>
                  </p:par>
                </p:childTnLst>
              </p:cTn>
              <p:nextCondLst>
                <p:cond evt="onClick" delay="0">
                  <p:tgtEl>
                    <p:spTgt spid="38"/>
                  </p:tgtEl>
                </p:cond>
              </p:nextCondLst>
            </p:seq>
            <p:seq concurrent="1" nextAc="seek">
              <p:cTn id="43" restart="whenNotActive" fill="hold" evtFilter="cancelBubble" nodeType="interactiveSeq">
                <p:stCondLst>
                  <p:cond evt="onClick" delay="0">
                    <p:tgtEl>
                      <p:spTgt spid="47"/>
                    </p:tgtEl>
                  </p:cond>
                </p:stCondLst>
                <p:endSync evt="end" delay="0">
                  <p:rtn val="all"/>
                </p:endSync>
                <p:childTnLst>
                  <p:par>
                    <p:cTn id="44" fill="hold">
                      <p:stCondLst>
                        <p:cond delay="0"/>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47"/>
                                        </p:tgtEl>
                                        <p:attrNameLst>
                                          <p:attrName>style.visibility</p:attrName>
                                        </p:attrNameLst>
                                      </p:cBhvr>
                                      <p:to>
                                        <p:strVal val="hidden"/>
                                      </p:to>
                                    </p:set>
                                  </p:childTnLst>
                                </p:cTn>
                              </p:par>
                              <p:par>
                                <p:cTn id="48" presetID="1" presetClass="exit" presetSubtype="0" fill="hold" grpId="0" nodeType="withEffect">
                                  <p:stCondLst>
                                    <p:cond delay="0"/>
                                  </p:stCondLst>
                                  <p:childTnLst>
                                    <p:set>
                                      <p:cBhvr>
                                        <p:cTn id="49" dur="1" fill="hold">
                                          <p:stCondLst>
                                            <p:cond delay="0"/>
                                          </p:stCondLst>
                                        </p:cTn>
                                        <p:tgtEl>
                                          <p:spTgt spid="39"/>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38"/>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childTnLst>
                                </p:cTn>
                              </p:par>
                            </p:childTnLst>
                          </p:cTn>
                        </p:par>
                      </p:childTnLst>
                    </p:cTn>
                  </p:par>
                </p:childTnLst>
              </p:cTn>
              <p:nextCondLst>
                <p:cond evt="onClick" delay="0">
                  <p:tgtEl>
                    <p:spTgt spid="47"/>
                  </p:tgtEl>
                </p:cond>
              </p:nextCondLst>
            </p:seq>
          </p:childTnLst>
        </p:cTn>
      </p:par>
    </p:tnLst>
    <p:bldLst>
      <p:bldP spid="21" grpId="0" animBg="1"/>
      <p:bldP spid="27" grpId="0"/>
      <p:bldP spid="25" grpId="0" animBg="1"/>
      <p:bldP spid="35" grpId="0" animBg="1"/>
      <p:bldP spid="36" grpId="0" animBg="1"/>
      <p:bldP spid="37" grpId="0" animBg="1"/>
      <p:bldP spid="38" grpId="0" animBg="1"/>
      <p:bldP spid="38" grpId="1" animBg="1"/>
      <p:bldP spid="39" grpId="0" animBg="1"/>
      <p:bldP spid="41" grpId="0" animBg="1"/>
      <p:bldP spid="44" grpId="0"/>
      <p:bldP spid="45" grpId="0"/>
      <p:bldP spid="46" grpId="0"/>
      <p:bldP spid="47" grpId="0" animBg="1"/>
      <p:bldP spid="47" grpId="1" animBg="1"/>
      <p:bldP spid="5" grpId="0" animBg="1"/>
      <p:bldP spid="7" grpId="0"/>
      <p:bldP spid="14" grpId="0" animBg="1"/>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B035C-F769-2C7C-99D0-AEE37E11B3AC}"/>
              </a:ext>
            </a:extLst>
          </p:cNvPr>
          <p:cNvSpPr>
            <a:spLocks noGrp="1"/>
          </p:cNvSpPr>
          <p:nvPr>
            <p:ph type="title"/>
          </p:nvPr>
        </p:nvSpPr>
        <p:spPr/>
        <p:txBody>
          <a:bodyPr/>
          <a:lstStyle/>
          <a:p>
            <a:r>
              <a:rPr lang="en-GB" dirty="0"/>
              <a:t>The Big Idea: Power of Zero</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B1306E3-5717-AB8F-9AD4-B770E828EB1A}"/>
                  </a:ext>
                </a:extLst>
              </p:cNvPr>
              <p:cNvSpPr txBox="1"/>
              <p:nvPr/>
            </p:nvSpPr>
            <p:spPr>
              <a:xfrm>
                <a:off x="2594242" y="762961"/>
                <a:ext cx="3955517" cy="80021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dirty="0">
                    <a:latin typeface="Wingdings" panose="05000000000000000000" pitchFamily="2" charset="2"/>
                  </a:rPr>
                  <a:t>! </a:t>
                </a:r>
                <a:r>
                  <a:rPr lang="en-GB" b="1" u="sng" dirty="0"/>
                  <a:t>Anything</a:t>
                </a:r>
                <a:r>
                  <a:rPr lang="en-GB" dirty="0"/>
                  <a:t> to the power of </a:t>
                </a:r>
                <a14:m>
                  <m:oMath xmlns:m="http://schemas.openxmlformats.org/officeDocument/2006/math">
                    <m:r>
                      <a:rPr lang="en-GB" i="1" dirty="0" smtClean="0">
                        <a:latin typeface="Cambria Math" panose="02040503050406030204" pitchFamily="18" charset="0"/>
                      </a:rPr>
                      <m:t>0</m:t>
                    </m:r>
                  </m:oMath>
                </a14:m>
                <a:r>
                  <a:rPr lang="en-GB" dirty="0"/>
                  <a:t> is </a:t>
                </a:r>
                <a14:m>
                  <m:oMath xmlns:m="http://schemas.openxmlformats.org/officeDocument/2006/math">
                    <m:r>
                      <a:rPr lang="en-GB" i="1" dirty="0" smtClean="0">
                        <a:latin typeface="Cambria Math" panose="02040503050406030204" pitchFamily="18" charset="0"/>
                      </a:rPr>
                      <m:t>1</m:t>
                    </m:r>
                  </m:oMath>
                </a14:m>
                <a:endParaRPr lang="en-GB" dirty="0"/>
              </a:p>
              <a:p>
                <a:pPr algn="ctr"/>
                <a14:m>
                  <m:oMathPara xmlns:m="http://schemas.openxmlformats.org/officeDocument/2006/math">
                    <m:oMathParaPr>
                      <m:jc m:val="centerGroup"/>
                    </m:oMathParaPr>
                    <m:oMath xmlns:m="http://schemas.openxmlformats.org/officeDocument/2006/math">
                      <m:sSup>
                        <m:sSupPr>
                          <m:ctrlPr>
                            <a:rPr lang="en-GB" sz="2800" i="1">
                              <a:latin typeface="Cambria Math" panose="02040503050406030204" pitchFamily="18" charset="0"/>
                            </a:rPr>
                          </m:ctrlPr>
                        </m:sSupPr>
                        <m:e>
                          <m:r>
                            <a:rPr lang="en-GB" sz="2800" i="1">
                              <a:latin typeface="Cambria Math" panose="02040503050406030204" pitchFamily="18" charset="0"/>
                            </a:rPr>
                            <m:t>𝑎</m:t>
                          </m:r>
                        </m:e>
                        <m:sup>
                          <m:r>
                            <a:rPr lang="en-GB" sz="2800" b="0" i="1" smtClean="0">
                              <a:latin typeface="Cambria Math" panose="02040503050406030204" pitchFamily="18" charset="0"/>
                            </a:rPr>
                            <m:t>0</m:t>
                          </m:r>
                        </m:sup>
                      </m:sSup>
                      <m:r>
                        <a:rPr lang="en-GB" sz="2800" b="0" i="1" smtClean="0">
                          <a:latin typeface="Cambria Math" panose="02040503050406030204" pitchFamily="18" charset="0"/>
                        </a:rPr>
                        <m:t>=1</m:t>
                      </m:r>
                    </m:oMath>
                  </m:oMathPara>
                </a14:m>
                <a:endParaRPr lang="en-GB" dirty="0"/>
              </a:p>
            </p:txBody>
          </p:sp>
        </mc:Choice>
        <mc:Fallback xmlns="">
          <p:sp>
            <p:nvSpPr>
              <p:cNvPr id="8" name="TextBox 7">
                <a:extLst>
                  <a:ext uri="{FF2B5EF4-FFF2-40B4-BE49-F238E27FC236}">
                    <a16:creationId xmlns:a16="http://schemas.microsoft.com/office/drawing/2014/main" id="{FB1306E3-5717-AB8F-9AD4-B770E828EB1A}"/>
                  </a:ext>
                </a:extLst>
              </p:cNvPr>
              <p:cNvSpPr txBox="1">
                <a:spLocks noRot="1" noChangeAspect="1" noMove="1" noResize="1" noEditPoints="1" noAdjustHandles="1" noChangeArrowheads="1" noChangeShapeType="1" noTextEdit="1"/>
              </p:cNvSpPr>
              <p:nvPr/>
            </p:nvSpPr>
            <p:spPr>
              <a:xfrm>
                <a:off x="2594242" y="762961"/>
                <a:ext cx="3955517" cy="800219"/>
              </a:xfrm>
              <a:prstGeom prst="rect">
                <a:avLst/>
              </a:prstGeom>
              <a:blipFill>
                <a:blip r:embed="rId3"/>
                <a:stretch>
                  <a:fillRect l="-153" t="-296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BDCDD92-FBFE-1590-A146-88BB9A135D3A}"/>
                  </a:ext>
                </a:extLst>
              </p:cNvPr>
              <p:cNvSpPr txBox="1"/>
              <p:nvPr/>
            </p:nvSpPr>
            <p:spPr>
              <a:xfrm>
                <a:off x="956950" y="2336800"/>
                <a:ext cx="133017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15</m:t>
                          </m:r>
                        </m:e>
                        <m:sup>
                          <m:r>
                            <a:rPr lang="en-GB" sz="2400" b="0" i="1" smtClean="0">
                              <a:latin typeface="Cambria Math" panose="02040503050406030204" pitchFamily="18" charset="0"/>
                            </a:rPr>
                            <m:t>0</m:t>
                          </m:r>
                        </m:sup>
                      </m:sSup>
                      <m:r>
                        <a:rPr lang="en-GB" sz="2400" b="0" i="1" smtClean="0">
                          <a:latin typeface="Cambria Math" panose="02040503050406030204" pitchFamily="18" charset="0"/>
                        </a:rPr>
                        <m:t>=1</m:t>
                      </m:r>
                    </m:oMath>
                  </m:oMathPara>
                </a14:m>
                <a:endParaRPr lang="en-GB" sz="2400" dirty="0"/>
              </a:p>
            </p:txBody>
          </p:sp>
        </mc:Choice>
        <mc:Fallback xmlns="">
          <p:sp>
            <p:nvSpPr>
              <p:cNvPr id="10" name="TextBox 9">
                <a:extLst>
                  <a:ext uri="{FF2B5EF4-FFF2-40B4-BE49-F238E27FC236}">
                    <a16:creationId xmlns:a16="http://schemas.microsoft.com/office/drawing/2014/main" id="{DBDCDD92-FBFE-1590-A146-88BB9A135D3A}"/>
                  </a:ext>
                </a:extLst>
              </p:cNvPr>
              <p:cNvSpPr txBox="1">
                <a:spLocks noRot="1" noChangeAspect="1" noMove="1" noResize="1" noEditPoints="1" noAdjustHandles="1" noChangeArrowheads="1" noChangeShapeType="1" noTextEdit="1"/>
              </p:cNvSpPr>
              <p:nvPr/>
            </p:nvSpPr>
            <p:spPr>
              <a:xfrm>
                <a:off x="956950" y="2336800"/>
                <a:ext cx="1330172" cy="461665"/>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70B6E62-C5B3-2C44-C631-E78855D08B9F}"/>
                  </a:ext>
                </a:extLst>
              </p:cNvPr>
              <p:cNvSpPr txBox="1"/>
              <p:nvPr/>
            </p:nvSpPr>
            <p:spPr>
              <a:xfrm>
                <a:off x="3244072" y="2336799"/>
                <a:ext cx="190032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(−237)</m:t>
                          </m:r>
                        </m:e>
                        <m:sup>
                          <m:r>
                            <a:rPr lang="en-GB" sz="2400" b="0" i="1" smtClean="0">
                              <a:latin typeface="Cambria Math" panose="02040503050406030204" pitchFamily="18" charset="0"/>
                            </a:rPr>
                            <m:t>0</m:t>
                          </m:r>
                        </m:sup>
                      </m:sSup>
                      <m:r>
                        <a:rPr lang="en-GB" sz="2400" b="0" i="1" smtClean="0">
                          <a:latin typeface="Cambria Math" panose="02040503050406030204" pitchFamily="18" charset="0"/>
                        </a:rPr>
                        <m:t>=1</m:t>
                      </m:r>
                    </m:oMath>
                  </m:oMathPara>
                </a14:m>
                <a:endParaRPr lang="en-GB" sz="2400" dirty="0"/>
              </a:p>
            </p:txBody>
          </p:sp>
        </mc:Choice>
        <mc:Fallback xmlns="">
          <p:sp>
            <p:nvSpPr>
              <p:cNvPr id="11" name="TextBox 10">
                <a:extLst>
                  <a:ext uri="{FF2B5EF4-FFF2-40B4-BE49-F238E27FC236}">
                    <a16:creationId xmlns:a16="http://schemas.microsoft.com/office/drawing/2014/main" id="{470B6E62-C5B3-2C44-C631-E78855D08B9F}"/>
                  </a:ext>
                </a:extLst>
              </p:cNvPr>
              <p:cNvSpPr txBox="1">
                <a:spLocks noRot="1" noChangeAspect="1" noMove="1" noResize="1" noEditPoints="1" noAdjustHandles="1" noChangeArrowheads="1" noChangeShapeType="1" noTextEdit="1"/>
              </p:cNvSpPr>
              <p:nvPr/>
            </p:nvSpPr>
            <p:spPr>
              <a:xfrm>
                <a:off x="3244072" y="2336799"/>
                <a:ext cx="1900328" cy="461665"/>
              </a:xfrm>
              <a:prstGeom prst="rect">
                <a:avLst/>
              </a:prstGeom>
              <a:blipFill>
                <a:blip r:embed="rId5"/>
                <a:stretch>
                  <a:fillRect b="-19737"/>
                </a:stretch>
              </a:blipFill>
            </p:spPr>
            <p:txBody>
              <a:bodyPr/>
              <a:lstStyle/>
              <a:p>
                <a:r>
                  <a:rPr lang="en-GB">
                    <a:noFill/>
                  </a:rPr>
                  <a:t> </a:t>
                </a:r>
              </a:p>
            </p:txBody>
          </p:sp>
        </mc:Fallback>
      </mc:AlternateContent>
      <p:sp>
        <p:nvSpPr>
          <p:cNvPr id="12" name="TextBox 11">
            <a:extLst>
              <a:ext uri="{FF2B5EF4-FFF2-40B4-BE49-F238E27FC236}">
                <a16:creationId xmlns:a16="http://schemas.microsoft.com/office/drawing/2014/main" id="{9841E699-822C-754B-A3C6-C9743E1EE358}"/>
              </a:ext>
            </a:extLst>
          </p:cNvPr>
          <p:cNvSpPr txBox="1"/>
          <p:nvPr/>
        </p:nvSpPr>
        <p:spPr>
          <a:xfrm>
            <a:off x="171003" y="1802368"/>
            <a:ext cx="4078617" cy="369332"/>
          </a:xfrm>
          <a:prstGeom prst="rect">
            <a:avLst/>
          </a:prstGeom>
          <a:noFill/>
        </p:spPr>
        <p:txBody>
          <a:bodyPr wrap="none" rtlCol="0">
            <a:spAutoFit/>
          </a:bodyPr>
          <a:lstStyle/>
          <a:p>
            <a:r>
              <a:rPr lang="en-GB" dirty="0"/>
              <a:t>Try the following in your calculators: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43179EF-CE3A-B8D8-15A6-A46E65DD9991}"/>
                  </a:ext>
                </a:extLst>
              </p:cNvPr>
              <p:cNvSpPr txBox="1"/>
              <p:nvPr/>
            </p:nvSpPr>
            <p:spPr>
              <a:xfrm>
                <a:off x="6101350" y="2070060"/>
                <a:ext cx="2085699" cy="99514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3.234</m:t>
                                  </m:r>
                                </m:num>
                                <m:den>
                                  <m:r>
                                    <a:rPr lang="en-GB" sz="2400" b="0" i="1" smtClean="0">
                                      <a:latin typeface="Cambria Math" panose="02040503050406030204" pitchFamily="18" charset="0"/>
                                    </a:rPr>
                                    <m:t>249</m:t>
                                  </m:r>
                                </m:den>
                              </m:f>
                            </m:e>
                          </m:d>
                        </m:e>
                        <m:sup>
                          <m:r>
                            <a:rPr lang="en-GB" sz="2400" b="0" i="1" smtClean="0">
                              <a:latin typeface="Cambria Math" panose="02040503050406030204" pitchFamily="18" charset="0"/>
                            </a:rPr>
                            <m:t>0</m:t>
                          </m:r>
                        </m:sup>
                      </m:sSup>
                      <m:r>
                        <a:rPr lang="en-GB" sz="2400" b="0" i="1" smtClean="0">
                          <a:latin typeface="Cambria Math" panose="02040503050406030204" pitchFamily="18" charset="0"/>
                        </a:rPr>
                        <m:t>=1</m:t>
                      </m:r>
                    </m:oMath>
                  </m:oMathPara>
                </a14:m>
                <a:endParaRPr lang="en-GB" sz="2400" dirty="0"/>
              </a:p>
            </p:txBody>
          </p:sp>
        </mc:Choice>
        <mc:Fallback xmlns="">
          <p:sp>
            <p:nvSpPr>
              <p:cNvPr id="13" name="TextBox 12">
                <a:extLst>
                  <a:ext uri="{FF2B5EF4-FFF2-40B4-BE49-F238E27FC236}">
                    <a16:creationId xmlns:a16="http://schemas.microsoft.com/office/drawing/2014/main" id="{E43179EF-CE3A-B8D8-15A6-A46E65DD9991}"/>
                  </a:ext>
                </a:extLst>
              </p:cNvPr>
              <p:cNvSpPr txBox="1">
                <a:spLocks noRot="1" noChangeAspect="1" noMove="1" noResize="1" noEditPoints="1" noAdjustHandles="1" noChangeArrowheads="1" noChangeShapeType="1" noTextEdit="1"/>
              </p:cNvSpPr>
              <p:nvPr/>
            </p:nvSpPr>
            <p:spPr>
              <a:xfrm>
                <a:off x="6101350" y="2070060"/>
                <a:ext cx="2085699" cy="995144"/>
              </a:xfrm>
              <a:prstGeom prst="rect">
                <a:avLst/>
              </a:prstGeom>
              <a:blipFill>
                <a:blip r:embed="rId6"/>
                <a:stretch>
                  <a:fillRect/>
                </a:stretch>
              </a:blipFill>
            </p:spPr>
            <p:txBody>
              <a:bodyPr/>
              <a:lstStyle/>
              <a:p>
                <a:r>
                  <a:rPr lang="en-GB">
                    <a:noFill/>
                  </a:rPr>
                  <a:t> </a:t>
                </a:r>
              </a:p>
            </p:txBody>
          </p:sp>
        </mc:Fallback>
      </mc:AlternateContent>
      <p:sp>
        <p:nvSpPr>
          <p:cNvPr id="14" name="TextBox 13">
            <a:extLst>
              <a:ext uri="{FF2B5EF4-FFF2-40B4-BE49-F238E27FC236}">
                <a16:creationId xmlns:a16="http://schemas.microsoft.com/office/drawing/2014/main" id="{B1D7931A-BD24-CE1F-D9A2-795099279E4E}"/>
              </a:ext>
            </a:extLst>
          </p:cNvPr>
          <p:cNvSpPr txBox="1"/>
          <p:nvPr/>
        </p:nvSpPr>
        <p:spPr>
          <a:xfrm>
            <a:off x="171003" y="3347304"/>
            <a:ext cx="4372351" cy="369332"/>
          </a:xfrm>
          <a:prstGeom prst="rect">
            <a:avLst/>
          </a:prstGeom>
          <a:noFill/>
        </p:spPr>
        <p:txBody>
          <a:bodyPr wrap="none" rtlCol="0">
            <a:spAutoFit/>
          </a:bodyPr>
          <a:lstStyle/>
          <a:p>
            <a:r>
              <a:rPr lang="en-GB" dirty="0"/>
              <a:t>We can show this using our index laws…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F872005-9E5D-95CF-E816-72E876B97163}"/>
                  </a:ext>
                </a:extLst>
              </p:cNvPr>
              <p:cNvSpPr txBox="1"/>
              <p:nvPr/>
            </p:nvSpPr>
            <p:spPr>
              <a:xfrm>
                <a:off x="3417549" y="3974068"/>
                <a:ext cx="2308902" cy="8386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400" b="0" i="1" smtClean="0">
                              <a:latin typeface="Cambria Math" panose="02040503050406030204" pitchFamily="18" charset="0"/>
                            </a:rPr>
                          </m:ctrlPr>
                        </m:fPr>
                        <m:num>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m:t>
                              </m:r>
                            </m:e>
                            <m:sup>
                              <m:r>
                                <a:rPr lang="en-GB" sz="2400" b="0" i="1" smtClean="0">
                                  <a:latin typeface="Cambria Math" panose="02040503050406030204" pitchFamily="18" charset="0"/>
                                </a:rPr>
                                <m:t>5</m:t>
                              </m:r>
                            </m:sup>
                          </m:sSup>
                        </m:num>
                        <m:den>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m:t>
                              </m:r>
                            </m:e>
                            <m:sup>
                              <m:r>
                                <a:rPr lang="en-GB" sz="2400" b="0" i="1" smtClean="0">
                                  <a:latin typeface="Cambria Math" panose="02040503050406030204" pitchFamily="18" charset="0"/>
                                </a:rPr>
                                <m:t>5</m:t>
                              </m:r>
                            </m:sup>
                          </m:sSup>
                        </m:den>
                      </m:f>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m:t>
                          </m:r>
                        </m:e>
                        <m:sup>
                          <m:r>
                            <a:rPr lang="en-GB" sz="2400" b="0" i="1" smtClean="0">
                              <a:latin typeface="Cambria Math" panose="02040503050406030204" pitchFamily="18" charset="0"/>
                            </a:rPr>
                            <m:t>5−5</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m:t>
                          </m:r>
                        </m:e>
                        <m:sup>
                          <m:r>
                            <a:rPr lang="en-GB" sz="2400" b="0" i="1" smtClean="0">
                              <a:latin typeface="Cambria Math" panose="02040503050406030204" pitchFamily="18" charset="0"/>
                            </a:rPr>
                            <m:t>0</m:t>
                          </m:r>
                        </m:sup>
                      </m:sSup>
                    </m:oMath>
                  </m:oMathPara>
                </a14:m>
                <a:endParaRPr lang="en-GB" sz="2400" dirty="0"/>
              </a:p>
            </p:txBody>
          </p:sp>
        </mc:Choice>
        <mc:Fallback xmlns="">
          <p:sp>
            <p:nvSpPr>
              <p:cNvPr id="15" name="TextBox 14">
                <a:extLst>
                  <a:ext uri="{FF2B5EF4-FFF2-40B4-BE49-F238E27FC236}">
                    <a16:creationId xmlns:a16="http://schemas.microsoft.com/office/drawing/2014/main" id="{1F872005-9E5D-95CF-E816-72E876B97163}"/>
                  </a:ext>
                </a:extLst>
              </p:cNvPr>
              <p:cNvSpPr txBox="1">
                <a:spLocks noRot="1" noChangeAspect="1" noMove="1" noResize="1" noEditPoints="1" noAdjustHandles="1" noChangeArrowheads="1" noChangeShapeType="1" noTextEdit="1"/>
              </p:cNvSpPr>
              <p:nvPr/>
            </p:nvSpPr>
            <p:spPr>
              <a:xfrm>
                <a:off x="3417549" y="3974068"/>
                <a:ext cx="2308902" cy="838691"/>
              </a:xfrm>
              <a:prstGeom prst="rect">
                <a:avLst/>
              </a:prstGeom>
              <a:blipFill>
                <a:blip r:embed="rId7"/>
                <a:stretch>
                  <a:fillRect/>
                </a:stretch>
              </a:blipFill>
            </p:spPr>
            <p:txBody>
              <a:bodyPr/>
              <a:lstStyle/>
              <a:p>
                <a:r>
                  <a:rPr lang="en-GB">
                    <a:noFill/>
                  </a:rPr>
                  <a:t> </a:t>
                </a:r>
              </a:p>
            </p:txBody>
          </p:sp>
        </mc:Fallback>
      </mc:AlternateContent>
      <p:cxnSp>
        <p:nvCxnSpPr>
          <p:cNvPr id="18" name="Straight Arrow Connector 17">
            <a:extLst>
              <a:ext uri="{FF2B5EF4-FFF2-40B4-BE49-F238E27FC236}">
                <a16:creationId xmlns:a16="http://schemas.microsoft.com/office/drawing/2014/main" id="{AC71039B-CCAD-8E35-804A-7DB83575D784}"/>
              </a:ext>
            </a:extLst>
          </p:cNvPr>
          <p:cNvCxnSpPr>
            <a:cxnSpLocks/>
          </p:cNvCxnSpPr>
          <p:nvPr/>
        </p:nvCxnSpPr>
        <p:spPr>
          <a:xfrm flipV="1">
            <a:off x="2555826" y="4539523"/>
            <a:ext cx="861723" cy="54647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65D77A0-3C4B-30A2-0084-685512BFDE1C}"/>
                  </a:ext>
                </a:extLst>
              </p:cNvPr>
              <p:cNvSpPr txBox="1"/>
              <p:nvPr/>
            </p:nvSpPr>
            <p:spPr>
              <a:xfrm>
                <a:off x="885210" y="4812759"/>
                <a:ext cx="1902829" cy="92333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dirty="0"/>
                  <a:t>We know any number divided by itself </a:t>
                </a:r>
                <a14:m>
                  <m:oMath xmlns:m="http://schemas.openxmlformats.org/officeDocument/2006/math">
                    <m:r>
                      <a:rPr lang="en-GB" i="1" dirty="0" smtClean="0">
                        <a:latin typeface="Cambria Math" panose="02040503050406030204" pitchFamily="18" charset="0"/>
                      </a:rPr>
                      <m:t>= 1</m:t>
                    </m:r>
                  </m:oMath>
                </a14:m>
                <a:endParaRPr lang="en-GB" dirty="0"/>
              </a:p>
            </p:txBody>
          </p:sp>
        </mc:Choice>
        <mc:Fallback xmlns="">
          <p:sp>
            <p:nvSpPr>
              <p:cNvPr id="16" name="TextBox 15">
                <a:extLst>
                  <a:ext uri="{FF2B5EF4-FFF2-40B4-BE49-F238E27FC236}">
                    <a16:creationId xmlns:a16="http://schemas.microsoft.com/office/drawing/2014/main" id="{465D77A0-3C4B-30A2-0084-685512BFDE1C}"/>
                  </a:ext>
                </a:extLst>
              </p:cNvPr>
              <p:cNvSpPr txBox="1">
                <a:spLocks noRot="1" noChangeAspect="1" noMove="1" noResize="1" noEditPoints="1" noAdjustHandles="1" noChangeArrowheads="1" noChangeShapeType="1" noTextEdit="1"/>
              </p:cNvSpPr>
              <p:nvPr/>
            </p:nvSpPr>
            <p:spPr>
              <a:xfrm>
                <a:off x="885210" y="4812759"/>
                <a:ext cx="1902829" cy="923330"/>
              </a:xfrm>
              <a:prstGeom prst="rect">
                <a:avLst/>
              </a:prstGeom>
              <a:blipFill>
                <a:blip r:embed="rId8"/>
                <a:stretch>
                  <a:fillRect t="-2564" r="-2215" b="-70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FB88ABE-6D3B-092E-1FA7-C3C7BA4B2258}"/>
                  </a:ext>
                </a:extLst>
              </p:cNvPr>
              <p:cNvSpPr txBox="1"/>
              <p:nvPr/>
            </p:nvSpPr>
            <p:spPr>
              <a:xfrm>
                <a:off x="3860972" y="5209352"/>
                <a:ext cx="14220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m:t>
                          </m:r>
                        </m:e>
                        <m:sup>
                          <m:r>
                            <a:rPr lang="en-GB" sz="2400" b="0" i="1" smtClean="0">
                              <a:latin typeface="Cambria Math" panose="02040503050406030204" pitchFamily="18" charset="0"/>
                            </a:rPr>
                            <m:t>0</m:t>
                          </m:r>
                        </m:sup>
                      </m:sSup>
                      <m:r>
                        <a:rPr lang="en-GB" sz="2400" b="0" i="1" smtClean="0">
                          <a:latin typeface="Cambria Math" panose="02040503050406030204" pitchFamily="18" charset="0"/>
                        </a:rPr>
                        <m:t>=1</m:t>
                      </m:r>
                    </m:oMath>
                  </m:oMathPara>
                </a14:m>
                <a:endParaRPr lang="en-GB" sz="2400" dirty="0"/>
              </a:p>
            </p:txBody>
          </p:sp>
        </mc:Choice>
        <mc:Fallback xmlns="">
          <p:sp>
            <p:nvSpPr>
              <p:cNvPr id="20" name="TextBox 19">
                <a:extLst>
                  <a:ext uri="{FF2B5EF4-FFF2-40B4-BE49-F238E27FC236}">
                    <a16:creationId xmlns:a16="http://schemas.microsoft.com/office/drawing/2014/main" id="{BFB88ABE-6D3B-092E-1FA7-C3C7BA4B2258}"/>
                  </a:ext>
                </a:extLst>
              </p:cNvPr>
              <p:cNvSpPr txBox="1">
                <a:spLocks noRot="1" noChangeAspect="1" noMove="1" noResize="1" noEditPoints="1" noAdjustHandles="1" noChangeArrowheads="1" noChangeShapeType="1" noTextEdit="1"/>
              </p:cNvSpPr>
              <p:nvPr/>
            </p:nvSpPr>
            <p:spPr>
              <a:xfrm>
                <a:off x="3860972" y="5209352"/>
                <a:ext cx="1422056" cy="461665"/>
              </a:xfrm>
              <a:prstGeom prst="rect">
                <a:avLst/>
              </a:prstGeom>
              <a:blipFill>
                <a:blip r:embed="rId9"/>
                <a:stretch>
                  <a:fillRect/>
                </a:stretch>
              </a:blipFill>
            </p:spPr>
            <p:txBody>
              <a:bodyPr/>
              <a:lstStyle/>
              <a:p>
                <a:r>
                  <a:rPr lang="en-GB">
                    <a:noFill/>
                  </a:rPr>
                  <a:t> </a:t>
                </a:r>
              </a:p>
            </p:txBody>
          </p:sp>
        </mc:Fallback>
      </mc:AlternateContent>
      <p:sp>
        <p:nvSpPr>
          <p:cNvPr id="21" name="Rectangle 20">
            <a:extLst>
              <a:ext uri="{FF2B5EF4-FFF2-40B4-BE49-F238E27FC236}">
                <a16:creationId xmlns:a16="http://schemas.microsoft.com/office/drawing/2014/main" id="{E9B4148E-E783-D3D8-C9C6-BA9F78CF5AC6}"/>
              </a:ext>
            </a:extLst>
          </p:cNvPr>
          <p:cNvSpPr/>
          <p:nvPr/>
        </p:nvSpPr>
        <p:spPr>
          <a:xfrm>
            <a:off x="1969839" y="2346199"/>
            <a:ext cx="480943" cy="461664"/>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2" name="Rectangle 21">
            <a:extLst>
              <a:ext uri="{FF2B5EF4-FFF2-40B4-BE49-F238E27FC236}">
                <a16:creationId xmlns:a16="http://schemas.microsoft.com/office/drawing/2014/main" id="{F4AB719F-ECF3-B36B-2EF8-E1AFD6BF698F}"/>
              </a:ext>
            </a:extLst>
          </p:cNvPr>
          <p:cNvSpPr/>
          <p:nvPr/>
        </p:nvSpPr>
        <p:spPr>
          <a:xfrm>
            <a:off x="4827727" y="2346199"/>
            <a:ext cx="480943" cy="461664"/>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3" name="Rectangle 22">
            <a:extLst>
              <a:ext uri="{FF2B5EF4-FFF2-40B4-BE49-F238E27FC236}">
                <a16:creationId xmlns:a16="http://schemas.microsoft.com/office/drawing/2014/main" id="{19088D60-1668-9757-A8EF-9B284FB709A7}"/>
              </a:ext>
            </a:extLst>
          </p:cNvPr>
          <p:cNvSpPr/>
          <p:nvPr/>
        </p:nvSpPr>
        <p:spPr>
          <a:xfrm>
            <a:off x="7849275" y="2346199"/>
            <a:ext cx="480943" cy="461664"/>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Tree>
    <p:extLst>
      <p:ext uri="{BB962C8B-B14F-4D97-AF65-F5344CB8AC3E}">
        <p14:creationId xmlns:p14="http://schemas.microsoft.com/office/powerpoint/2010/main" val="256096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5" restart="whenNotActive" fill="hold" evtFilter="cancelBubble" nodeType="interactiveSeq">
                <p:stCondLst>
                  <p:cond evt="onClick" delay="0">
                    <p:tgtEl>
                      <p:spTgt spid="21"/>
                    </p:tgtEl>
                  </p:cond>
                </p:stCondLst>
                <p:endSync evt="end" delay="0">
                  <p:rtn val="all"/>
                </p:endSync>
                <p:childTnLst>
                  <p:par>
                    <p:cTn id="36" fill="hold">
                      <p:stCondLst>
                        <p:cond delay="0"/>
                      </p:stCondLst>
                      <p:childTnLst>
                        <p:par>
                          <p:cTn id="37" fill="hold">
                            <p:stCondLst>
                              <p:cond delay="0"/>
                            </p:stCondLst>
                            <p:childTnLst>
                              <p:par>
                                <p:cTn id="38" presetID="1" presetClass="exit"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seq concurrent="1" nextAc="seek">
              <p:cTn id="40" restart="whenNotActive" fill="hold" evtFilter="cancelBubble" nodeType="interactiveSeq">
                <p:stCondLst>
                  <p:cond evt="onClick" delay="0">
                    <p:tgtEl>
                      <p:spTgt spid="22"/>
                    </p:tgtEl>
                  </p:cond>
                </p:stCondLst>
                <p:endSync evt="end" delay="0">
                  <p:rtn val="all"/>
                </p:endSync>
                <p:childTnLst>
                  <p:par>
                    <p:cTn id="41" fill="hold">
                      <p:stCondLst>
                        <p:cond delay="0"/>
                      </p:stCondLst>
                      <p:childTnLst>
                        <p:par>
                          <p:cTn id="42" fill="hold">
                            <p:stCondLst>
                              <p:cond delay="0"/>
                            </p:stCondLst>
                            <p:childTnLst>
                              <p:par>
                                <p:cTn id="43" presetID="1" presetClass="exit"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45" restart="whenNotActive" fill="hold" evtFilter="cancelBubble" nodeType="interactiveSeq">
                <p:stCondLst>
                  <p:cond evt="onClick" delay="0">
                    <p:tgtEl>
                      <p:spTgt spid="23"/>
                    </p:tgtEl>
                  </p:cond>
                </p:stCondLst>
                <p:endSync evt="end" delay="0">
                  <p:rtn val="all"/>
                </p:endSync>
                <p:childTnLst>
                  <p:par>
                    <p:cTn id="46" fill="hold">
                      <p:stCondLst>
                        <p:cond delay="0"/>
                      </p:stCondLst>
                      <p:childTnLst>
                        <p:par>
                          <p:cTn id="47" fill="hold">
                            <p:stCondLst>
                              <p:cond delay="0"/>
                            </p:stCondLst>
                            <p:childTnLst>
                              <p:par>
                                <p:cTn id="48" presetID="1" presetClass="exit" presetSubtype="0" fill="hold" grpId="0" nodeType="clickEffect">
                                  <p:stCondLst>
                                    <p:cond delay="0"/>
                                  </p:stCondLst>
                                  <p:childTnLst>
                                    <p:set>
                                      <p:cBhvr>
                                        <p:cTn id="49" dur="1" fill="hold">
                                          <p:stCondLst>
                                            <p:cond delay="0"/>
                                          </p:stCondLst>
                                        </p:cTn>
                                        <p:tgtEl>
                                          <p:spTgt spid="23"/>
                                        </p:tgtEl>
                                        <p:attrNameLst>
                                          <p:attrName>style.visibility</p:attrName>
                                        </p:attrNameLst>
                                      </p:cBhvr>
                                      <p:to>
                                        <p:strVal val="hidden"/>
                                      </p:to>
                                    </p:set>
                                  </p:childTnLst>
                                </p:cTn>
                              </p:par>
                              <p:par>
                                <p:cTn id="50" presetID="1" presetClass="entr" presetSubtype="0" fill="hold" grpId="0" nodeType="withEffect">
                                  <p:stCondLst>
                                    <p:cond delay="500"/>
                                  </p:stCondLst>
                                  <p:childTnLst>
                                    <p:set>
                                      <p:cBhvr>
                                        <p:cTn id="51" dur="1" fill="hold">
                                          <p:stCondLst>
                                            <p:cond delay="0"/>
                                          </p:stCondLst>
                                        </p:cTn>
                                        <p:tgtEl>
                                          <p:spTgt spid="14"/>
                                        </p:tgtEl>
                                        <p:attrNameLst>
                                          <p:attrName>style.visibility</p:attrName>
                                        </p:attrNameLst>
                                      </p:cBhvr>
                                      <p:to>
                                        <p:strVal val="visible"/>
                                      </p:to>
                                    </p:set>
                                  </p:childTnLst>
                                </p:cTn>
                              </p:par>
                            </p:childTnLst>
                          </p:cTn>
                        </p:par>
                      </p:childTnLst>
                    </p:cTn>
                  </p:par>
                </p:childTnLst>
              </p:cTn>
              <p:nextCondLst>
                <p:cond evt="onClick" delay="0">
                  <p:tgtEl>
                    <p:spTgt spid="23"/>
                  </p:tgtEl>
                </p:cond>
              </p:nextCondLst>
            </p:seq>
          </p:childTnLst>
        </p:cTn>
      </p:par>
    </p:tnLst>
    <p:bldLst>
      <p:bldP spid="10" grpId="0"/>
      <p:bldP spid="11" grpId="0"/>
      <p:bldP spid="12" grpId="0"/>
      <p:bldP spid="13" grpId="0"/>
      <p:bldP spid="14" grpId="0"/>
      <p:bldP spid="15" grpId="0"/>
      <p:bldP spid="16" grpId="0" animBg="1"/>
      <p:bldP spid="20" grpId="0"/>
      <p:bldP spid="21" grpId="0" animBg="1"/>
      <p:bldP spid="21" grpId="1" animBg="1"/>
      <p:bldP spid="22" grpId="0" animBg="1"/>
      <p:bldP spid="22" grpId="1" animBg="1"/>
      <p:bldP spid="23" grpId="0" animBg="1"/>
      <p:bldP spid="23"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D41625A-7C52-A029-2518-95441C213B63}"/>
                  </a:ext>
                </a:extLst>
              </p:cNvPr>
              <p:cNvSpPr txBox="1"/>
              <p:nvPr/>
            </p:nvSpPr>
            <p:spPr>
              <a:xfrm>
                <a:off x="2842223" y="3048945"/>
                <a:ext cx="128039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smtClean="0">
                          <a:latin typeface="Cambria Math" panose="02040503050406030204" pitchFamily="18" charset="0"/>
                        </a:rPr>
                        <m:t>𝟏</m:t>
                      </m:r>
                    </m:oMath>
                  </m:oMathPara>
                </a14:m>
                <a:endParaRPr lang="en-GB" sz="2000" b="1" dirty="0"/>
              </a:p>
            </p:txBody>
          </p:sp>
        </mc:Choice>
        <mc:Fallback xmlns="">
          <p:sp>
            <p:nvSpPr>
              <p:cNvPr id="68" name="TextBox 67">
                <a:extLst>
                  <a:ext uri="{FF2B5EF4-FFF2-40B4-BE49-F238E27FC236}">
                    <a16:creationId xmlns:a16="http://schemas.microsoft.com/office/drawing/2014/main" id="{1D41625A-7C52-A029-2518-95441C213B63}"/>
                  </a:ext>
                </a:extLst>
              </p:cNvPr>
              <p:cNvSpPr txBox="1">
                <a:spLocks noRot="1" noChangeAspect="1" noMove="1" noResize="1" noEditPoints="1" noAdjustHandles="1" noChangeArrowheads="1" noChangeShapeType="1" noTextEdit="1"/>
              </p:cNvSpPr>
              <p:nvPr/>
            </p:nvSpPr>
            <p:spPr>
              <a:xfrm>
                <a:off x="2842223" y="3048945"/>
                <a:ext cx="1280397" cy="400110"/>
              </a:xfrm>
              <a:prstGeom prst="rect">
                <a:avLst/>
              </a:prstGeom>
              <a:blipFill>
                <a:blip r:embed="rId3"/>
                <a:stretch>
                  <a:fillRect/>
                </a:stretch>
              </a:blipFill>
            </p:spPr>
            <p:txBody>
              <a:bodyPr/>
              <a:lstStyle/>
              <a:p>
                <a:r>
                  <a:rPr lang="en-GB">
                    <a:noFill/>
                  </a:rPr>
                  <a:t> </a:t>
                </a:r>
              </a:p>
            </p:txBody>
          </p:sp>
        </mc:Fallback>
      </mc:AlternateContent>
      <p:sp>
        <p:nvSpPr>
          <p:cNvPr id="14" name="Rectangle 13">
            <a:extLst>
              <a:ext uri="{FF2B5EF4-FFF2-40B4-BE49-F238E27FC236}">
                <a16:creationId xmlns:a16="http://schemas.microsoft.com/office/drawing/2014/main" id="{5039E8AD-31C4-A7AD-2387-89A57B109743}"/>
              </a:ext>
            </a:extLst>
          </p:cNvPr>
          <p:cNvSpPr/>
          <p:nvPr/>
        </p:nvSpPr>
        <p:spPr>
          <a:xfrm>
            <a:off x="2867716" y="3026584"/>
            <a:ext cx="1123283" cy="36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364FD38-4835-136B-86D0-33DE71840F92}"/>
                  </a:ext>
                </a:extLst>
              </p:cNvPr>
              <p:cNvSpPr txBox="1"/>
              <p:nvPr/>
            </p:nvSpPr>
            <p:spPr>
              <a:xfrm>
                <a:off x="761409" y="2204161"/>
                <a:ext cx="128039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a:latin typeface="Cambria Math" panose="02040503050406030204" pitchFamily="18" charset="0"/>
                        </a:rPr>
                        <m:t>𝟏</m:t>
                      </m:r>
                    </m:oMath>
                  </m:oMathPara>
                </a14:m>
                <a:endParaRPr lang="en-GB" sz="2000" b="1" dirty="0"/>
              </a:p>
            </p:txBody>
          </p:sp>
        </mc:Choice>
        <mc:Fallback xmlns="">
          <p:sp>
            <p:nvSpPr>
              <p:cNvPr id="6" name="TextBox 5">
                <a:extLst>
                  <a:ext uri="{FF2B5EF4-FFF2-40B4-BE49-F238E27FC236}">
                    <a16:creationId xmlns:a16="http://schemas.microsoft.com/office/drawing/2014/main" id="{9364FD38-4835-136B-86D0-33DE71840F92}"/>
                  </a:ext>
                </a:extLst>
              </p:cNvPr>
              <p:cNvSpPr txBox="1">
                <a:spLocks noRot="1" noChangeAspect="1" noMove="1" noResize="1" noEditPoints="1" noAdjustHandles="1" noChangeArrowheads="1" noChangeShapeType="1" noTextEdit="1"/>
              </p:cNvSpPr>
              <p:nvPr/>
            </p:nvSpPr>
            <p:spPr>
              <a:xfrm>
                <a:off x="761409" y="2204161"/>
                <a:ext cx="1280397" cy="400110"/>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C606479F-C246-69ED-D8E6-2CFBCFB22AB3}"/>
                  </a:ext>
                </a:extLst>
              </p:cNvPr>
              <p:cNvSpPr txBox="1"/>
              <p:nvPr/>
            </p:nvSpPr>
            <p:spPr>
              <a:xfrm>
                <a:off x="4039403" y="1795383"/>
                <a:ext cx="128039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a:latin typeface="Cambria Math" panose="02040503050406030204" pitchFamily="18" charset="0"/>
                        </a:rPr>
                        <m:t>𝟏</m:t>
                      </m:r>
                    </m:oMath>
                  </m:oMathPara>
                </a14:m>
                <a:endParaRPr lang="en-GB" sz="2000" b="1" dirty="0"/>
              </a:p>
            </p:txBody>
          </p:sp>
        </mc:Choice>
        <mc:Fallback xmlns="">
          <p:sp>
            <p:nvSpPr>
              <p:cNvPr id="56" name="TextBox 55">
                <a:extLst>
                  <a:ext uri="{FF2B5EF4-FFF2-40B4-BE49-F238E27FC236}">
                    <a16:creationId xmlns:a16="http://schemas.microsoft.com/office/drawing/2014/main" id="{C606479F-C246-69ED-D8E6-2CFBCFB22AB3}"/>
                  </a:ext>
                </a:extLst>
              </p:cNvPr>
              <p:cNvSpPr txBox="1">
                <a:spLocks noRot="1" noChangeAspect="1" noMove="1" noResize="1" noEditPoints="1" noAdjustHandles="1" noChangeArrowheads="1" noChangeShapeType="1" noTextEdit="1"/>
              </p:cNvSpPr>
              <p:nvPr/>
            </p:nvSpPr>
            <p:spPr>
              <a:xfrm>
                <a:off x="4039403" y="1795383"/>
                <a:ext cx="1280397" cy="40011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87F3E684-7212-E27E-70B8-FEA25883970C}"/>
                  </a:ext>
                </a:extLst>
              </p:cNvPr>
              <p:cNvSpPr txBox="1"/>
              <p:nvPr/>
            </p:nvSpPr>
            <p:spPr>
              <a:xfrm>
                <a:off x="3431213" y="4617758"/>
                <a:ext cx="128039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a:latin typeface="Cambria Math" panose="02040503050406030204" pitchFamily="18" charset="0"/>
                        </a:rPr>
                        <m:t>𝟏</m:t>
                      </m:r>
                    </m:oMath>
                  </m:oMathPara>
                </a14:m>
                <a:endParaRPr lang="en-GB" sz="2000" b="1" dirty="0"/>
              </a:p>
            </p:txBody>
          </p:sp>
        </mc:Choice>
        <mc:Fallback xmlns="">
          <p:sp>
            <p:nvSpPr>
              <p:cNvPr id="59" name="TextBox 58">
                <a:extLst>
                  <a:ext uri="{FF2B5EF4-FFF2-40B4-BE49-F238E27FC236}">
                    <a16:creationId xmlns:a16="http://schemas.microsoft.com/office/drawing/2014/main" id="{87F3E684-7212-E27E-70B8-FEA25883970C}"/>
                  </a:ext>
                </a:extLst>
              </p:cNvPr>
              <p:cNvSpPr txBox="1">
                <a:spLocks noRot="1" noChangeAspect="1" noMove="1" noResize="1" noEditPoints="1" noAdjustHandles="1" noChangeArrowheads="1" noChangeShapeType="1" noTextEdit="1"/>
              </p:cNvSpPr>
              <p:nvPr/>
            </p:nvSpPr>
            <p:spPr>
              <a:xfrm>
                <a:off x="3431213" y="4617758"/>
                <a:ext cx="1280397" cy="400110"/>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AE1B9C43-7B2D-5427-E552-E226521F7D41}"/>
                  </a:ext>
                </a:extLst>
              </p:cNvPr>
              <p:cNvSpPr txBox="1"/>
              <p:nvPr/>
            </p:nvSpPr>
            <p:spPr>
              <a:xfrm>
                <a:off x="7254004" y="1992252"/>
                <a:ext cx="128039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a:latin typeface="Cambria Math" panose="02040503050406030204" pitchFamily="18" charset="0"/>
                        </a:rPr>
                        <m:t>𝟏</m:t>
                      </m:r>
                    </m:oMath>
                  </m:oMathPara>
                </a14:m>
                <a:endParaRPr lang="en-GB" sz="2000" b="1" dirty="0"/>
              </a:p>
            </p:txBody>
          </p:sp>
        </mc:Choice>
        <mc:Fallback xmlns="">
          <p:sp>
            <p:nvSpPr>
              <p:cNvPr id="65" name="TextBox 64">
                <a:extLst>
                  <a:ext uri="{FF2B5EF4-FFF2-40B4-BE49-F238E27FC236}">
                    <a16:creationId xmlns:a16="http://schemas.microsoft.com/office/drawing/2014/main" id="{AE1B9C43-7B2D-5427-E552-E226521F7D41}"/>
                  </a:ext>
                </a:extLst>
              </p:cNvPr>
              <p:cNvSpPr txBox="1">
                <a:spLocks noRot="1" noChangeAspect="1" noMove="1" noResize="1" noEditPoints="1" noAdjustHandles="1" noChangeArrowheads="1" noChangeShapeType="1" noTextEdit="1"/>
              </p:cNvSpPr>
              <p:nvPr/>
            </p:nvSpPr>
            <p:spPr>
              <a:xfrm>
                <a:off x="7254004" y="1992252"/>
                <a:ext cx="1280397" cy="40011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709C877C-70D5-F29C-70F4-694561FF699C}"/>
                  </a:ext>
                </a:extLst>
              </p:cNvPr>
              <p:cNvSpPr txBox="1"/>
              <p:nvPr/>
            </p:nvSpPr>
            <p:spPr>
              <a:xfrm>
                <a:off x="325692" y="3725656"/>
                <a:ext cx="128039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a:latin typeface="Cambria Math" panose="02040503050406030204" pitchFamily="18" charset="0"/>
                        </a:rPr>
                        <m:t>𝟏</m:t>
                      </m:r>
                    </m:oMath>
                  </m:oMathPara>
                </a14:m>
                <a:endParaRPr lang="en-GB" sz="2000" b="1" dirty="0"/>
              </a:p>
            </p:txBody>
          </p:sp>
        </mc:Choice>
        <mc:Fallback xmlns="">
          <p:sp>
            <p:nvSpPr>
              <p:cNvPr id="71" name="TextBox 70">
                <a:extLst>
                  <a:ext uri="{FF2B5EF4-FFF2-40B4-BE49-F238E27FC236}">
                    <a16:creationId xmlns:a16="http://schemas.microsoft.com/office/drawing/2014/main" id="{709C877C-70D5-F29C-70F4-694561FF699C}"/>
                  </a:ext>
                </a:extLst>
              </p:cNvPr>
              <p:cNvSpPr txBox="1">
                <a:spLocks noRot="1" noChangeAspect="1" noMove="1" noResize="1" noEditPoints="1" noAdjustHandles="1" noChangeArrowheads="1" noChangeShapeType="1" noTextEdit="1"/>
              </p:cNvSpPr>
              <p:nvPr/>
            </p:nvSpPr>
            <p:spPr>
              <a:xfrm>
                <a:off x="325692" y="3725656"/>
                <a:ext cx="1280397" cy="40011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7D217F78-7D17-6671-790A-F816A9E19A2B}"/>
                  </a:ext>
                </a:extLst>
              </p:cNvPr>
              <p:cNvSpPr txBox="1"/>
              <p:nvPr/>
            </p:nvSpPr>
            <p:spPr>
              <a:xfrm>
                <a:off x="7181189" y="5676991"/>
                <a:ext cx="128039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smtClean="0">
                          <a:latin typeface="Cambria Math" panose="02040503050406030204" pitchFamily="18" charset="0"/>
                        </a:rPr>
                        <m:t>𝟏</m:t>
                      </m:r>
                    </m:oMath>
                  </m:oMathPara>
                </a14:m>
                <a:endParaRPr lang="en-GB" sz="2000" b="1" dirty="0"/>
              </a:p>
            </p:txBody>
          </p:sp>
        </mc:Choice>
        <mc:Fallback xmlns="">
          <p:sp>
            <p:nvSpPr>
              <p:cNvPr id="77" name="TextBox 76">
                <a:extLst>
                  <a:ext uri="{FF2B5EF4-FFF2-40B4-BE49-F238E27FC236}">
                    <a16:creationId xmlns:a16="http://schemas.microsoft.com/office/drawing/2014/main" id="{7D217F78-7D17-6671-790A-F816A9E19A2B}"/>
                  </a:ext>
                </a:extLst>
              </p:cNvPr>
              <p:cNvSpPr txBox="1">
                <a:spLocks noRot="1" noChangeAspect="1" noMove="1" noResize="1" noEditPoints="1" noAdjustHandles="1" noChangeArrowheads="1" noChangeShapeType="1" noTextEdit="1"/>
              </p:cNvSpPr>
              <p:nvPr/>
            </p:nvSpPr>
            <p:spPr>
              <a:xfrm>
                <a:off x="7181189" y="5676991"/>
                <a:ext cx="1280397" cy="400110"/>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31A0628-0983-7110-05A2-5557DDEB48BF}"/>
                  </a:ext>
                </a:extLst>
              </p:cNvPr>
              <p:cNvSpPr txBox="1"/>
              <p:nvPr/>
            </p:nvSpPr>
            <p:spPr>
              <a:xfrm>
                <a:off x="6130721" y="3520282"/>
                <a:ext cx="128039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a:latin typeface="Cambria Math" panose="02040503050406030204" pitchFamily="18" charset="0"/>
                        </a:rPr>
                        <m:t>𝟏</m:t>
                      </m:r>
                    </m:oMath>
                  </m:oMathPara>
                </a14:m>
                <a:endParaRPr lang="en-GB" sz="2000" b="1" dirty="0"/>
              </a:p>
            </p:txBody>
          </p:sp>
        </mc:Choice>
        <mc:Fallback xmlns="">
          <p:sp>
            <p:nvSpPr>
              <p:cNvPr id="80" name="TextBox 79">
                <a:extLst>
                  <a:ext uri="{FF2B5EF4-FFF2-40B4-BE49-F238E27FC236}">
                    <a16:creationId xmlns:a16="http://schemas.microsoft.com/office/drawing/2014/main" id="{931A0628-0983-7110-05A2-5557DDEB48BF}"/>
                  </a:ext>
                </a:extLst>
              </p:cNvPr>
              <p:cNvSpPr txBox="1">
                <a:spLocks noRot="1" noChangeAspect="1" noMove="1" noResize="1" noEditPoints="1" noAdjustHandles="1" noChangeArrowheads="1" noChangeShapeType="1" noTextEdit="1"/>
              </p:cNvSpPr>
              <p:nvPr/>
            </p:nvSpPr>
            <p:spPr>
              <a:xfrm>
                <a:off x="6130721" y="3520282"/>
                <a:ext cx="1280397" cy="400110"/>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08063DE5-3BD2-C074-BBDC-499DE0892D25}"/>
                  </a:ext>
                </a:extLst>
              </p:cNvPr>
              <p:cNvSpPr txBox="1"/>
              <p:nvPr/>
            </p:nvSpPr>
            <p:spPr>
              <a:xfrm>
                <a:off x="3991086" y="6108979"/>
                <a:ext cx="128039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a:latin typeface="Cambria Math" panose="02040503050406030204" pitchFamily="18" charset="0"/>
                        </a:rPr>
                        <m:t>𝟏</m:t>
                      </m:r>
                    </m:oMath>
                  </m:oMathPara>
                </a14:m>
                <a:endParaRPr lang="en-GB" sz="2000" b="1" dirty="0"/>
              </a:p>
            </p:txBody>
          </p:sp>
        </mc:Choice>
        <mc:Fallback xmlns="">
          <p:sp>
            <p:nvSpPr>
              <p:cNvPr id="83" name="TextBox 82">
                <a:extLst>
                  <a:ext uri="{FF2B5EF4-FFF2-40B4-BE49-F238E27FC236}">
                    <a16:creationId xmlns:a16="http://schemas.microsoft.com/office/drawing/2014/main" id="{08063DE5-3BD2-C074-BBDC-499DE0892D25}"/>
                  </a:ext>
                </a:extLst>
              </p:cNvPr>
              <p:cNvSpPr txBox="1">
                <a:spLocks noRot="1" noChangeAspect="1" noMove="1" noResize="1" noEditPoints="1" noAdjustHandles="1" noChangeArrowheads="1" noChangeShapeType="1" noTextEdit="1"/>
              </p:cNvSpPr>
              <p:nvPr/>
            </p:nvSpPr>
            <p:spPr>
              <a:xfrm>
                <a:off x="3991086" y="6108979"/>
                <a:ext cx="1280397" cy="400110"/>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52D9B08E-FDEF-A998-2A03-676F6841D4B9}"/>
                  </a:ext>
                </a:extLst>
              </p:cNvPr>
              <p:cNvSpPr txBox="1"/>
              <p:nvPr/>
            </p:nvSpPr>
            <p:spPr>
              <a:xfrm>
                <a:off x="594006" y="5459911"/>
                <a:ext cx="1348989"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m:t>
                      </m:r>
                      <m:r>
                        <a:rPr lang="en-GB" sz="2000" b="1" i="1" dirty="0">
                          <a:latin typeface="Cambria Math" panose="02040503050406030204" pitchFamily="18" charset="0"/>
                        </a:rPr>
                        <m:t>𝟏</m:t>
                      </m:r>
                    </m:oMath>
                  </m:oMathPara>
                </a14:m>
                <a:endParaRPr lang="en-GB" sz="2000" b="1" dirty="0"/>
              </a:p>
            </p:txBody>
          </p:sp>
        </mc:Choice>
        <mc:Fallback xmlns="">
          <p:sp>
            <p:nvSpPr>
              <p:cNvPr id="86" name="TextBox 85">
                <a:extLst>
                  <a:ext uri="{FF2B5EF4-FFF2-40B4-BE49-F238E27FC236}">
                    <a16:creationId xmlns:a16="http://schemas.microsoft.com/office/drawing/2014/main" id="{52D9B08E-FDEF-A998-2A03-676F6841D4B9}"/>
                  </a:ext>
                </a:extLst>
              </p:cNvPr>
              <p:cNvSpPr txBox="1">
                <a:spLocks noRot="1" noChangeAspect="1" noMove="1" noResize="1" noEditPoints="1" noAdjustHandles="1" noChangeArrowheads="1" noChangeShapeType="1" noTextEdit="1"/>
              </p:cNvSpPr>
              <p:nvPr/>
            </p:nvSpPr>
            <p:spPr>
              <a:xfrm>
                <a:off x="594006" y="5459911"/>
                <a:ext cx="1348989" cy="400110"/>
              </a:xfrm>
              <a:prstGeom prst="rect">
                <a:avLst/>
              </a:prstGeom>
              <a:blipFill>
                <a:blip r:embed="rId12"/>
                <a:stretch>
                  <a:fillRect/>
                </a:stretch>
              </a:blipFill>
            </p:spPr>
            <p:txBody>
              <a:bodyPr/>
              <a:lstStyle/>
              <a:p>
                <a:r>
                  <a:rPr lang="en-GB">
                    <a:noFill/>
                  </a:rPr>
                  <a:t> </a:t>
                </a:r>
              </a:p>
            </p:txBody>
          </p:sp>
        </mc:Fallback>
      </mc:AlternateContent>
      <p:sp>
        <p:nvSpPr>
          <p:cNvPr id="9" name="Rectangle 8">
            <a:extLst>
              <a:ext uri="{FF2B5EF4-FFF2-40B4-BE49-F238E27FC236}">
                <a16:creationId xmlns:a16="http://schemas.microsoft.com/office/drawing/2014/main" id="{5A1040A2-DB28-2245-A733-A6CBAAD1763E}"/>
              </a:ext>
            </a:extLst>
          </p:cNvPr>
          <p:cNvSpPr/>
          <p:nvPr/>
        </p:nvSpPr>
        <p:spPr>
          <a:xfrm>
            <a:off x="4064896" y="1773022"/>
            <a:ext cx="1123283" cy="36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10" name="Rectangle 9">
            <a:extLst>
              <a:ext uri="{FF2B5EF4-FFF2-40B4-BE49-F238E27FC236}">
                <a16:creationId xmlns:a16="http://schemas.microsoft.com/office/drawing/2014/main" id="{C1EB92A7-9B66-F611-A85B-54BB832FA0D2}"/>
              </a:ext>
            </a:extLst>
          </p:cNvPr>
          <p:cNvSpPr/>
          <p:nvPr/>
        </p:nvSpPr>
        <p:spPr>
          <a:xfrm>
            <a:off x="786902" y="2181800"/>
            <a:ext cx="1123283" cy="36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11" name="Rectangle 10">
            <a:extLst>
              <a:ext uri="{FF2B5EF4-FFF2-40B4-BE49-F238E27FC236}">
                <a16:creationId xmlns:a16="http://schemas.microsoft.com/office/drawing/2014/main" id="{02240190-8F49-4EB1-6031-7C5C0A78703D}"/>
              </a:ext>
            </a:extLst>
          </p:cNvPr>
          <p:cNvSpPr/>
          <p:nvPr/>
        </p:nvSpPr>
        <p:spPr>
          <a:xfrm>
            <a:off x="351185" y="3703295"/>
            <a:ext cx="1123283" cy="36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12" name="Rectangle 11">
            <a:extLst>
              <a:ext uri="{FF2B5EF4-FFF2-40B4-BE49-F238E27FC236}">
                <a16:creationId xmlns:a16="http://schemas.microsoft.com/office/drawing/2014/main" id="{33DAA9AF-6455-862E-4FBB-382970AED4E8}"/>
              </a:ext>
            </a:extLst>
          </p:cNvPr>
          <p:cNvSpPr/>
          <p:nvPr/>
        </p:nvSpPr>
        <p:spPr>
          <a:xfrm>
            <a:off x="6156214" y="3497921"/>
            <a:ext cx="1123283" cy="36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13" name="Rectangle 12">
            <a:extLst>
              <a:ext uri="{FF2B5EF4-FFF2-40B4-BE49-F238E27FC236}">
                <a16:creationId xmlns:a16="http://schemas.microsoft.com/office/drawing/2014/main" id="{33608D6C-F3DE-E803-5FAF-EEFF7999FA2C}"/>
              </a:ext>
            </a:extLst>
          </p:cNvPr>
          <p:cNvSpPr/>
          <p:nvPr/>
        </p:nvSpPr>
        <p:spPr>
          <a:xfrm>
            <a:off x="7279497" y="1969891"/>
            <a:ext cx="1123283" cy="36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15" name="Rectangle 14">
            <a:extLst>
              <a:ext uri="{FF2B5EF4-FFF2-40B4-BE49-F238E27FC236}">
                <a16:creationId xmlns:a16="http://schemas.microsoft.com/office/drawing/2014/main" id="{E3DC28DE-99C9-DA3D-41B1-07068B888BD9}"/>
              </a:ext>
            </a:extLst>
          </p:cNvPr>
          <p:cNvSpPr/>
          <p:nvPr/>
        </p:nvSpPr>
        <p:spPr>
          <a:xfrm>
            <a:off x="3456706" y="4595397"/>
            <a:ext cx="1123283" cy="36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16" name="Rectangle 15">
            <a:extLst>
              <a:ext uri="{FF2B5EF4-FFF2-40B4-BE49-F238E27FC236}">
                <a16:creationId xmlns:a16="http://schemas.microsoft.com/office/drawing/2014/main" id="{78FEB2B4-607D-51B3-1868-EDAE641CAD8C}"/>
              </a:ext>
            </a:extLst>
          </p:cNvPr>
          <p:cNvSpPr/>
          <p:nvPr/>
        </p:nvSpPr>
        <p:spPr>
          <a:xfrm>
            <a:off x="635092" y="5455594"/>
            <a:ext cx="1123283" cy="344081"/>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17" name="Rectangle 16">
            <a:extLst>
              <a:ext uri="{FF2B5EF4-FFF2-40B4-BE49-F238E27FC236}">
                <a16:creationId xmlns:a16="http://schemas.microsoft.com/office/drawing/2014/main" id="{5D7D2993-1B5E-C37D-DD00-83EE6F68F834}"/>
              </a:ext>
            </a:extLst>
          </p:cNvPr>
          <p:cNvSpPr/>
          <p:nvPr/>
        </p:nvSpPr>
        <p:spPr>
          <a:xfrm>
            <a:off x="4016579" y="6086618"/>
            <a:ext cx="1123283" cy="36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18" name="Rectangle 17">
            <a:extLst>
              <a:ext uri="{FF2B5EF4-FFF2-40B4-BE49-F238E27FC236}">
                <a16:creationId xmlns:a16="http://schemas.microsoft.com/office/drawing/2014/main" id="{AE175F43-01D8-1680-DF57-4A5730FB669E}"/>
              </a:ext>
            </a:extLst>
          </p:cNvPr>
          <p:cNvSpPr/>
          <p:nvPr/>
        </p:nvSpPr>
        <p:spPr>
          <a:xfrm>
            <a:off x="7206682" y="5654630"/>
            <a:ext cx="1123283" cy="36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2" name="Title 1">
            <a:extLst>
              <a:ext uri="{FF2B5EF4-FFF2-40B4-BE49-F238E27FC236}">
                <a16:creationId xmlns:a16="http://schemas.microsoft.com/office/drawing/2014/main" id="{81513E35-6FEB-C8E8-4DD4-113E1EC00622}"/>
              </a:ext>
            </a:extLst>
          </p:cNvPr>
          <p:cNvSpPr>
            <a:spLocks noGrp="1"/>
          </p:cNvSpPr>
          <p:nvPr>
            <p:ph type="title"/>
          </p:nvPr>
        </p:nvSpPr>
        <p:spPr/>
        <p:txBody>
          <a:bodyPr/>
          <a:lstStyle/>
          <a:p>
            <a:r>
              <a:rPr lang="en-GB" dirty="0"/>
              <a:t>The Big Idea: Power of Zero</a:t>
            </a:r>
          </a:p>
        </p:txBody>
      </p:sp>
      <p:sp>
        <p:nvSpPr>
          <p:cNvPr id="4" name="TextBox 3">
            <a:extLst>
              <a:ext uri="{FF2B5EF4-FFF2-40B4-BE49-F238E27FC236}">
                <a16:creationId xmlns:a16="http://schemas.microsoft.com/office/drawing/2014/main" id="{B20D79E2-C2B1-2B2A-7813-34950CC7AF49}"/>
              </a:ext>
            </a:extLst>
          </p:cNvPr>
          <p:cNvSpPr txBox="1"/>
          <p:nvPr/>
        </p:nvSpPr>
        <p:spPr>
          <a:xfrm>
            <a:off x="245907" y="740465"/>
            <a:ext cx="8652184" cy="400110"/>
          </a:xfrm>
          <a:prstGeom prst="rect">
            <a:avLst/>
          </a:prstGeom>
          <a:noFill/>
        </p:spPr>
        <p:txBody>
          <a:bodyPr wrap="square" rtlCol="0">
            <a:spAutoFit/>
          </a:bodyPr>
          <a:lstStyle/>
          <a:p>
            <a:r>
              <a:rPr lang="en-GB" sz="2000" dirty="0"/>
              <a:t>Determine the answers to the following calculations: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E790EE8-CC94-B31B-0C2E-1909A056B199}"/>
                  </a:ext>
                </a:extLst>
              </p:cNvPr>
              <p:cNvSpPr txBox="1"/>
              <p:nvPr/>
            </p:nvSpPr>
            <p:spPr>
              <a:xfrm>
                <a:off x="975005" y="1734161"/>
                <a:ext cx="920673" cy="470000"/>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i="1" dirty="0" smtClean="0">
                              <a:latin typeface="Cambria Math" panose="02040503050406030204" pitchFamily="18" charset="0"/>
                            </a:rPr>
                          </m:ctrlPr>
                        </m:sSupPr>
                        <m:e>
                          <m:d>
                            <m:dPr>
                              <m:ctrlPr>
                                <a:rPr lang="en-US" sz="2400" i="1" dirty="0">
                                  <a:latin typeface="Cambria Math" panose="02040503050406030204" pitchFamily="18" charset="0"/>
                                </a:rPr>
                              </m:ctrlPr>
                            </m:dPr>
                            <m:e>
                              <m:r>
                                <a:rPr lang="en-GB" sz="2400" b="0" i="0" dirty="0" smtClean="0">
                                  <a:latin typeface="Cambria Math" panose="02040503050406030204" pitchFamily="18" charset="0"/>
                                </a:rPr>
                                <m:t>−</m:t>
                              </m:r>
                              <m:r>
                                <a:rPr lang="en-US" sz="2400" dirty="0">
                                  <a:latin typeface="Cambria Math" panose="02040503050406030204" pitchFamily="18" charset="0"/>
                                </a:rPr>
                                <m:t>7</m:t>
                              </m:r>
                            </m:e>
                          </m:d>
                        </m:e>
                        <m:sup>
                          <m:r>
                            <a:rPr lang="en-GB" sz="2400" b="0" i="1" dirty="0" smtClean="0">
                              <a:latin typeface="Cambria Math" panose="02040503050406030204" pitchFamily="18" charset="0"/>
                            </a:rPr>
                            <m:t>0</m:t>
                          </m:r>
                        </m:sup>
                      </m:sSup>
                    </m:oMath>
                  </m:oMathPara>
                </a14:m>
                <a:endParaRPr lang="en-US" sz="2400" dirty="0"/>
              </a:p>
            </p:txBody>
          </p:sp>
        </mc:Choice>
        <mc:Fallback xmlns="">
          <p:sp>
            <p:nvSpPr>
              <p:cNvPr id="5" name="TextBox 4">
                <a:extLst>
                  <a:ext uri="{FF2B5EF4-FFF2-40B4-BE49-F238E27FC236}">
                    <a16:creationId xmlns:a16="http://schemas.microsoft.com/office/drawing/2014/main" id="{6E790EE8-CC94-B31B-0C2E-1909A056B199}"/>
                  </a:ext>
                </a:extLst>
              </p:cNvPr>
              <p:cNvSpPr txBox="1">
                <a:spLocks noRot="1" noChangeAspect="1" noMove="1" noResize="1" noEditPoints="1" noAdjustHandles="1" noChangeArrowheads="1" noChangeShapeType="1" noTextEdit="1"/>
              </p:cNvSpPr>
              <p:nvPr/>
            </p:nvSpPr>
            <p:spPr>
              <a:xfrm>
                <a:off x="975005" y="1734161"/>
                <a:ext cx="920673" cy="470000"/>
              </a:xfrm>
              <a:prstGeom prst="rect">
                <a:avLst/>
              </a:prstGeom>
              <a:blipFill>
                <a:blip r:embed="rId13"/>
                <a:stretch>
                  <a:fillRect r="-264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B9FCCDB8-79E4-26C7-89C2-A8382272D927}"/>
                  </a:ext>
                </a:extLst>
              </p:cNvPr>
              <p:cNvSpPr txBox="1"/>
              <p:nvPr/>
            </p:nvSpPr>
            <p:spPr>
              <a:xfrm>
                <a:off x="4291100" y="1325383"/>
                <a:ext cx="787400" cy="461665"/>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35</m:t>
                          </m:r>
                        </m:e>
                        <m:sup>
                          <m:r>
                            <a:rPr lang="en-GB" sz="2400" b="0" i="1" smtClean="0">
                              <a:latin typeface="Cambria Math" panose="02040503050406030204" pitchFamily="18" charset="0"/>
                            </a:rPr>
                            <m:t>0</m:t>
                          </m:r>
                        </m:sup>
                      </m:sSup>
                    </m:oMath>
                  </m:oMathPara>
                </a14:m>
                <a:endParaRPr lang="en-US" sz="2400" dirty="0"/>
              </a:p>
            </p:txBody>
          </p:sp>
        </mc:Choice>
        <mc:Fallback xmlns="">
          <p:sp>
            <p:nvSpPr>
              <p:cNvPr id="58" name="TextBox 57">
                <a:extLst>
                  <a:ext uri="{FF2B5EF4-FFF2-40B4-BE49-F238E27FC236}">
                    <a16:creationId xmlns:a16="http://schemas.microsoft.com/office/drawing/2014/main" id="{B9FCCDB8-79E4-26C7-89C2-A8382272D927}"/>
                  </a:ext>
                </a:extLst>
              </p:cNvPr>
              <p:cNvSpPr txBox="1">
                <a:spLocks noRot="1" noChangeAspect="1" noMove="1" noResize="1" noEditPoints="1" noAdjustHandles="1" noChangeArrowheads="1" noChangeShapeType="1" noTextEdit="1"/>
              </p:cNvSpPr>
              <p:nvPr/>
            </p:nvSpPr>
            <p:spPr>
              <a:xfrm>
                <a:off x="4291100" y="1325383"/>
                <a:ext cx="787400" cy="461665"/>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BA86320-1D81-6EF6-0464-D3BDEDC547A3}"/>
                  </a:ext>
                </a:extLst>
              </p:cNvPr>
              <p:cNvSpPr txBox="1"/>
              <p:nvPr/>
            </p:nvSpPr>
            <p:spPr>
              <a:xfrm>
                <a:off x="3449677" y="4121763"/>
                <a:ext cx="1280397" cy="461665"/>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b="0" i="1" dirty="0" smtClean="0">
                              <a:latin typeface="Cambria Math" panose="02040503050406030204" pitchFamily="18" charset="0"/>
                            </a:rPr>
                          </m:ctrlPr>
                        </m:sSupPr>
                        <m:e>
                          <m:d>
                            <m:dPr>
                              <m:ctrlPr>
                                <a:rPr lang="en-GB" sz="2400" b="0" i="1" dirty="0" smtClean="0">
                                  <a:latin typeface="Cambria Math" panose="02040503050406030204" pitchFamily="18" charset="0"/>
                                </a:rPr>
                              </m:ctrlPr>
                            </m:dPr>
                            <m:e>
                              <m:sSup>
                                <m:sSupPr>
                                  <m:ctrlPr>
                                    <a:rPr lang="en-GB" sz="2400" b="0" i="1" dirty="0" smtClean="0">
                                      <a:latin typeface="Cambria Math" panose="02040503050406030204" pitchFamily="18" charset="0"/>
                                    </a:rPr>
                                  </m:ctrlPr>
                                </m:sSupPr>
                                <m:e>
                                  <m:r>
                                    <a:rPr lang="en-GB" sz="2400" b="0" i="1" dirty="0" smtClean="0">
                                      <a:latin typeface="Cambria Math" panose="02040503050406030204" pitchFamily="18" charset="0"/>
                                    </a:rPr>
                                    <m:t>𝑎</m:t>
                                  </m:r>
                                </m:e>
                                <m:sup>
                                  <m:r>
                                    <a:rPr lang="en-GB" sz="2400" b="0" i="1" dirty="0" smtClean="0">
                                      <a:latin typeface="Cambria Math" panose="02040503050406030204" pitchFamily="18" charset="0"/>
                                    </a:rPr>
                                    <m:t>3</m:t>
                                  </m:r>
                                </m:sup>
                              </m:sSup>
                              <m:sSup>
                                <m:sSupPr>
                                  <m:ctrlPr>
                                    <a:rPr lang="en-GB" sz="2400" b="0" i="1" dirty="0" smtClean="0">
                                      <a:latin typeface="Cambria Math" panose="02040503050406030204" pitchFamily="18" charset="0"/>
                                    </a:rPr>
                                  </m:ctrlPr>
                                </m:sSupPr>
                                <m:e>
                                  <m:r>
                                    <a:rPr lang="en-GB" sz="2400" b="0" i="1" dirty="0" smtClean="0">
                                      <a:latin typeface="Cambria Math" panose="02040503050406030204" pitchFamily="18" charset="0"/>
                                    </a:rPr>
                                    <m:t>𝑏</m:t>
                                  </m:r>
                                </m:e>
                                <m:sup>
                                  <m:r>
                                    <a:rPr lang="en-GB" sz="2400" b="0" i="1" dirty="0" smtClean="0">
                                      <a:latin typeface="Cambria Math" panose="02040503050406030204" pitchFamily="18" charset="0"/>
                                    </a:rPr>
                                    <m:t>2</m:t>
                                  </m:r>
                                </m:sup>
                              </m:sSup>
                            </m:e>
                          </m:d>
                        </m:e>
                        <m:sup>
                          <m:r>
                            <a:rPr lang="en-GB" sz="2400" b="0" i="1" dirty="0" smtClean="0">
                              <a:latin typeface="Cambria Math" panose="02040503050406030204" pitchFamily="18" charset="0"/>
                            </a:rPr>
                            <m:t>0</m:t>
                          </m:r>
                        </m:sup>
                      </m:sSup>
                    </m:oMath>
                  </m:oMathPara>
                </a14:m>
                <a:endParaRPr lang="en-US" sz="2400" dirty="0"/>
              </a:p>
            </p:txBody>
          </p:sp>
        </mc:Choice>
        <mc:Fallback xmlns="">
          <p:sp>
            <p:nvSpPr>
              <p:cNvPr id="61" name="TextBox 60">
                <a:extLst>
                  <a:ext uri="{FF2B5EF4-FFF2-40B4-BE49-F238E27FC236}">
                    <a16:creationId xmlns:a16="http://schemas.microsoft.com/office/drawing/2014/main" id="{FBA86320-1D81-6EF6-0464-D3BDEDC547A3}"/>
                  </a:ext>
                </a:extLst>
              </p:cNvPr>
              <p:cNvSpPr txBox="1">
                <a:spLocks noRot="1" noChangeAspect="1" noMove="1" noResize="1" noEditPoints="1" noAdjustHandles="1" noChangeArrowheads="1" noChangeShapeType="1" noTextEdit="1"/>
              </p:cNvSpPr>
              <p:nvPr/>
            </p:nvSpPr>
            <p:spPr>
              <a:xfrm>
                <a:off x="3449677" y="4121763"/>
                <a:ext cx="1280397" cy="461665"/>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9453D3C8-3AD2-F58A-77BC-9D60B924618B}"/>
                  </a:ext>
                </a:extLst>
              </p:cNvPr>
              <p:cNvSpPr txBox="1"/>
              <p:nvPr/>
            </p:nvSpPr>
            <p:spPr>
              <a:xfrm>
                <a:off x="7521294" y="1510901"/>
                <a:ext cx="787400" cy="461665"/>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b="0" i="1" dirty="0" smtClean="0">
                              <a:latin typeface="Cambria Math" panose="02040503050406030204" pitchFamily="18" charset="0"/>
                            </a:rPr>
                          </m:ctrlPr>
                        </m:sSupPr>
                        <m:e>
                          <m:r>
                            <a:rPr lang="en-GB" sz="2400" i="1" dirty="0" smtClean="0">
                              <a:latin typeface="Cambria Math" panose="02040503050406030204" pitchFamily="18" charset="0"/>
                            </a:rPr>
                            <m:t>𝑥</m:t>
                          </m:r>
                        </m:e>
                        <m:sup>
                          <m:r>
                            <a:rPr lang="en-GB" sz="2400" b="0" i="1" dirty="0" smtClean="0">
                              <a:latin typeface="Cambria Math" panose="02040503050406030204" pitchFamily="18" charset="0"/>
                            </a:rPr>
                            <m:t>0</m:t>
                          </m:r>
                        </m:sup>
                      </m:sSup>
                    </m:oMath>
                  </m:oMathPara>
                </a14:m>
                <a:endParaRPr lang="en-US" sz="2400" dirty="0"/>
              </a:p>
            </p:txBody>
          </p:sp>
        </mc:Choice>
        <mc:Fallback xmlns="">
          <p:sp>
            <p:nvSpPr>
              <p:cNvPr id="67" name="TextBox 66">
                <a:extLst>
                  <a:ext uri="{FF2B5EF4-FFF2-40B4-BE49-F238E27FC236}">
                    <a16:creationId xmlns:a16="http://schemas.microsoft.com/office/drawing/2014/main" id="{9453D3C8-3AD2-F58A-77BC-9D60B924618B}"/>
                  </a:ext>
                </a:extLst>
              </p:cNvPr>
              <p:cNvSpPr txBox="1">
                <a:spLocks noRot="1" noChangeAspect="1" noMove="1" noResize="1" noEditPoints="1" noAdjustHandles="1" noChangeArrowheads="1" noChangeShapeType="1" noTextEdit="1"/>
              </p:cNvSpPr>
              <p:nvPr/>
            </p:nvSpPr>
            <p:spPr>
              <a:xfrm>
                <a:off x="7521294" y="1510901"/>
                <a:ext cx="787400" cy="461665"/>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662D4FF-B929-6407-590F-6D2A2F88202C}"/>
                  </a:ext>
                </a:extLst>
              </p:cNvPr>
              <p:cNvSpPr txBox="1"/>
              <p:nvPr/>
            </p:nvSpPr>
            <p:spPr>
              <a:xfrm>
                <a:off x="2852030" y="2567670"/>
                <a:ext cx="1344381" cy="461665"/>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b="0" i="1" dirty="0" smtClean="0">
                              <a:latin typeface="Cambria Math" panose="02040503050406030204" pitchFamily="18" charset="0"/>
                            </a:rPr>
                          </m:ctrlPr>
                        </m:sSupPr>
                        <m:e>
                          <m:d>
                            <m:dPr>
                              <m:ctrlPr>
                                <a:rPr lang="en-GB" sz="2400" b="0" i="1" dirty="0" smtClean="0">
                                  <a:latin typeface="Cambria Math" panose="02040503050406030204" pitchFamily="18" charset="0"/>
                                </a:rPr>
                              </m:ctrlPr>
                            </m:dPr>
                            <m:e>
                              <m:r>
                                <a:rPr lang="en-GB" sz="2400" b="0" i="1" dirty="0" smtClean="0">
                                  <a:latin typeface="Cambria Math" panose="02040503050406030204" pitchFamily="18" charset="0"/>
                                </a:rPr>
                                <m:t>12</m:t>
                              </m:r>
                              <m:sSup>
                                <m:sSupPr>
                                  <m:ctrlPr>
                                    <a:rPr lang="en-GB" sz="2400" b="0" i="1" dirty="0" smtClean="0">
                                      <a:latin typeface="Cambria Math" panose="02040503050406030204" pitchFamily="18" charset="0"/>
                                    </a:rPr>
                                  </m:ctrlPr>
                                </m:sSupPr>
                                <m:e>
                                  <m:r>
                                    <a:rPr lang="en-GB" sz="2400" b="0" i="1" dirty="0" smtClean="0">
                                      <a:latin typeface="Cambria Math" panose="02040503050406030204" pitchFamily="18" charset="0"/>
                                    </a:rPr>
                                    <m:t>𝑥</m:t>
                                  </m:r>
                                </m:e>
                                <m:sup>
                                  <m:r>
                                    <a:rPr lang="en-GB" sz="2400" b="0" i="1" dirty="0" smtClean="0">
                                      <a:latin typeface="Cambria Math" panose="02040503050406030204" pitchFamily="18" charset="0"/>
                                    </a:rPr>
                                    <m:t>7</m:t>
                                  </m:r>
                                </m:sup>
                              </m:sSup>
                              <m:r>
                                <a:rPr lang="en-GB" sz="2400" b="0" i="1" dirty="0" smtClean="0">
                                  <a:latin typeface="Cambria Math" panose="02040503050406030204" pitchFamily="18" charset="0"/>
                                </a:rPr>
                                <m:t>𝑦</m:t>
                              </m:r>
                            </m:e>
                          </m:d>
                        </m:e>
                        <m:sup>
                          <m:r>
                            <a:rPr lang="en-GB" sz="2400" b="0" i="1" dirty="0" smtClean="0">
                              <a:latin typeface="Cambria Math" panose="02040503050406030204" pitchFamily="18" charset="0"/>
                            </a:rPr>
                            <m:t>0</m:t>
                          </m:r>
                        </m:sup>
                      </m:sSup>
                    </m:oMath>
                  </m:oMathPara>
                </a14:m>
                <a:endParaRPr lang="en-US" sz="2400" dirty="0"/>
              </a:p>
            </p:txBody>
          </p:sp>
        </mc:Choice>
        <mc:Fallback xmlns="">
          <p:sp>
            <p:nvSpPr>
              <p:cNvPr id="70" name="TextBox 69">
                <a:extLst>
                  <a:ext uri="{FF2B5EF4-FFF2-40B4-BE49-F238E27FC236}">
                    <a16:creationId xmlns:a16="http://schemas.microsoft.com/office/drawing/2014/main" id="{3662D4FF-B929-6407-590F-6D2A2F88202C}"/>
                  </a:ext>
                </a:extLst>
              </p:cNvPr>
              <p:cNvSpPr txBox="1">
                <a:spLocks noRot="1" noChangeAspect="1" noMove="1" noResize="1" noEditPoints="1" noAdjustHandles="1" noChangeArrowheads="1" noChangeShapeType="1" noTextEdit="1"/>
              </p:cNvSpPr>
              <p:nvPr/>
            </p:nvSpPr>
            <p:spPr>
              <a:xfrm>
                <a:off x="2852030" y="2567670"/>
                <a:ext cx="1344381" cy="461665"/>
              </a:xfrm>
              <a:prstGeom prst="rect">
                <a:avLst/>
              </a:prstGeom>
              <a:blipFill>
                <a:blip r:embed="rId17"/>
                <a:stretch>
                  <a:fillRect r="-3182" b="-131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E00757CA-54B3-FEF5-C7EA-BBD5BBE00CDD}"/>
                  </a:ext>
                </a:extLst>
              </p:cNvPr>
              <p:cNvSpPr txBox="1"/>
              <p:nvPr/>
            </p:nvSpPr>
            <p:spPr>
              <a:xfrm>
                <a:off x="363792" y="3248531"/>
                <a:ext cx="1159080" cy="461665"/>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b="0" i="1" dirty="0" smtClean="0">
                              <a:latin typeface="Cambria Math" panose="02040503050406030204" pitchFamily="18" charset="0"/>
                            </a:rPr>
                          </m:ctrlPr>
                        </m:sSupPr>
                        <m:e>
                          <m:r>
                            <a:rPr lang="en-GB" sz="2400" i="1" dirty="0" smtClean="0">
                              <a:latin typeface="Cambria Math" panose="02040503050406030204" pitchFamily="18" charset="0"/>
                            </a:rPr>
                            <m:t>2</m:t>
                          </m:r>
                          <m:r>
                            <a:rPr lang="en-GB" sz="2400" b="0" i="1" dirty="0" smtClean="0">
                              <a:latin typeface="Cambria Math" panose="02040503050406030204" pitchFamily="18" charset="0"/>
                            </a:rPr>
                            <m:t>72.42</m:t>
                          </m:r>
                        </m:e>
                        <m:sup>
                          <m:r>
                            <a:rPr lang="en-GB" sz="2400" b="0" i="1" dirty="0" smtClean="0">
                              <a:latin typeface="Cambria Math" panose="02040503050406030204" pitchFamily="18" charset="0"/>
                            </a:rPr>
                            <m:t>0</m:t>
                          </m:r>
                        </m:sup>
                      </m:sSup>
                    </m:oMath>
                  </m:oMathPara>
                </a14:m>
                <a:endParaRPr lang="en-US" sz="2400" dirty="0"/>
              </a:p>
            </p:txBody>
          </p:sp>
        </mc:Choice>
        <mc:Fallback xmlns="">
          <p:sp>
            <p:nvSpPr>
              <p:cNvPr id="73" name="TextBox 72">
                <a:extLst>
                  <a:ext uri="{FF2B5EF4-FFF2-40B4-BE49-F238E27FC236}">
                    <a16:creationId xmlns:a16="http://schemas.microsoft.com/office/drawing/2014/main" id="{E00757CA-54B3-FEF5-C7EA-BBD5BBE00CDD}"/>
                  </a:ext>
                </a:extLst>
              </p:cNvPr>
              <p:cNvSpPr txBox="1">
                <a:spLocks noRot="1" noChangeAspect="1" noMove="1" noResize="1" noEditPoints="1" noAdjustHandles="1" noChangeArrowheads="1" noChangeShapeType="1" noTextEdit="1"/>
              </p:cNvSpPr>
              <p:nvPr/>
            </p:nvSpPr>
            <p:spPr>
              <a:xfrm>
                <a:off x="363792" y="3248531"/>
                <a:ext cx="1159080" cy="461665"/>
              </a:xfrm>
              <a:prstGeom prst="rect">
                <a:avLst/>
              </a:prstGeom>
              <a:blipFill>
                <a:blip r:embed="rId18"/>
                <a:stretch>
                  <a:fillRect l="-1579" r="-368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6AE71476-60A2-3E50-8894-E2065AA2EFFE}"/>
                  </a:ext>
                </a:extLst>
              </p:cNvPr>
              <p:cNvSpPr txBox="1"/>
              <p:nvPr/>
            </p:nvSpPr>
            <p:spPr>
              <a:xfrm>
                <a:off x="6366085" y="4451286"/>
                <a:ext cx="2867307" cy="1138197"/>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i="1" dirty="0" smtClean="0">
                              <a:latin typeface="Cambria Math" panose="02040503050406030204" pitchFamily="18" charset="0"/>
                            </a:rPr>
                          </m:ctrlPr>
                        </m:sSupPr>
                        <m:e>
                          <m:d>
                            <m:dPr>
                              <m:ctrlPr>
                                <a:rPr lang="en-US" sz="2400" i="1" dirty="0">
                                  <a:latin typeface="Cambria Math" panose="02040503050406030204" pitchFamily="18" charset="0"/>
                                </a:rPr>
                              </m:ctrlPr>
                            </m:dPr>
                            <m:e>
                              <m:r>
                                <a:rPr lang="en-GB" sz="2400" b="0" i="0" dirty="0" smtClean="0">
                                  <a:latin typeface="Cambria Math" panose="02040503050406030204" pitchFamily="18" charset="0"/>
                                </a:rPr>
                                <m:t>−</m:t>
                              </m:r>
                              <m:f>
                                <m:fPr>
                                  <m:ctrlPr>
                                    <a:rPr lang="en-GB" sz="2400" b="0" i="1" dirty="0" smtClean="0">
                                      <a:latin typeface="Cambria Math" panose="02040503050406030204" pitchFamily="18" charset="0"/>
                                    </a:rPr>
                                  </m:ctrlPr>
                                </m:fPr>
                                <m:num>
                                  <m:r>
                                    <a:rPr lang="en-GB" sz="2400" b="0" i="0" dirty="0" smtClean="0">
                                      <a:latin typeface="Cambria Math" panose="02040503050406030204" pitchFamily="18" charset="0"/>
                                    </a:rPr>
                                    <m:t>23.5</m:t>
                                  </m:r>
                                  <m:sSup>
                                    <m:sSupPr>
                                      <m:ctrlPr>
                                        <a:rPr lang="en-GB" sz="2400" b="0" i="1" dirty="0" smtClean="0">
                                          <a:latin typeface="Cambria Math" panose="02040503050406030204" pitchFamily="18" charset="0"/>
                                        </a:rPr>
                                      </m:ctrlPr>
                                    </m:sSupPr>
                                    <m:e>
                                      <m:r>
                                        <a:rPr lang="en-GB" sz="2400" b="0" i="1" dirty="0" smtClean="0">
                                          <a:latin typeface="Cambria Math" panose="02040503050406030204" pitchFamily="18" charset="0"/>
                                        </a:rPr>
                                        <m:t>𝑎</m:t>
                                      </m:r>
                                    </m:e>
                                    <m:sup>
                                      <m:r>
                                        <a:rPr lang="en-GB" sz="2400" b="0" i="1" dirty="0" smtClean="0">
                                          <a:latin typeface="Cambria Math" panose="02040503050406030204" pitchFamily="18" charset="0"/>
                                        </a:rPr>
                                        <m:t>12.2</m:t>
                                      </m:r>
                                    </m:sup>
                                  </m:sSup>
                                  <m:sSup>
                                    <m:sSupPr>
                                      <m:ctrlPr>
                                        <a:rPr lang="en-GB" sz="2400" b="0" i="1" dirty="0" smtClean="0">
                                          <a:latin typeface="Cambria Math" panose="02040503050406030204" pitchFamily="18" charset="0"/>
                                        </a:rPr>
                                      </m:ctrlPr>
                                    </m:sSupPr>
                                    <m:e>
                                      <m:r>
                                        <a:rPr lang="en-GB" sz="2400" b="0" i="1" dirty="0" smtClean="0">
                                          <a:latin typeface="Cambria Math" panose="02040503050406030204" pitchFamily="18" charset="0"/>
                                        </a:rPr>
                                        <m:t>𝑏</m:t>
                                      </m:r>
                                    </m:e>
                                    <m:sup>
                                      <m:r>
                                        <a:rPr lang="en-GB" sz="2400" b="0" i="1" dirty="0" smtClean="0">
                                          <a:latin typeface="Cambria Math" panose="02040503050406030204" pitchFamily="18" charset="0"/>
                                        </a:rPr>
                                        <m:t>−3</m:t>
                                      </m:r>
                                    </m:sup>
                                  </m:sSup>
                                </m:num>
                                <m:den>
                                  <m:r>
                                    <a:rPr lang="en-GB" sz="2400" dirty="0">
                                      <a:latin typeface="Cambria Math" panose="02040503050406030204" pitchFamily="18" charset="0"/>
                                    </a:rPr>
                                    <m:t>12</m:t>
                                  </m:r>
                                  <m:sSup>
                                    <m:sSupPr>
                                      <m:ctrlPr>
                                        <a:rPr lang="en-GB" sz="2400" i="1" dirty="0">
                                          <a:latin typeface="Cambria Math" panose="02040503050406030204" pitchFamily="18" charset="0"/>
                                        </a:rPr>
                                      </m:ctrlPr>
                                    </m:sSupPr>
                                    <m:e>
                                      <m:r>
                                        <m:rPr>
                                          <m:sty m:val="p"/>
                                        </m:rPr>
                                        <a:rPr lang="en-GB" sz="2400" dirty="0">
                                          <a:latin typeface="Cambria Math" panose="02040503050406030204" pitchFamily="18" charset="0"/>
                                        </a:rPr>
                                        <m:t>c</m:t>
                                      </m:r>
                                    </m:e>
                                    <m:sup>
                                      <m:r>
                                        <a:rPr lang="en-GB" sz="2400" dirty="0">
                                          <a:latin typeface="Cambria Math" panose="02040503050406030204" pitchFamily="18" charset="0"/>
                                        </a:rPr>
                                        <m:t>−</m:t>
                                      </m:r>
                                      <m:f>
                                        <m:fPr>
                                          <m:ctrlPr>
                                            <a:rPr lang="en-GB" sz="2400" b="0" i="1" dirty="0" smtClean="0">
                                              <a:latin typeface="Cambria Math" panose="02040503050406030204" pitchFamily="18" charset="0"/>
                                            </a:rPr>
                                          </m:ctrlPr>
                                        </m:fPr>
                                        <m:num>
                                          <m:r>
                                            <a:rPr lang="en-GB" sz="2400" dirty="0">
                                              <a:latin typeface="Cambria Math" panose="02040503050406030204" pitchFamily="18" charset="0"/>
                                            </a:rPr>
                                            <m:t>1</m:t>
                                          </m:r>
                                        </m:num>
                                        <m:den>
                                          <m:r>
                                            <a:rPr lang="en-GB" sz="2400" b="0" i="1" dirty="0" smtClean="0">
                                              <a:latin typeface="Cambria Math" panose="02040503050406030204" pitchFamily="18" charset="0"/>
                                            </a:rPr>
                                            <m:t>2</m:t>
                                          </m:r>
                                        </m:den>
                                      </m:f>
                                    </m:sup>
                                  </m:sSup>
                                </m:den>
                              </m:f>
                            </m:e>
                          </m:d>
                        </m:e>
                        <m:sup>
                          <m:r>
                            <a:rPr lang="en-GB" sz="2400" b="0" i="0" dirty="0" smtClean="0">
                              <a:latin typeface="Cambria Math" panose="02040503050406030204" pitchFamily="18" charset="0"/>
                            </a:rPr>
                            <m:t>0</m:t>
                          </m:r>
                        </m:sup>
                      </m:sSup>
                    </m:oMath>
                  </m:oMathPara>
                </a14:m>
                <a:endParaRPr lang="en-US" sz="2400" dirty="0"/>
              </a:p>
            </p:txBody>
          </p:sp>
        </mc:Choice>
        <mc:Fallback xmlns="">
          <p:sp>
            <p:nvSpPr>
              <p:cNvPr id="79" name="TextBox 78">
                <a:extLst>
                  <a:ext uri="{FF2B5EF4-FFF2-40B4-BE49-F238E27FC236}">
                    <a16:creationId xmlns:a16="http://schemas.microsoft.com/office/drawing/2014/main" id="{6AE71476-60A2-3E50-8894-E2065AA2EFFE}"/>
                  </a:ext>
                </a:extLst>
              </p:cNvPr>
              <p:cNvSpPr txBox="1">
                <a:spLocks noRot="1" noChangeAspect="1" noMove="1" noResize="1" noEditPoints="1" noAdjustHandles="1" noChangeArrowheads="1" noChangeShapeType="1" noTextEdit="1"/>
              </p:cNvSpPr>
              <p:nvPr/>
            </p:nvSpPr>
            <p:spPr>
              <a:xfrm>
                <a:off x="6366085" y="4451286"/>
                <a:ext cx="2867307" cy="1138197"/>
              </a:xfrm>
              <a:prstGeom prst="rect">
                <a:avLst/>
              </a:prstGeom>
              <a:blipFill>
                <a:blip r:embed="rId1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B2D767BE-7C00-2C99-FA1E-3D7AF061E0D9}"/>
                  </a:ext>
                </a:extLst>
              </p:cNvPr>
              <p:cNvSpPr txBox="1"/>
              <p:nvPr/>
            </p:nvSpPr>
            <p:spPr>
              <a:xfrm>
                <a:off x="5321997" y="3013961"/>
                <a:ext cx="2888523" cy="461665"/>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b="0" i="1" dirty="0" smtClean="0">
                              <a:latin typeface="Cambria Math" panose="02040503050406030204" pitchFamily="18" charset="0"/>
                            </a:rPr>
                          </m:ctrlPr>
                        </m:sSupPr>
                        <m:e>
                          <m:r>
                            <a:rPr lang="en-GB" sz="2400" b="0" i="1" dirty="0" smtClean="0">
                              <a:latin typeface="Cambria Math" panose="02040503050406030204" pitchFamily="18" charset="0"/>
                            </a:rPr>
                            <m:t>83,729,837,392,823</m:t>
                          </m:r>
                        </m:e>
                        <m:sup>
                          <m:r>
                            <a:rPr lang="en-GB" sz="2400" b="0" i="1" dirty="0" smtClean="0">
                              <a:latin typeface="Cambria Math" panose="02040503050406030204" pitchFamily="18" charset="0"/>
                            </a:rPr>
                            <m:t>0</m:t>
                          </m:r>
                        </m:sup>
                      </m:sSup>
                    </m:oMath>
                  </m:oMathPara>
                </a14:m>
                <a:endParaRPr lang="en-US" sz="2400" dirty="0"/>
              </a:p>
            </p:txBody>
          </p:sp>
        </mc:Choice>
        <mc:Fallback xmlns="">
          <p:sp>
            <p:nvSpPr>
              <p:cNvPr id="82" name="TextBox 81">
                <a:extLst>
                  <a:ext uri="{FF2B5EF4-FFF2-40B4-BE49-F238E27FC236}">
                    <a16:creationId xmlns:a16="http://schemas.microsoft.com/office/drawing/2014/main" id="{B2D767BE-7C00-2C99-FA1E-3D7AF061E0D9}"/>
                  </a:ext>
                </a:extLst>
              </p:cNvPr>
              <p:cNvSpPr txBox="1">
                <a:spLocks noRot="1" noChangeAspect="1" noMove="1" noResize="1" noEditPoints="1" noAdjustHandles="1" noChangeArrowheads="1" noChangeShapeType="1" noTextEdit="1"/>
              </p:cNvSpPr>
              <p:nvPr/>
            </p:nvSpPr>
            <p:spPr>
              <a:xfrm>
                <a:off x="5321997" y="3013961"/>
                <a:ext cx="2888523" cy="461665"/>
              </a:xfrm>
              <a:prstGeom prst="rect">
                <a:avLst/>
              </a:prstGeom>
              <a:blipFill>
                <a:blip r:embed="rId20"/>
                <a:stretch>
                  <a:fillRect l="-422" r="-42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8DD08D1-A3B7-1765-EC88-81E4A8DB7132}"/>
                  </a:ext>
                </a:extLst>
              </p:cNvPr>
              <p:cNvSpPr txBox="1"/>
              <p:nvPr/>
            </p:nvSpPr>
            <p:spPr>
              <a:xfrm>
                <a:off x="3556338" y="5461804"/>
                <a:ext cx="1661987" cy="615297"/>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b="0" i="1" dirty="0" smtClean="0">
                              <a:latin typeface="Cambria Math" panose="02040503050406030204" pitchFamily="18" charset="0"/>
                            </a:rPr>
                          </m:ctrlPr>
                        </m:sSupPr>
                        <m:e>
                          <m:d>
                            <m:dPr>
                              <m:ctrlPr>
                                <a:rPr lang="en-GB" sz="2400" b="0" i="1" dirty="0" smtClean="0">
                                  <a:latin typeface="Cambria Math" panose="02040503050406030204" pitchFamily="18" charset="0"/>
                                </a:rPr>
                              </m:ctrlPr>
                            </m:dPr>
                            <m:e>
                              <m:rad>
                                <m:radPr>
                                  <m:ctrlPr>
                                    <a:rPr lang="en-GB" sz="2400" b="0" i="1" dirty="0" smtClean="0">
                                      <a:latin typeface="Cambria Math" panose="02040503050406030204" pitchFamily="18" charset="0"/>
                                    </a:rPr>
                                  </m:ctrlPr>
                                </m:radPr>
                                <m:deg>
                                  <m:r>
                                    <a:rPr lang="en-GB" sz="2400" b="0" i="0" dirty="0" smtClean="0">
                                      <a:latin typeface="Cambria Math" panose="02040503050406030204" pitchFamily="18" charset="0"/>
                                    </a:rPr>
                                    <m:t>19</m:t>
                                  </m:r>
                                </m:deg>
                                <m:e>
                                  <m:r>
                                    <a:rPr lang="en-GB" sz="2400" b="0" i="0" dirty="0" smtClean="0">
                                      <a:latin typeface="Cambria Math" panose="02040503050406030204" pitchFamily="18" charset="0"/>
                                    </a:rPr>
                                    <m:t>−</m:t>
                                  </m:r>
                                  <m:r>
                                    <a:rPr lang="en-GB" sz="2400" b="0" i="1" dirty="0" smtClean="0">
                                      <a:latin typeface="Cambria Math" panose="02040503050406030204" pitchFamily="18" charset="0"/>
                                    </a:rPr>
                                    <m:t>956</m:t>
                                  </m:r>
                                  <m:r>
                                    <a:rPr lang="en-GB" sz="2400" b="0" i="1" dirty="0" smtClean="0">
                                      <a:latin typeface="Cambria Math" panose="02040503050406030204" pitchFamily="18" charset="0"/>
                                    </a:rPr>
                                    <m:t>𝑥𝑦𝑧</m:t>
                                  </m:r>
                                </m:e>
                              </m:rad>
                            </m:e>
                          </m:d>
                        </m:e>
                        <m:sup>
                          <m:r>
                            <a:rPr lang="en-GB" sz="2400" b="0" i="1" dirty="0" smtClean="0">
                              <a:latin typeface="Cambria Math" panose="02040503050406030204" pitchFamily="18" charset="0"/>
                            </a:rPr>
                            <m:t>0</m:t>
                          </m:r>
                        </m:sup>
                      </m:sSup>
                    </m:oMath>
                  </m:oMathPara>
                </a14:m>
                <a:endParaRPr lang="en-US" sz="2400" dirty="0"/>
              </a:p>
            </p:txBody>
          </p:sp>
        </mc:Choice>
        <mc:Fallback xmlns="">
          <p:sp>
            <p:nvSpPr>
              <p:cNvPr id="85" name="TextBox 84">
                <a:extLst>
                  <a:ext uri="{FF2B5EF4-FFF2-40B4-BE49-F238E27FC236}">
                    <a16:creationId xmlns:a16="http://schemas.microsoft.com/office/drawing/2014/main" id="{D8DD08D1-A3B7-1765-EC88-81E4A8DB7132}"/>
                  </a:ext>
                </a:extLst>
              </p:cNvPr>
              <p:cNvSpPr txBox="1">
                <a:spLocks noRot="1" noChangeAspect="1" noMove="1" noResize="1" noEditPoints="1" noAdjustHandles="1" noChangeArrowheads="1" noChangeShapeType="1" noTextEdit="1"/>
              </p:cNvSpPr>
              <p:nvPr/>
            </p:nvSpPr>
            <p:spPr>
              <a:xfrm>
                <a:off x="3556338" y="5461804"/>
                <a:ext cx="1661987" cy="615297"/>
              </a:xfrm>
              <a:prstGeom prst="rect">
                <a:avLst/>
              </a:prstGeom>
              <a:blipFill>
                <a:blip r:embed="rId21"/>
                <a:stretch>
                  <a:fillRect r="-2490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B5609CCB-F35F-D572-6C9E-A658F920449C}"/>
                  </a:ext>
                </a:extLst>
              </p:cNvPr>
              <p:cNvSpPr txBox="1"/>
              <p:nvPr/>
            </p:nvSpPr>
            <p:spPr>
              <a:xfrm>
                <a:off x="367709" y="4405569"/>
                <a:ext cx="787400" cy="995144"/>
              </a:xfrm>
              <a:prstGeom prst="rect">
                <a:avLst/>
              </a:prstGeom>
              <a:noFill/>
            </p:spPr>
            <p:txBody>
              <a:bodyPr wrap="square" rtlCol="0">
                <a:spAutoFit/>
              </a:bodyPr>
              <a:lstStyle>
                <a:defPPr>
                  <a:defRPr lang="en-US"/>
                </a:defPPr>
                <a:lvl1pPr>
                  <a:defRPr sz="2000"/>
                </a:lvl1pPr>
              </a:lstStyle>
              <a:p>
                <a:pPr/>
                <a14:m>
                  <m:oMathPara xmlns:m="http://schemas.openxmlformats.org/officeDocument/2006/math">
                    <m:oMathParaPr>
                      <m:jc m:val="center"/>
                    </m:oMathParaPr>
                    <m:oMath xmlns:m="http://schemas.openxmlformats.org/officeDocument/2006/math">
                      <m:sSup>
                        <m:sSupPr>
                          <m:ctrlPr>
                            <a:rPr lang="en-GB" sz="2400" b="0" i="1" dirty="0" smtClean="0">
                              <a:latin typeface="Cambria Math" panose="02040503050406030204" pitchFamily="18" charset="0"/>
                            </a:rPr>
                          </m:ctrlPr>
                        </m:sSupPr>
                        <m:e>
                          <m:d>
                            <m:dPr>
                              <m:ctrlPr>
                                <a:rPr lang="en-GB" sz="2400" b="0" i="1" dirty="0" smtClean="0">
                                  <a:latin typeface="Cambria Math" panose="02040503050406030204" pitchFamily="18" charset="0"/>
                                </a:rPr>
                              </m:ctrlPr>
                            </m:dPr>
                            <m:e>
                              <m:f>
                                <m:fPr>
                                  <m:ctrlPr>
                                    <a:rPr lang="en-GB" sz="2400" b="0" i="1" dirty="0" smtClean="0">
                                      <a:latin typeface="Cambria Math" panose="02040503050406030204" pitchFamily="18" charset="0"/>
                                    </a:rPr>
                                  </m:ctrlPr>
                                </m:fPr>
                                <m:num>
                                  <m:r>
                                    <a:rPr lang="en-GB" sz="2400" b="0" i="1" dirty="0" smtClean="0">
                                      <a:latin typeface="Cambria Math" panose="02040503050406030204" pitchFamily="18" charset="0"/>
                                    </a:rPr>
                                    <m:t>3</m:t>
                                  </m:r>
                                </m:num>
                                <m:den>
                                  <m:r>
                                    <a:rPr lang="en-GB" sz="2400" b="0" i="1" dirty="0" smtClean="0">
                                      <a:latin typeface="Cambria Math" panose="02040503050406030204" pitchFamily="18" charset="0"/>
                                    </a:rPr>
                                    <m:t>2</m:t>
                                  </m:r>
                                  <m:r>
                                    <a:rPr lang="en-GB" sz="2400" b="0" i="1" dirty="0" smtClean="0">
                                      <a:latin typeface="Cambria Math" panose="02040503050406030204" pitchFamily="18" charset="0"/>
                                    </a:rPr>
                                    <m:t>𝑓</m:t>
                                  </m:r>
                                </m:den>
                              </m:f>
                              <m:sSup>
                                <m:sSupPr>
                                  <m:ctrlPr>
                                    <a:rPr lang="en-GB" sz="2400" b="0" i="1" dirty="0" smtClean="0">
                                      <a:latin typeface="Cambria Math" panose="02040503050406030204" pitchFamily="18" charset="0"/>
                                    </a:rPr>
                                  </m:ctrlPr>
                                </m:sSupPr>
                                <m:e>
                                  <m:r>
                                    <a:rPr lang="en-GB" sz="2400" b="0" i="1" dirty="0" smtClean="0">
                                      <a:latin typeface="Cambria Math" panose="02040503050406030204" pitchFamily="18" charset="0"/>
                                    </a:rPr>
                                    <m:t>𝑔</m:t>
                                  </m:r>
                                </m:e>
                                <m:sup>
                                  <m:r>
                                    <a:rPr lang="en-GB" sz="2400" b="0" i="1" dirty="0" smtClean="0">
                                      <a:latin typeface="Cambria Math" panose="02040503050406030204" pitchFamily="18" charset="0"/>
                                    </a:rPr>
                                    <m:t>2</m:t>
                                  </m:r>
                                </m:sup>
                              </m:sSup>
                              <m:sSup>
                                <m:sSupPr>
                                  <m:ctrlPr>
                                    <a:rPr lang="en-GB" sz="2400" b="0" i="1" dirty="0" smtClean="0">
                                      <a:latin typeface="Cambria Math" panose="02040503050406030204" pitchFamily="18" charset="0"/>
                                    </a:rPr>
                                  </m:ctrlPr>
                                </m:sSupPr>
                                <m:e>
                                  <m:r>
                                    <a:rPr lang="en-GB" sz="2400" b="0" i="1" dirty="0" smtClean="0">
                                      <a:latin typeface="Cambria Math" panose="02040503050406030204" pitchFamily="18" charset="0"/>
                                    </a:rPr>
                                    <m:t>h</m:t>
                                  </m:r>
                                </m:e>
                                <m:sup>
                                  <m:r>
                                    <a:rPr lang="en-GB" sz="2400" b="0" i="1" dirty="0" smtClean="0">
                                      <a:latin typeface="Cambria Math" panose="02040503050406030204" pitchFamily="18" charset="0"/>
                                    </a:rPr>
                                    <m:t>−3</m:t>
                                  </m:r>
                                </m:sup>
                              </m:sSup>
                            </m:e>
                          </m:d>
                        </m:e>
                        <m:sup>
                          <m:r>
                            <a:rPr lang="en-GB" sz="2400" b="0" i="1" dirty="0" smtClean="0">
                              <a:latin typeface="Cambria Math" panose="02040503050406030204" pitchFamily="18" charset="0"/>
                            </a:rPr>
                            <m:t>0</m:t>
                          </m:r>
                        </m:sup>
                      </m:sSup>
                    </m:oMath>
                  </m:oMathPara>
                </a14:m>
                <a:endParaRPr lang="en-US" sz="2400" dirty="0"/>
              </a:p>
            </p:txBody>
          </p:sp>
        </mc:Choice>
        <mc:Fallback xmlns="">
          <p:sp>
            <p:nvSpPr>
              <p:cNvPr id="88" name="TextBox 87">
                <a:extLst>
                  <a:ext uri="{FF2B5EF4-FFF2-40B4-BE49-F238E27FC236}">
                    <a16:creationId xmlns:a16="http://schemas.microsoft.com/office/drawing/2014/main" id="{B5609CCB-F35F-D572-6C9E-A658F920449C}"/>
                  </a:ext>
                </a:extLst>
              </p:cNvPr>
              <p:cNvSpPr txBox="1">
                <a:spLocks noRot="1" noChangeAspect="1" noMove="1" noResize="1" noEditPoints="1" noAdjustHandles="1" noChangeArrowheads="1" noChangeShapeType="1" noTextEdit="1"/>
              </p:cNvSpPr>
              <p:nvPr/>
            </p:nvSpPr>
            <p:spPr>
              <a:xfrm>
                <a:off x="367709" y="4405569"/>
                <a:ext cx="787400" cy="995144"/>
              </a:xfrm>
              <a:prstGeom prst="rect">
                <a:avLst/>
              </a:prstGeom>
              <a:blipFill>
                <a:blip r:embed="rId22"/>
                <a:stretch>
                  <a:fillRect r="-125581"/>
                </a:stretch>
              </a:blipFill>
            </p:spPr>
            <p:txBody>
              <a:bodyPr/>
              <a:lstStyle/>
              <a:p>
                <a:r>
                  <a:rPr lang="en-GB">
                    <a:noFill/>
                  </a:rPr>
                  <a:t> </a:t>
                </a:r>
              </a:p>
            </p:txBody>
          </p:sp>
        </mc:Fallback>
      </mc:AlternateContent>
    </p:spTree>
    <p:extLst>
      <p:ext uri="{BB962C8B-B14F-4D97-AF65-F5344CB8AC3E}">
        <p14:creationId xmlns:p14="http://schemas.microsoft.com/office/powerpoint/2010/main" val="299181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9"/>
                    </p:tgtEl>
                  </p:cond>
                </p:stCondLst>
                <p:endSync evt="end" delay="0">
                  <p:rtn val="all"/>
                </p:endSync>
                <p:childTnLst>
                  <p:par>
                    <p:cTn id="12" fill="hold">
                      <p:stCondLst>
                        <p:cond delay="0"/>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hidden"/>
                                      </p:to>
                                    </p:set>
                                  </p:childTnLst>
                                </p:cTn>
                              </p:par>
                              <p:par>
                                <p:cTn id="16" presetID="1" presetClass="entr" presetSubtype="0" fill="hold" grpId="1" nodeType="withEffect">
                                  <p:stCondLst>
                                    <p:cond delay="500"/>
                                  </p:stCondLst>
                                  <p:childTnLst>
                                    <p:set>
                                      <p:cBhvr>
                                        <p:cTn id="17" dur="1" fill="hold">
                                          <p:stCondLst>
                                            <p:cond delay="0"/>
                                          </p:stCondLst>
                                        </p:cTn>
                                        <p:tgtEl>
                                          <p:spTgt spid="10"/>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9"/>
                  </p:tgtEl>
                </p:cond>
              </p:nextCondLst>
            </p:seq>
            <p:seq concurrent="1" nextAc="seek">
              <p:cTn id="23" restart="whenNotActive" fill="hold" evtFilter="cancelBubble" nodeType="interactiveSeq">
                <p:stCondLst>
                  <p:cond evt="onClick" delay="0">
                    <p:tgtEl>
                      <p:spTgt spid="10"/>
                    </p:tgtEl>
                  </p:cond>
                </p:stCondLst>
                <p:endSync evt="end" delay="0">
                  <p:rtn val="all"/>
                </p:endSync>
                <p:childTnLst>
                  <p:par>
                    <p:cTn id="24" fill="hold">
                      <p:stCondLst>
                        <p:cond delay="0"/>
                      </p:stCondLst>
                      <p:childTnLst>
                        <p:par>
                          <p:cTn id="25" fill="hold">
                            <p:stCondLst>
                              <p:cond delay="0"/>
                            </p:stCondLst>
                            <p:childTnLst>
                              <p:par>
                                <p:cTn id="26" presetID="1" presetClass="exit"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 presetClass="entr" presetSubtype="0" fill="hold" grpId="1" nodeType="withEffect">
                                  <p:stCondLst>
                                    <p:cond delay="500"/>
                                  </p:stCondLst>
                                  <p:childTnLst>
                                    <p:set>
                                      <p:cBhvr>
                                        <p:cTn id="29" dur="1" fill="hold">
                                          <p:stCondLst>
                                            <p:cond delay="0"/>
                                          </p:stCondLst>
                                        </p:cTn>
                                        <p:tgtEl>
                                          <p:spTgt spid="11"/>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7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childTnLst>
                          </p:cTn>
                        </p:par>
                      </p:childTnLst>
                    </p:cTn>
                  </p:par>
                </p:childTnLst>
              </p:cTn>
              <p:nextCondLst>
                <p:cond evt="onClick" delay="0">
                  <p:tgtEl>
                    <p:spTgt spid="10"/>
                  </p:tgtEl>
                </p:cond>
              </p:nextCondLst>
            </p:seq>
            <p:seq concurrent="1" nextAc="seek">
              <p:cTn id="35" restart="whenNotActive" fill="hold" evtFilter="cancelBubble" nodeType="interactiveSeq">
                <p:stCondLst>
                  <p:cond evt="onClick" delay="0">
                    <p:tgtEl>
                      <p:spTgt spid="11"/>
                    </p:tgtEl>
                  </p:cond>
                </p:stCondLst>
                <p:endSync evt="end" delay="0">
                  <p:rtn val="all"/>
                </p:endSync>
                <p:childTnLst>
                  <p:par>
                    <p:cTn id="36" fill="hold">
                      <p:stCondLst>
                        <p:cond delay="0"/>
                      </p:stCondLst>
                      <p:childTnLst>
                        <p:par>
                          <p:cTn id="37" fill="hold">
                            <p:stCondLst>
                              <p:cond delay="0"/>
                            </p:stCondLst>
                            <p:childTnLst>
                              <p:par>
                                <p:cTn id="38" presetID="1" presetClass="exit"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hidden"/>
                                      </p:to>
                                    </p:set>
                                  </p:childTnLst>
                                </p:cTn>
                              </p:par>
                              <p:par>
                                <p:cTn id="40" presetID="1" presetClass="entr" presetSubtype="0" fill="hold" grpId="1" nodeType="withEffect">
                                  <p:stCondLst>
                                    <p:cond delay="500"/>
                                  </p:stCondLst>
                                  <p:childTnLst>
                                    <p:set>
                                      <p:cBhvr>
                                        <p:cTn id="41" dur="1" fill="hold">
                                          <p:stCondLst>
                                            <p:cond delay="0"/>
                                          </p:stCondLst>
                                        </p:cTn>
                                        <p:tgtEl>
                                          <p:spTgt spid="12"/>
                                        </p:tgtEl>
                                        <p:attrNameLst>
                                          <p:attrName>style.visibility</p:attrName>
                                        </p:attrNameLst>
                                      </p:cBhvr>
                                      <p:to>
                                        <p:strVal val="visible"/>
                                      </p:to>
                                    </p:set>
                                  </p:childTnLst>
                                </p:cTn>
                              </p:par>
                              <p:par>
                                <p:cTn id="42" presetID="1" presetClass="entr" presetSubtype="0" fill="hold" grpId="0" nodeType="withEffect">
                                  <p:stCondLst>
                                    <p:cond delay="500"/>
                                  </p:stCondLst>
                                  <p:childTnLst>
                                    <p:set>
                                      <p:cBhvr>
                                        <p:cTn id="43" dur="1" fill="hold">
                                          <p:stCondLst>
                                            <p:cond delay="0"/>
                                          </p:stCondLst>
                                        </p:cTn>
                                        <p:tgtEl>
                                          <p:spTgt spid="80"/>
                                        </p:tgtEl>
                                        <p:attrNameLst>
                                          <p:attrName>style.visibility</p:attrName>
                                        </p:attrNameLst>
                                      </p:cBhvr>
                                      <p:to>
                                        <p:strVal val="visible"/>
                                      </p:to>
                                    </p:set>
                                  </p:childTnLst>
                                </p:cTn>
                              </p:par>
                              <p:par>
                                <p:cTn id="44" presetID="1" presetClass="entr" presetSubtype="0" fill="hold" grpId="0" nodeType="withEffect">
                                  <p:stCondLst>
                                    <p:cond delay="500"/>
                                  </p:stCondLst>
                                  <p:childTnLst>
                                    <p:set>
                                      <p:cBhvr>
                                        <p:cTn id="45" dur="1" fill="hold">
                                          <p:stCondLst>
                                            <p:cond delay="0"/>
                                          </p:stCondLst>
                                        </p:cTn>
                                        <p:tgtEl>
                                          <p:spTgt spid="82"/>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seq concurrent="1" nextAc="seek">
              <p:cTn id="46" restart="whenNotActive" fill="hold" evtFilter="cancelBubble" nodeType="interactiveSeq">
                <p:stCondLst>
                  <p:cond evt="onClick" delay="0">
                    <p:tgtEl>
                      <p:spTgt spid="12"/>
                    </p:tgtEl>
                  </p:cond>
                </p:stCondLst>
                <p:endSync evt="end" delay="0">
                  <p:rtn val="all"/>
                </p:endSync>
                <p:childTnLst>
                  <p:par>
                    <p:cTn id="47" fill="hold">
                      <p:stCondLst>
                        <p:cond delay="0"/>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hidden"/>
                                      </p:to>
                                    </p:set>
                                  </p:childTnLst>
                                </p:cTn>
                              </p:par>
                              <p:par>
                                <p:cTn id="51" presetID="1" presetClass="entr" presetSubtype="0" fill="hold" grpId="1" nodeType="withEffect">
                                  <p:stCondLst>
                                    <p:cond delay="500"/>
                                  </p:stCondLst>
                                  <p:childTnLst>
                                    <p:set>
                                      <p:cBhvr>
                                        <p:cTn id="52" dur="1" fill="hold">
                                          <p:stCondLst>
                                            <p:cond delay="0"/>
                                          </p:stCondLst>
                                        </p:cTn>
                                        <p:tgtEl>
                                          <p:spTgt spid="13"/>
                                        </p:tgtEl>
                                        <p:attrNameLst>
                                          <p:attrName>style.visibility</p:attrName>
                                        </p:attrNameLst>
                                      </p:cBhvr>
                                      <p:to>
                                        <p:strVal val="visible"/>
                                      </p:to>
                                    </p:set>
                                  </p:childTnLst>
                                </p:cTn>
                              </p:par>
                            </p:childTnLst>
                          </p:cTn>
                        </p:par>
                        <p:par>
                          <p:cTn id="53" fill="hold">
                            <p:stCondLst>
                              <p:cond delay="500"/>
                            </p:stCondLst>
                            <p:childTnLst>
                              <p:par>
                                <p:cTn id="54" presetID="1" presetClass="entr" presetSubtype="0" fill="hold" grpId="0" nodeType="afterEffect">
                                  <p:stCondLst>
                                    <p:cond delay="0"/>
                                  </p:stCondLst>
                                  <p:childTnLst>
                                    <p:set>
                                      <p:cBhvr>
                                        <p:cTn id="55" dur="1" fill="hold">
                                          <p:stCondLst>
                                            <p:cond delay="0"/>
                                          </p:stCondLst>
                                        </p:cTn>
                                        <p:tgtEl>
                                          <p:spTgt spid="65"/>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67"/>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seq concurrent="1" nextAc="seek">
              <p:cTn id="58" restart="whenNotActive" fill="hold" evtFilter="cancelBubble" nodeType="interactiveSeq">
                <p:stCondLst>
                  <p:cond evt="onClick" delay="0">
                    <p:tgtEl>
                      <p:spTgt spid="13"/>
                    </p:tgtEl>
                  </p:cond>
                </p:stCondLst>
                <p:endSync evt="end" delay="0">
                  <p:rtn val="all"/>
                </p:endSync>
                <p:childTnLst>
                  <p:par>
                    <p:cTn id="59" fill="hold">
                      <p:stCondLst>
                        <p:cond delay="0"/>
                      </p:stCondLst>
                      <p:childTnLst>
                        <p:par>
                          <p:cTn id="60" fill="hold">
                            <p:stCondLst>
                              <p:cond delay="0"/>
                            </p:stCondLst>
                            <p:childTnLst>
                              <p:par>
                                <p:cTn id="61" presetID="1" presetClass="exit"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hidden"/>
                                      </p:to>
                                    </p:set>
                                  </p:childTnLst>
                                </p:cTn>
                              </p:par>
                              <p:par>
                                <p:cTn id="63" presetID="1" presetClass="entr" presetSubtype="0" fill="hold" grpId="1" nodeType="withEffect">
                                  <p:stCondLst>
                                    <p:cond delay="500"/>
                                  </p:stCondLst>
                                  <p:childTnLst>
                                    <p:set>
                                      <p:cBhvr>
                                        <p:cTn id="64" dur="1" fill="hold">
                                          <p:stCondLst>
                                            <p:cond delay="0"/>
                                          </p:stCondLst>
                                        </p:cTn>
                                        <p:tgtEl>
                                          <p:spTgt spid="14"/>
                                        </p:tgtEl>
                                        <p:attrNameLst>
                                          <p:attrName>style.visibility</p:attrName>
                                        </p:attrNameLst>
                                      </p:cBhvr>
                                      <p:to>
                                        <p:strVal val="visible"/>
                                      </p:to>
                                    </p:set>
                                  </p:childTnLst>
                                </p:cTn>
                              </p:par>
                            </p:childTnLst>
                          </p:cTn>
                        </p:par>
                        <p:par>
                          <p:cTn id="65" fill="hold">
                            <p:stCondLst>
                              <p:cond delay="500"/>
                            </p:stCondLst>
                            <p:childTnLst>
                              <p:par>
                                <p:cTn id="66" presetID="1" presetClass="entr" presetSubtype="0" fill="hold" grpId="0" nodeType="afterEffect">
                                  <p:stCondLst>
                                    <p:cond delay="0"/>
                                  </p:stCondLst>
                                  <p:childTnLst>
                                    <p:set>
                                      <p:cBhvr>
                                        <p:cTn id="67" dur="1" fill="hold">
                                          <p:stCondLst>
                                            <p:cond delay="0"/>
                                          </p:stCondLst>
                                        </p:cTn>
                                        <p:tgtEl>
                                          <p:spTgt spid="68"/>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70"/>
                                        </p:tgtEl>
                                        <p:attrNameLst>
                                          <p:attrName>style.visibility</p:attrName>
                                        </p:attrNameLst>
                                      </p:cBhvr>
                                      <p:to>
                                        <p:strVal val="visible"/>
                                      </p:to>
                                    </p:set>
                                  </p:childTnLst>
                                </p:cTn>
                              </p:par>
                            </p:childTnLst>
                          </p:cTn>
                        </p:par>
                      </p:childTnLst>
                    </p:cTn>
                  </p:par>
                </p:childTnLst>
              </p:cTn>
              <p:nextCondLst>
                <p:cond evt="onClick" delay="0">
                  <p:tgtEl>
                    <p:spTgt spid="13"/>
                  </p:tgtEl>
                </p:cond>
              </p:nextCondLst>
            </p:seq>
            <p:seq concurrent="1" nextAc="seek">
              <p:cTn id="70" restart="whenNotActive" fill="hold" evtFilter="cancelBubble" nodeType="interactiveSeq">
                <p:stCondLst>
                  <p:cond evt="onClick" delay="0">
                    <p:tgtEl>
                      <p:spTgt spid="14"/>
                    </p:tgtEl>
                  </p:cond>
                </p:stCondLst>
                <p:endSync evt="end" delay="0">
                  <p:rtn val="all"/>
                </p:endSync>
                <p:childTnLst>
                  <p:par>
                    <p:cTn id="71" fill="hold">
                      <p:stCondLst>
                        <p:cond delay="0"/>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14"/>
                                        </p:tgtEl>
                                        <p:attrNameLst>
                                          <p:attrName>style.visibility</p:attrName>
                                        </p:attrNameLst>
                                      </p:cBhvr>
                                      <p:to>
                                        <p:strVal val="hidden"/>
                                      </p:to>
                                    </p:set>
                                  </p:childTnLst>
                                </p:cTn>
                              </p:par>
                              <p:par>
                                <p:cTn id="75" presetID="1" presetClass="entr" presetSubtype="0" fill="hold" grpId="1" nodeType="withEffect">
                                  <p:stCondLst>
                                    <p:cond delay="500"/>
                                  </p:stCondLst>
                                  <p:childTnLst>
                                    <p:set>
                                      <p:cBhvr>
                                        <p:cTn id="76" dur="1" fill="hold">
                                          <p:stCondLst>
                                            <p:cond delay="0"/>
                                          </p:stCondLst>
                                        </p:cTn>
                                        <p:tgtEl>
                                          <p:spTgt spid="15"/>
                                        </p:tgtEl>
                                        <p:attrNameLst>
                                          <p:attrName>style.visibility</p:attrName>
                                        </p:attrNameLst>
                                      </p:cBhvr>
                                      <p:to>
                                        <p:strVal val="visible"/>
                                      </p:to>
                                    </p:set>
                                  </p:childTnLst>
                                </p:cTn>
                              </p:par>
                            </p:childTnLst>
                          </p:cTn>
                        </p:par>
                        <p:par>
                          <p:cTn id="77" fill="hold">
                            <p:stCondLst>
                              <p:cond delay="500"/>
                            </p:stCondLst>
                            <p:childTnLst>
                              <p:par>
                                <p:cTn id="78" presetID="1" presetClass="entr" presetSubtype="0" fill="hold" grpId="0" nodeType="afterEffect">
                                  <p:stCondLst>
                                    <p:cond delay="0"/>
                                  </p:stCondLst>
                                  <p:childTnLst>
                                    <p:set>
                                      <p:cBhvr>
                                        <p:cTn id="79" dur="1" fill="hold">
                                          <p:stCondLst>
                                            <p:cond delay="0"/>
                                          </p:stCondLst>
                                        </p:cTn>
                                        <p:tgtEl>
                                          <p:spTgt spid="59"/>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61"/>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82" restart="whenNotActive" fill="hold" evtFilter="cancelBubble" nodeType="interactiveSeq">
                <p:stCondLst>
                  <p:cond evt="onClick" delay="0">
                    <p:tgtEl>
                      <p:spTgt spid="15"/>
                    </p:tgtEl>
                  </p:cond>
                </p:stCondLst>
                <p:endSync evt="end" delay="0">
                  <p:rtn val="all"/>
                </p:endSync>
                <p:childTnLst>
                  <p:par>
                    <p:cTn id="83" fill="hold">
                      <p:stCondLst>
                        <p:cond delay="0"/>
                      </p:stCondLst>
                      <p:childTnLst>
                        <p:par>
                          <p:cTn id="84" fill="hold">
                            <p:stCondLst>
                              <p:cond delay="0"/>
                            </p:stCondLst>
                            <p:childTnLst>
                              <p:par>
                                <p:cTn id="85" presetID="1" presetClass="exit" presetSubtype="0" fill="hold" grpId="0" nodeType="clickEffect">
                                  <p:stCondLst>
                                    <p:cond delay="0"/>
                                  </p:stCondLst>
                                  <p:childTnLst>
                                    <p:set>
                                      <p:cBhvr>
                                        <p:cTn id="86" dur="1" fill="hold">
                                          <p:stCondLst>
                                            <p:cond delay="0"/>
                                          </p:stCondLst>
                                        </p:cTn>
                                        <p:tgtEl>
                                          <p:spTgt spid="15"/>
                                        </p:tgtEl>
                                        <p:attrNameLst>
                                          <p:attrName>style.visibility</p:attrName>
                                        </p:attrNameLst>
                                      </p:cBhvr>
                                      <p:to>
                                        <p:strVal val="hidden"/>
                                      </p:to>
                                    </p:set>
                                  </p:childTnLst>
                                </p:cTn>
                              </p:par>
                              <p:par>
                                <p:cTn id="87" presetID="1" presetClass="entr" presetSubtype="0" fill="hold" grpId="1" nodeType="withEffect">
                                  <p:stCondLst>
                                    <p:cond delay="500"/>
                                  </p:stCondLst>
                                  <p:childTnLst>
                                    <p:set>
                                      <p:cBhvr>
                                        <p:cTn id="88" dur="1" fill="hold">
                                          <p:stCondLst>
                                            <p:cond delay="0"/>
                                          </p:stCondLst>
                                        </p:cTn>
                                        <p:tgtEl>
                                          <p:spTgt spid="16"/>
                                        </p:tgtEl>
                                        <p:attrNameLst>
                                          <p:attrName>style.visibility</p:attrName>
                                        </p:attrNameLst>
                                      </p:cBhvr>
                                      <p:to>
                                        <p:strVal val="visible"/>
                                      </p:to>
                                    </p:set>
                                  </p:childTnLst>
                                </p:cTn>
                              </p:par>
                            </p:childTnLst>
                          </p:cTn>
                        </p:par>
                        <p:par>
                          <p:cTn id="89" fill="hold">
                            <p:stCondLst>
                              <p:cond delay="500"/>
                            </p:stCondLst>
                            <p:childTnLst>
                              <p:par>
                                <p:cTn id="90" presetID="1" presetClass="entr" presetSubtype="0" fill="hold" grpId="0" nodeType="afterEffect">
                                  <p:stCondLst>
                                    <p:cond delay="0"/>
                                  </p:stCondLst>
                                  <p:childTnLst>
                                    <p:set>
                                      <p:cBhvr>
                                        <p:cTn id="91" dur="1" fill="hold">
                                          <p:stCondLst>
                                            <p:cond delay="0"/>
                                          </p:stCondLst>
                                        </p:cTn>
                                        <p:tgtEl>
                                          <p:spTgt spid="86"/>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88"/>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seq concurrent="1" nextAc="seek">
              <p:cTn id="94" restart="whenNotActive" fill="hold" evtFilter="cancelBubble" nodeType="interactiveSeq">
                <p:stCondLst>
                  <p:cond evt="onClick" delay="0">
                    <p:tgtEl>
                      <p:spTgt spid="16"/>
                    </p:tgtEl>
                  </p:cond>
                </p:stCondLst>
                <p:endSync evt="end" delay="0">
                  <p:rtn val="all"/>
                </p:endSync>
                <p:childTnLst>
                  <p:par>
                    <p:cTn id="95" fill="hold">
                      <p:stCondLst>
                        <p:cond delay="0"/>
                      </p:stCondLst>
                      <p:childTnLst>
                        <p:par>
                          <p:cTn id="96" fill="hold">
                            <p:stCondLst>
                              <p:cond delay="0"/>
                            </p:stCondLst>
                            <p:childTnLst>
                              <p:par>
                                <p:cTn id="97" presetID="1" presetClass="exit" presetSubtype="0" fill="hold" grpId="0" nodeType="clickEffect">
                                  <p:stCondLst>
                                    <p:cond delay="0"/>
                                  </p:stCondLst>
                                  <p:childTnLst>
                                    <p:set>
                                      <p:cBhvr>
                                        <p:cTn id="98" dur="1" fill="hold">
                                          <p:stCondLst>
                                            <p:cond delay="0"/>
                                          </p:stCondLst>
                                        </p:cTn>
                                        <p:tgtEl>
                                          <p:spTgt spid="16"/>
                                        </p:tgtEl>
                                        <p:attrNameLst>
                                          <p:attrName>style.visibility</p:attrName>
                                        </p:attrNameLst>
                                      </p:cBhvr>
                                      <p:to>
                                        <p:strVal val="hidden"/>
                                      </p:to>
                                    </p:set>
                                  </p:childTnLst>
                                </p:cTn>
                              </p:par>
                              <p:par>
                                <p:cTn id="99" presetID="1" presetClass="entr" presetSubtype="0" fill="hold" grpId="1" nodeType="withEffect">
                                  <p:stCondLst>
                                    <p:cond delay="500"/>
                                  </p:stCondLst>
                                  <p:childTnLst>
                                    <p:set>
                                      <p:cBhvr>
                                        <p:cTn id="100" dur="1" fill="hold">
                                          <p:stCondLst>
                                            <p:cond delay="0"/>
                                          </p:stCondLst>
                                        </p:cTn>
                                        <p:tgtEl>
                                          <p:spTgt spid="17"/>
                                        </p:tgtEl>
                                        <p:attrNameLst>
                                          <p:attrName>style.visibility</p:attrName>
                                        </p:attrNameLst>
                                      </p:cBhvr>
                                      <p:to>
                                        <p:strVal val="visible"/>
                                      </p:to>
                                    </p:set>
                                  </p:childTnLst>
                                </p:cTn>
                              </p:par>
                            </p:childTnLst>
                          </p:cTn>
                        </p:par>
                        <p:par>
                          <p:cTn id="101" fill="hold">
                            <p:stCondLst>
                              <p:cond delay="500"/>
                            </p:stCondLst>
                            <p:childTnLst>
                              <p:par>
                                <p:cTn id="102" presetID="1" presetClass="entr" presetSubtype="0" fill="hold" grpId="0" nodeType="afterEffect">
                                  <p:stCondLst>
                                    <p:cond delay="0"/>
                                  </p:stCondLst>
                                  <p:childTnLst>
                                    <p:set>
                                      <p:cBhvr>
                                        <p:cTn id="103" dur="1" fill="hold">
                                          <p:stCondLst>
                                            <p:cond delay="0"/>
                                          </p:stCondLst>
                                        </p:cTn>
                                        <p:tgtEl>
                                          <p:spTgt spid="8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85"/>
                                        </p:tgtEl>
                                        <p:attrNameLst>
                                          <p:attrName>style.visibility</p:attrName>
                                        </p:attrNameLst>
                                      </p:cBhvr>
                                      <p:to>
                                        <p:strVal val="visible"/>
                                      </p:to>
                                    </p:set>
                                  </p:childTnLst>
                                </p:cTn>
                              </p:par>
                            </p:childTnLst>
                          </p:cTn>
                        </p:par>
                      </p:childTnLst>
                    </p:cTn>
                  </p:par>
                </p:childTnLst>
              </p:cTn>
              <p:nextCondLst>
                <p:cond evt="onClick" delay="0">
                  <p:tgtEl>
                    <p:spTgt spid="16"/>
                  </p:tgtEl>
                </p:cond>
              </p:nextCondLst>
            </p:seq>
            <p:seq concurrent="1" nextAc="seek">
              <p:cTn id="106" restart="whenNotActive" fill="hold" evtFilter="cancelBubble" nodeType="interactiveSeq">
                <p:stCondLst>
                  <p:cond evt="onClick" delay="0">
                    <p:tgtEl>
                      <p:spTgt spid="17"/>
                    </p:tgtEl>
                  </p:cond>
                </p:stCondLst>
                <p:endSync evt="end" delay="0">
                  <p:rtn val="all"/>
                </p:endSync>
                <p:childTnLst>
                  <p:par>
                    <p:cTn id="107" fill="hold">
                      <p:stCondLst>
                        <p:cond delay="0"/>
                      </p:stCondLst>
                      <p:childTnLst>
                        <p:par>
                          <p:cTn id="108" fill="hold">
                            <p:stCondLst>
                              <p:cond delay="0"/>
                            </p:stCondLst>
                            <p:childTnLst>
                              <p:par>
                                <p:cTn id="109" presetID="1" presetClass="exit" presetSubtype="0" fill="hold" grpId="0" nodeType="clickEffect">
                                  <p:stCondLst>
                                    <p:cond delay="0"/>
                                  </p:stCondLst>
                                  <p:childTnLst>
                                    <p:set>
                                      <p:cBhvr>
                                        <p:cTn id="110" dur="1" fill="hold">
                                          <p:stCondLst>
                                            <p:cond delay="0"/>
                                          </p:stCondLst>
                                        </p:cTn>
                                        <p:tgtEl>
                                          <p:spTgt spid="17"/>
                                        </p:tgtEl>
                                        <p:attrNameLst>
                                          <p:attrName>style.visibility</p:attrName>
                                        </p:attrNameLst>
                                      </p:cBhvr>
                                      <p:to>
                                        <p:strVal val="hidden"/>
                                      </p:to>
                                    </p:set>
                                  </p:childTnLst>
                                </p:cTn>
                              </p:par>
                              <p:par>
                                <p:cTn id="111" presetID="1" presetClass="entr" presetSubtype="0" fill="hold" grpId="1" nodeType="withEffect">
                                  <p:stCondLst>
                                    <p:cond delay="500"/>
                                  </p:stCondLst>
                                  <p:childTnLst>
                                    <p:set>
                                      <p:cBhvr>
                                        <p:cTn id="112" dur="1" fill="hold">
                                          <p:stCondLst>
                                            <p:cond delay="0"/>
                                          </p:stCondLst>
                                        </p:cTn>
                                        <p:tgtEl>
                                          <p:spTgt spid="18"/>
                                        </p:tgtEl>
                                        <p:attrNameLst>
                                          <p:attrName>style.visibility</p:attrName>
                                        </p:attrNameLst>
                                      </p:cBhvr>
                                      <p:to>
                                        <p:strVal val="visible"/>
                                      </p:to>
                                    </p:set>
                                  </p:childTnLst>
                                </p:cTn>
                              </p:par>
                            </p:childTnLst>
                          </p:cTn>
                        </p:par>
                        <p:par>
                          <p:cTn id="113" fill="hold">
                            <p:stCondLst>
                              <p:cond delay="500"/>
                            </p:stCondLst>
                            <p:childTnLst>
                              <p:par>
                                <p:cTn id="114" presetID="1" presetClass="entr" presetSubtype="0" fill="hold" grpId="0" nodeType="afterEffect">
                                  <p:stCondLst>
                                    <p:cond delay="0"/>
                                  </p:stCondLst>
                                  <p:childTnLst>
                                    <p:set>
                                      <p:cBhvr>
                                        <p:cTn id="115" dur="1" fill="hold">
                                          <p:stCondLst>
                                            <p:cond delay="0"/>
                                          </p:stCondLst>
                                        </p:cTn>
                                        <p:tgtEl>
                                          <p:spTgt spid="77"/>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79"/>
                                        </p:tgtEl>
                                        <p:attrNameLst>
                                          <p:attrName>style.visibility</p:attrName>
                                        </p:attrNameLst>
                                      </p:cBhvr>
                                      <p:to>
                                        <p:strVal val="visible"/>
                                      </p:to>
                                    </p:set>
                                  </p:childTnLst>
                                </p:cTn>
                              </p:par>
                            </p:childTnLst>
                          </p:cTn>
                        </p:par>
                      </p:childTnLst>
                    </p:cTn>
                  </p:par>
                </p:childTnLst>
              </p:cTn>
              <p:nextCondLst>
                <p:cond evt="onClick" delay="0">
                  <p:tgtEl>
                    <p:spTgt spid="17"/>
                  </p:tgtEl>
                </p:cond>
              </p:nextCondLst>
            </p:seq>
            <p:seq concurrent="1" nextAc="seek">
              <p:cTn id="118" restart="whenNotActive" fill="hold" evtFilter="cancelBubble" nodeType="interactiveSeq">
                <p:stCondLst>
                  <p:cond evt="onClick" delay="0">
                    <p:tgtEl>
                      <p:spTgt spid="18"/>
                    </p:tgtEl>
                  </p:cond>
                </p:stCondLst>
                <p:endSync evt="end" delay="0">
                  <p:rtn val="all"/>
                </p:endSync>
                <p:childTnLst>
                  <p:par>
                    <p:cTn id="119" fill="hold">
                      <p:stCondLst>
                        <p:cond delay="0"/>
                      </p:stCondLst>
                      <p:childTnLst>
                        <p:par>
                          <p:cTn id="120" fill="hold">
                            <p:stCondLst>
                              <p:cond delay="0"/>
                            </p:stCondLst>
                            <p:childTnLst>
                              <p:par>
                                <p:cTn id="121" presetID="1" presetClass="exit" presetSubtype="0" fill="hold" grpId="0" nodeType="clickEffect">
                                  <p:stCondLst>
                                    <p:cond delay="0"/>
                                  </p:stCondLst>
                                  <p:childTnLst>
                                    <p:set>
                                      <p:cBhvr>
                                        <p:cTn id="122"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childTnLst>
        </p:cTn>
      </p:par>
    </p:tnLst>
    <p:bldLst>
      <p:bldP spid="68" grpId="0"/>
      <p:bldP spid="14" grpId="0" animBg="1"/>
      <p:bldP spid="14" grpId="1" animBg="1"/>
      <p:bldP spid="6" grpId="0"/>
      <p:bldP spid="56" grpId="0"/>
      <p:bldP spid="59" grpId="0"/>
      <p:bldP spid="65" grpId="0"/>
      <p:bldP spid="71" grpId="0"/>
      <p:bldP spid="77" grpId="0"/>
      <p:bldP spid="80" grpId="0"/>
      <p:bldP spid="83" grpId="0"/>
      <p:bldP spid="86" grpId="0"/>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5" grpId="0" animBg="1"/>
      <p:bldP spid="15" grpId="1" animBg="1"/>
      <p:bldP spid="16" grpId="0" animBg="1"/>
      <p:bldP spid="16" grpId="1" animBg="1"/>
      <p:bldP spid="17" grpId="0" animBg="1"/>
      <p:bldP spid="17" grpId="1" animBg="1"/>
      <p:bldP spid="18" grpId="0" animBg="1"/>
      <p:bldP spid="18" grpId="1" animBg="1"/>
      <p:bldP spid="5" grpId="0"/>
      <p:bldP spid="58" grpId="0"/>
      <p:bldP spid="61" grpId="0"/>
      <p:bldP spid="67" grpId="0"/>
      <p:bldP spid="70" grpId="0"/>
      <p:bldP spid="73" grpId="0"/>
      <p:bldP spid="79" grpId="0"/>
      <p:bldP spid="82" grpId="0"/>
      <p:bldP spid="85" grpId="0"/>
      <p:bldP spid="8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D038AFFA-D21F-D1D0-208D-91A33EA68E3D}"/>
              </a:ext>
            </a:extLst>
          </p:cNvPr>
          <p:cNvSpPr txBox="1"/>
          <p:nvPr/>
        </p:nvSpPr>
        <p:spPr>
          <a:xfrm>
            <a:off x="6835182" y="1562235"/>
            <a:ext cx="1902829"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endParaRPr lang="en-GB" dirty="0"/>
          </a:p>
          <a:p>
            <a:pPr algn="ctr"/>
            <a:endParaRPr lang="en-GB" dirty="0"/>
          </a:p>
          <a:p>
            <a:pPr algn="ctr"/>
            <a:endParaRPr lang="en-GB" dirty="0"/>
          </a:p>
          <a:p>
            <a:pPr algn="ctr"/>
            <a:endParaRPr lang="en-GB"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B509388-68DD-96E7-E948-8823ADA8A36E}"/>
                  </a:ext>
                </a:extLst>
              </p:cNvPr>
              <p:cNvSpPr>
                <a:spLocks noGrp="1"/>
              </p:cNvSpPr>
              <p:nvPr>
                <p:ph type="title"/>
              </p:nvPr>
            </p:nvSpPr>
            <p:spPr/>
            <p:txBody>
              <a:bodyPr/>
              <a:lstStyle/>
              <a:p>
                <a:r>
                  <a:rPr lang="en-GB" dirty="0"/>
                  <a:t>The Big Idea: Power of </a:t>
                </a:r>
                <a14:m>
                  <m:oMath xmlns:m="http://schemas.openxmlformats.org/officeDocument/2006/math">
                    <m:r>
                      <a:rPr lang="en-GB" b="1" i="1" smtClean="0">
                        <a:latin typeface="Cambria Math" panose="02040503050406030204" pitchFamily="18" charset="0"/>
                      </a:rPr>
                      <m:t>−</m:t>
                    </m:r>
                    <m:r>
                      <a:rPr lang="en-GB" b="1" i="1" smtClean="0">
                        <a:latin typeface="Cambria Math" panose="02040503050406030204" pitchFamily="18" charset="0"/>
                      </a:rPr>
                      <m:t>𝟏</m:t>
                    </m:r>
                  </m:oMath>
                </a14:m>
                <a:endParaRPr lang="en-GB" dirty="0"/>
              </a:p>
            </p:txBody>
          </p:sp>
        </mc:Choice>
        <mc:Fallback xmlns="">
          <p:sp>
            <p:nvSpPr>
              <p:cNvPr id="2" name="Title 1">
                <a:extLst>
                  <a:ext uri="{FF2B5EF4-FFF2-40B4-BE49-F238E27FC236}">
                    <a16:creationId xmlns:a16="http://schemas.microsoft.com/office/drawing/2014/main" id="{4B509388-68DD-96E7-E948-8823ADA8A36E}"/>
                  </a:ext>
                </a:extLst>
              </p:cNvPr>
              <p:cNvSpPr>
                <a:spLocks noGrp="1" noRot="1" noChangeAspect="1" noMove="1" noResize="1" noEditPoints="1" noAdjustHandles="1" noChangeArrowheads="1" noChangeShapeType="1" noTextEdit="1"/>
              </p:cNvSpPr>
              <p:nvPr>
                <p:ph type="title"/>
              </p:nvPr>
            </p:nvSpPr>
            <p:spPr>
              <a:blipFill>
                <a:blip r:embed="rId3"/>
                <a:stretch>
                  <a:fillRect l="-1434" t="-21918" b="-479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4F76AB8-84E2-CBF9-78CD-A1EBB7A58B92}"/>
                  </a:ext>
                </a:extLst>
              </p:cNvPr>
              <p:cNvSpPr txBox="1"/>
              <p:nvPr/>
            </p:nvSpPr>
            <p:spPr>
              <a:xfrm>
                <a:off x="107503" y="791366"/>
                <a:ext cx="8928992" cy="526939"/>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algn="ctr"/>
                <a:r>
                  <a:rPr lang="en-GB" sz="2000" dirty="0">
                    <a:solidFill>
                      <a:schemeClr val="tx1"/>
                    </a:solidFill>
                    <a:cs typeface="Calibri" panose="020F0502020204030204" pitchFamily="34" charset="0"/>
                  </a:rPr>
                  <a:t>We saw that </a:t>
                </a:r>
                <a14:m>
                  <m:oMath xmlns:m="http://schemas.openxmlformats.org/officeDocument/2006/math">
                    <m:sSup>
                      <m:sSupPr>
                        <m:ctrlPr>
                          <a:rPr lang="en-GB" sz="2000" i="1" dirty="0" smtClean="0">
                            <a:solidFill>
                              <a:schemeClr val="tx1"/>
                            </a:solidFill>
                            <a:latin typeface="Cambria Math" panose="02040503050406030204" pitchFamily="18" charset="0"/>
                            <a:cs typeface="Calibri" panose="020F0502020204030204" pitchFamily="34" charset="0"/>
                          </a:rPr>
                        </m:ctrlPr>
                      </m:sSupPr>
                      <m:e>
                        <m:r>
                          <a:rPr lang="en-GB" sz="2000" i="1" dirty="0" smtClean="0">
                            <a:solidFill>
                              <a:schemeClr val="tx1"/>
                            </a:solidFill>
                            <a:latin typeface="Cambria Math" panose="02040503050406030204" pitchFamily="18" charset="0"/>
                            <a:cs typeface="Calibri" panose="020F0502020204030204" pitchFamily="34" charset="0"/>
                          </a:rPr>
                          <m:t>2</m:t>
                        </m:r>
                      </m:e>
                      <m:sup>
                        <m:r>
                          <a:rPr lang="en-GB" sz="2000" i="1" dirty="0" smtClean="0">
                            <a:solidFill>
                              <a:schemeClr val="tx1"/>
                            </a:solidFill>
                            <a:latin typeface="Cambria Math" panose="02040503050406030204" pitchFamily="18" charset="0"/>
                            <a:cs typeface="Calibri" panose="020F0502020204030204" pitchFamily="34" charset="0"/>
                          </a:rPr>
                          <m:t>−1</m:t>
                        </m:r>
                      </m:sup>
                    </m:sSup>
                    <m:r>
                      <a:rPr lang="en-GB" sz="2000" i="1" dirty="0" smtClean="0">
                        <a:solidFill>
                          <a:schemeClr val="tx1"/>
                        </a:solidFill>
                        <a:latin typeface="Cambria Math" panose="02040503050406030204" pitchFamily="18" charset="0"/>
                        <a:cs typeface="Calibri" panose="020F0502020204030204" pitchFamily="34" charset="0"/>
                      </a:rPr>
                      <m:t> </m:t>
                    </m:r>
                  </m:oMath>
                </a14:m>
                <a:r>
                  <a:rPr lang="en-GB" sz="2000" dirty="0">
                    <a:solidFill>
                      <a:schemeClr val="tx1"/>
                    </a:solidFill>
                    <a:cs typeface="Calibri" panose="020F0502020204030204" pitchFamily="34" charset="0"/>
                  </a:rPr>
                  <a:t>is </a:t>
                </a:r>
                <a14:m>
                  <m:oMath xmlns:m="http://schemas.openxmlformats.org/officeDocument/2006/math">
                    <m:f>
                      <m:fPr>
                        <m:ctrlPr>
                          <a:rPr lang="en-GB" sz="2000" b="0" i="1" smtClean="0">
                            <a:solidFill>
                              <a:schemeClr val="tx1"/>
                            </a:solidFill>
                            <a:latin typeface="Cambria Math" panose="02040503050406030204" pitchFamily="18" charset="0"/>
                            <a:cs typeface="Calibri" panose="020F0502020204030204" pitchFamily="34" charset="0"/>
                          </a:rPr>
                        </m:ctrlPr>
                      </m:fPr>
                      <m:num>
                        <m:r>
                          <a:rPr lang="en-GB" sz="2000" b="0" i="1" smtClean="0">
                            <a:solidFill>
                              <a:schemeClr val="tx1"/>
                            </a:solidFill>
                            <a:latin typeface="Cambria Math" panose="02040503050406030204" pitchFamily="18" charset="0"/>
                            <a:cs typeface="Calibri" panose="020F0502020204030204" pitchFamily="34" charset="0"/>
                          </a:rPr>
                          <m:t>1</m:t>
                        </m:r>
                      </m:num>
                      <m:den>
                        <m:r>
                          <a:rPr lang="en-GB" sz="2000" b="0" i="1" smtClean="0">
                            <a:solidFill>
                              <a:schemeClr val="tx1"/>
                            </a:solidFill>
                            <a:latin typeface="Cambria Math" panose="02040503050406030204" pitchFamily="18" charset="0"/>
                            <a:cs typeface="Calibri" panose="020F0502020204030204" pitchFamily="34" charset="0"/>
                          </a:rPr>
                          <m:t>2</m:t>
                        </m:r>
                      </m:den>
                    </m:f>
                  </m:oMath>
                </a14:m>
                <a:r>
                  <a:rPr lang="en-GB" sz="2000" dirty="0">
                    <a:solidFill>
                      <a:schemeClr val="tx1"/>
                    </a:solidFill>
                    <a:cs typeface="Calibri" panose="020F0502020204030204" pitchFamily="34" charset="0"/>
                  </a:rPr>
                  <a:t> by spotting the pattern as powers reduced by </a:t>
                </a:r>
                <a14:m>
                  <m:oMath xmlns:m="http://schemas.openxmlformats.org/officeDocument/2006/math">
                    <m:r>
                      <a:rPr lang="en-GB" sz="2000" i="1" dirty="0" smtClean="0">
                        <a:solidFill>
                          <a:schemeClr val="tx1"/>
                        </a:solidFill>
                        <a:latin typeface="Cambria Math" panose="02040503050406030204" pitchFamily="18" charset="0"/>
                        <a:cs typeface="Calibri" panose="020F0502020204030204" pitchFamily="34" charset="0"/>
                      </a:rPr>
                      <m:t>1</m:t>
                    </m:r>
                  </m:oMath>
                </a14:m>
                <a:r>
                  <a:rPr lang="en-US" sz="2000" dirty="0">
                    <a:solidFill>
                      <a:schemeClr val="tx1"/>
                    </a:solidFill>
                    <a:cs typeface="Calibri" panose="020F0502020204030204" pitchFamily="34" charset="0"/>
                  </a:rPr>
                  <a:t>.</a:t>
                </a:r>
              </a:p>
            </p:txBody>
          </p:sp>
        </mc:Choice>
        <mc:Fallback xmlns="">
          <p:sp>
            <p:nvSpPr>
              <p:cNvPr id="12" name="TextBox 11">
                <a:extLst>
                  <a:ext uri="{FF2B5EF4-FFF2-40B4-BE49-F238E27FC236}">
                    <a16:creationId xmlns:a16="http://schemas.microsoft.com/office/drawing/2014/main" id="{14F76AB8-84E2-CBF9-78CD-A1EBB7A58B92}"/>
                  </a:ext>
                </a:extLst>
              </p:cNvPr>
              <p:cNvSpPr txBox="1">
                <a:spLocks noRot="1" noChangeAspect="1" noMove="1" noResize="1" noEditPoints="1" noAdjustHandles="1" noChangeArrowheads="1" noChangeShapeType="1" noTextEdit="1"/>
              </p:cNvSpPr>
              <p:nvPr/>
            </p:nvSpPr>
            <p:spPr>
              <a:xfrm>
                <a:off x="107503" y="791366"/>
                <a:ext cx="8928992" cy="526939"/>
              </a:xfrm>
              <a:prstGeom prst="rect">
                <a:avLst/>
              </a:prstGeom>
              <a:blipFill>
                <a:blip r:embed="rId4"/>
                <a:stretch>
                  <a:fillRect/>
                </a:stretch>
              </a:blipFill>
              <a:ln>
                <a:noFill/>
              </a:ln>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F64AF55-B262-B56B-B6CD-39B1FD638C4F}"/>
                  </a:ext>
                </a:extLst>
              </p:cNvPr>
              <p:cNvSpPr txBox="1"/>
              <p:nvPr/>
            </p:nvSpPr>
            <p:spPr>
              <a:xfrm>
                <a:off x="1408726" y="5368941"/>
                <a:ext cx="6326545" cy="707886"/>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algn="ctr"/>
                <a:r>
                  <a:rPr lang="en-GB" sz="2000" dirty="0">
                    <a:cs typeface="Calibri" panose="020F0502020204030204" pitchFamily="34" charset="0"/>
                  </a:rPr>
                  <a:t>We can use the fact that </a:t>
                </a:r>
                <a14:m>
                  <m:oMath xmlns:m="http://schemas.openxmlformats.org/officeDocument/2006/math">
                    <m:sSup>
                      <m:sSupPr>
                        <m:ctrlPr>
                          <a:rPr lang="en-GB" sz="2000" b="0" i="1" smtClean="0">
                            <a:latin typeface="Cambria Math" panose="02040503050406030204" pitchFamily="18" charset="0"/>
                            <a:cs typeface="Calibri" panose="020F0502020204030204" pitchFamily="34" charset="0"/>
                          </a:rPr>
                        </m:ctrlPr>
                      </m:sSupPr>
                      <m:e>
                        <m:r>
                          <a:rPr lang="en-GB" sz="2000" b="0" i="1" smtClean="0">
                            <a:latin typeface="Cambria Math" panose="02040503050406030204" pitchFamily="18" charset="0"/>
                            <a:cs typeface="Calibri" panose="020F0502020204030204" pitchFamily="34" charset="0"/>
                          </a:rPr>
                          <m:t>𝑎</m:t>
                        </m:r>
                      </m:e>
                      <m:sup>
                        <m:r>
                          <a:rPr lang="en-GB" sz="2000" b="0" i="1" smtClean="0">
                            <a:latin typeface="Cambria Math" panose="02040503050406030204" pitchFamily="18" charset="0"/>
                            <a:cs typeface="Calibri" panose="020F0502020204030204" pitchFamily="34" charset="0"/>
                          </a:rPr>
                          <m:t>1</m:t>
                        </m:r>
                      </m:sup>
                    </m:sSup>
                  </m:oMath>
                </a14:m>
                <a:r>
                  <a:rPr lang="en-GB" sz="2000" dirty="0">
                    <a:cs typeface="Calibri" panose="020F0502020204030204" pitchFamily="34" charset="0"/>
                  </a:rPr>
                  <a:t> and </a:t>
                </a:r>
                <a14:m>
                  <m:oMath xmlns:m="http://schemas.openxmlformats.org/officeDocument/2006/math">
                    <m:sSup>
                      <m:sSupPr>
                        <m:ctrlPr>
                          <a:rPr lang="en-GB" sz="2000" b="0" i="1" smtClean="0">
                            <a:latin typeface="Cambria Math" panose="02040503050406030204" pitchFamily="18" charset="0"/>
                            <a:cs typeface="Calibri" panose="020F0502020204030204" pitchFamily="34" charset="0"/>
                          </a:rPr>
                        </m:ctrlPr>
                      </m:sSupPr>
                      <m:e>
                        <m:r>
                          <a:rPr lang="en-GB" sz="2000" b="0" i="1" smtClean="0">
                            <a:latin typeface="Cambria Math" panose="02040503050406030204" pitchFamily="18" charset="0"/>
                            <a:cs typeface="Calibri" panose="020F0502020204030204" pitchFamily="34" charset="0"/>
                          </a:rPr>
                          <m:t>𝑎</m:t>
                        </m:r>
                      </m:e>
                      <m:sup>
                        <m:r>
                          <a:rPr lang="en-GB" sz="2000" b="0" i="1" smtClean="0">
                            <a:latin typeface="Cambria Math" panose="02040503050406030204" pitchFamily="18" charset="0"/>
                            <a:cs typeface="Calibri" panose="020F0502020204030204" pitchFamily="34" charset="0"/>
                          </a:rPr>
                          <m:t>−1</m:t>
                        </m:r>
                      </m:sup>
                    </m:sSup>
                  </m:oMath>
                </a14:m>
                <a:r>
                  <a:rPr lang="en-GB" sz="2000" dirty="0">
                    <a:cs typeface="Calibri" panose="020F0502020204030204" pitchFamily="34" charset="0"/>
                  </a:rPr>
                  <a:t> are reciprocals to determine </a:t>
                </a:r>
                <a:r>
                  <a:rPr lang="en-GB" sz="2000" b="1" dirty="0">
                    <a:cs typeface="Calibri" panose="020F0502020204030204" pitchFamily="34" charset="0"/>
                  </a:rPr>
                  <a:t>any value </a:t>
                </a:r>
                <a:r>
                  <a:rPr lang="en-GB" sz="2000" dirty="0">
                    <a:cs typeface="Calibri" panose="020F0502020204030204" pitchFamily="34" charset="0"/>
                  </a:rPr>
                  <a:t>to the power of </a:t>
                </a:r>
                <a14:m>
                  <m:oMath xmlns:m="http://schemas.openxmlformats.org/officeDocument/2006/math">
                    <m:r>
                      <a:rPr lang="en-GB" sz="2000" i="1" dirty="0" smtClean="0">
                        <a:latin typeface="Cambria Math" panose="02040503050406030204" pitchFamily="18" charset="0"/>
                        <a:cs typeface="Calibri" panose="020F0502020204030204" pitchFamily="34" charset="0"/>
                      </a:rPr>
                      <m:t>−1 </m:t>
                    </m:r>
                  </m:oMath>
                </a14:m>
                <a:endParaRPr lang="en-US" sz="2000" dirty="0">
                  <a:solidFill>
                    <a:schemeClr val="tx1"/>
                  </a:solidFill>
                  <a:cs typeface="Calibri" panose="020F0502020204030204" pitchFamily="34" charset="0"/>
                </a:endParaRPr>
              </a:p>
            </p:txBody>
          </p:sp>
        </mc:Choice>
        <mc:Fallback xmlns="">
          <p:sp>
            <p:nvSpPr>
              <p:cNvPr id="13" name="TextBox 12">
                <a:extLst>
                  <a:ext uri="{FF2B5EF4-FFF2-40B4-BE49-F238E27FC236}">
                    <a16:creationId xmlns:a16="http://schemas.microsoft.com/office/drawing/2014/main" id="{0F64AF55-B262-B56B-B6CD-39B1FD638C4F}"/>
                  </a:ext>
                </a:extLst>
              </p:cNvPr>
              <p:cNvSpPr txBox="1">
                <a:spLocks noRot="1" noChangeAspect="1" noMove="1" noResize="1" noEditPoints="1" noAdjustHandles="1" noChangeArrowheads="1" noChangeShapeType="1" noTextEdit="1"/>
              </p:cNvSpPr>
              <p:nvPr/>
            </p:nvSpPr>
            <p:spPr>
              <a:xfrm>
                <a:off x="1408726" y="5368941"/>
                <a:ext cx="6326545" cy="707886"/>
              </a:xfrm>
              <a:prstGeom prst="rect">
                <a:avLst/>
              </a:prstGeom>
              <a:blipFill>
                <a:blip r:embed="rId5"/>
                <a:stretch>
                  <a:fillRect b="-2857"/>
                </a:stretch>
              </a:blipFill>
              <a:ln>
                <a:noFill/>
              </a:ln>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95EF0A2-5A67-2DB2-1E0C-94469CC5BA97}"/>
                  </a:ext>
                </a:extLst>
              </p:cNvPr>
              <p:cNvSpPr txBox="1"/>
              <p:nvPr/>
            </p:nvSpPr>
            <p:spPr>
              <a:xfrm>
                <a:off x="398553" y="1594404"/>
                <a:ext cx="5728793"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What do you notice about values of </a:t>
                </a:r>
                <a14:m>
                  <m:oMath xmlns:m="http://schemas.openxmlformats.org/officeDocument/2006/math">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2</m:t>
                        </m:r>
                      </m:e>
                      <m:sup>
                        <m:r>
                          <a:rPr lang="en-GB" b="0" i="1" dirty="0" smtClean="0">
                            <a:latin typeface="Cambria Math" panose="02040503050406030204" pitchFamily="18" charset="0"/>
                          </a:rPr>
                          <m:t>1</m:t>
                        </m:r>
                      </m:sup>
                    </m:sSup>
                  </m:oMath>
                </a14:m>
                <a:r>
                  <a:rPr lang="en-GB" dirty="0"/>
                  <a:t> and </a:t>
                </a:r>
                <a14:m>
                  <m:oMath xmlns:m="http://schemas.openxmlformats.org/officeDocument/2006/math">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2</m:t>
                        </m:r>
                      </m:e>
                      <m:sup>
                        <m:r>
                          <a:rPr lang="en-GB" b="0" i="1" dirty="0" smtClean="0">
                            <a:latin typeface="Cambria Math" panose="02040503050406030204" pitchFamily="18" charset="0"/>
                          </a:rPr>
                          <m:t>−1</m:t>
                        </m:r>
                      </m:sup>
                    </m:sSup>
                  </m:oMath>
                </a14:m>
                <a:r>
                  <a:rPr lang="en-GB" dirty="0"/>
                  <a:t> ?</a:t>
                </a:r>
              </a:p>
            </p:txBody>
          </p:sp>
        </mc:Choice>
        <mc:Fallback xmlns="">
          <p:sp>
            <p:nvSpPr>
              <p:cNvPr id="19" name="TextBox 18">
                <a:extLst>
                  <a:ext uri="{FF2B5EF4-FFF2-40B4-BE49-F238E27FC236}">
                    <a16:creationId xmlns:a16="http://schemas.microsoft.com/office/drawing/2014/main" id="{295EF0A2-5A67-2DB2-1E0C-94469CC5BA97}"/>
                  </a:ext>
                </a:extLst>
              </p:cNvPr>
              <p:cNvSpPr txBox="1">
                <a:spLocks noRot="1" noChangeAspect="1" noMove="1" noResize="1" noEditPoints="1" noAdjustHandles="1" noChangeArrowheads="1" noChangeShapeType="1" noTextEdit="1"/>
              </p:cNvSpPr>
              <p:nvPr/>
            </p:nvSpPr>
            <p:spPr>
              <a:xfrm>
                <a:off x="398553" y="1594404"/>
                <a:ext cx="5728793" cy="400110"/>
              </a:xfrm>
              <a:prstGeom prst="rect">
                <a:avLst/>
              </a:prstGeom>
              <a:blipFill>
                <a:blip r:embed="rId6"/>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8947FB8-3FBD-60F9-949C-6A7BA4535C5C}"/>
                  </a:ext>
                </a:extLst>
              </p:cNvPr>
              <p:cNvSpPr txBox="1"/>
              <p:nvPr/>
            </p:nvSpPr>
            <p:spPr>
              <a:xfrm>
                <a:off x="1130426" y="2270613"/>
                <a:ext cx="4383097" cy="40011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14:m>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1</m:t>
                        </m:r>
                      </m:sup>
                    </m:sSup>
                  </m:oMath>
                </a14:m>
                <a:r>
                  <a:rPr lang="en-GB" sz="2000" dirty="0"/>
                  <a:t> and </a:t>
                </a:r>
                <a14:m>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−1</m:t>
                        </m:r>
                      </m:sup>
                    </m:sSup>
                  </m:oMath>
                </a14:m>
                <a:r>
                  <a:rPr lang="en-GB" sz="2000" dirty="0"/>
                  <a:t> are relative reciprocals</a:t>
                </a:r>
              </a:p>
            </p:txBody>
          </p:sp>
        </mc:Choice>
        <mc:Fallback xmlns="">
          <p:sp>
            <p:nvSpPr>
              <p:cNvPr id="20" name="TextBox 19">
                <a:extLst>
                  <a:ext uri="{FF2B5EF4-FFF2-40B4-BE49-F238E27FC236}">
                    <a16:creationId xmlns:a16="http://schemas.microsoft.com/office/drawing/2014/main" id="{58947FB8-3FBD-60F9-949C-6A7BA4535C5C}"/>
                  </a:ext>
                </a:extLst>
              </p:cNvPr>
              <p:cNvSpPr txBox="1">
                <a:spLocks noRot="1" noChangeAspect="1" noMove="1" noResize="1" noEditPoints="1" noAdjustHandles="1" noChangeArrowheads="1" noChangeShapeType="1" noTextEdit="1"/>
              </p:cNvSpPr>
              <p:nvPr/>
            </p:nvSpPr>
            <p:spPr>
              <a:xfrm>
                <a:off x="1130426" y="2270613"/>
                <a:ext cx="4383097" cy="400110"/>
              </a:xfrm>
              <a:prstGeom prst="rect">
                <a:avLst/>
              </a:prstGeom>
              <a:blipFill>
                <a:blip r:embed="rId7"/>
                <a:stretch>
                  <a:fillRect t="-5714" b="-20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21" name="Table 20">
                <a:extLst>
                  <a:ext uri="{FF2B5EF4-FFF2-40B4-BE49-F238E27FC236}">
                    <a16:creationId xmlns:a16="http://schemas.microsoft.com/office/drawing/2014/main" id="{1AC10414-6A9E-A631-DEAD-A6A97F837160}"/>
                  </a:ext>
                </a:extLst>
              </p:cNvPr>
              <p:cNvGraphicFramePr>
                <a:graphicFrameLocks noGrp="1"/>
              </p:cNvGraphicFramePr>
              <p:nvPr>
                <p:extLst>
                  <p:ext uri="{D42A27DB-BD31-4B8C-83A1-F6EECF244321}">
                    <p14:modId xmlns:p14="http://schemas.microsoft.com/office/powerpoint/2010/main" val="2656724394"/>
                  </p:ext>
                </p:extLst>
              </p:nvPr>
            </p:nvGraphicFramePr>
            <p:xfrm>
              <a:off x="6929347" y="1475254"/>
              <a:ext cx="1816100" cy="1273153"/>
            </p:xfrm>
            <a:graphic>
              <a:graphicData uri="http://schemas.openxmlformats.org/drawingml/2006/table">
                <a:tbl>
                  <a:tblPr firstRow="1" bandRow="1">
                    <a:tableStyleId>{5C22544A-7EE6-4342-B048-85BDC9FD1C3A}</a:tableStyleId>
                  </a:tblPr>
                  <a:tblGrid>
                    <a:gridCol w="908050">
                      <a:extLst>
                        <a:ext uri="{9D8B030D-6E8A-4147-A177-3AD203B41FA5}">
                          <a16:colId xmlns:a16="http://schemas.microsoft.com/office/drawing/2014/main" val="930165908"/>
                        </a:ext>
                      </a:extLst>
                    </a:gridCol>
                    <a:gridCol w="908050">
                      <a:extLst>
                        <a:ext uri="{9D8B030D-6E8A-4147-A177-3AD203B41FA5}">
                          <a16:colId xmlns:a16="http://schemas.microsoft.com/office/drawing/2014/main" val="4124092138"/>
                        </a:ext>
                      </a:extLst>
                    </a:gridCol>
                  </a:tblGrid>
                  <a:tr h="611102">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bg1"/>
                                        </a:solidFill>
                                        <a:latin typeface="Cambria Math" panose="02040503050406030204" pitchFamily="18" charset="0"/>
                                      </a:rPr>
                                    </m:ctrlPr>
                                  </m:sSupPr>
                                  <m:e>
                                    <m:r>
                                      <a:rPr lang="en-GB" sz="2000" b="0" i="1" smtClean="0">
                                        <a:solidFill>
                                          <a:schemeClr val="bg1"/>
                                        </a:solidFill>
                                        <a:latin typeface="Cambria Math" panose="02040503050406030204" pitchFamily="18" charset="0"/>
                                      </a:rPr>
                                      <m:t>2</m:t>
                                    </m:r>
                                  </m:e>
                                  <m:sup>
                                    <m:r>
                                      <a:rPr lang="en-GB" sz="2000" b="0" i="1" smtClean="0">
                                        <a:solidFill>
                                          <a:schemeClr val="bg1"/>
                                        </a:solidFill>
                                        <a:latin typeface="Cambria Math" panose="02040503050406030204" pitchFamily="18" charset="0"/>
                                      </a:rPr>
                                      <m:t>1</m:t>
                                    </m:r>
                                  </m:sup>
                                </m:sSup>
                              </m:oMath>
                            </m:oMathPara>
                          </a14:m>
                          <a:endParaRPr lang="en-GB" sz="20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bg1"/>
                                    </a:solidFill>
                                    <a:latin typeface="Cambria Math" panose="02040503050406030204" pitchFamily="18" charset="0"/>
                                  </a:rPr>
                                  <m:t>2</m:t>
                                </m:r>
                              </m:oMath>
                            </m:oMathPara>
                          </a14:m>
                          <a:endParaRPr lang="en-GB" sz="20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2564031"/>
                      </a:ext>
                    </a:extLst>
                  </a:tr>
                  <a:tr h="622874">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bg1"/>
                                        </a:solidFill>
                                        <a:latin typeface="Cambria Math" panose="02040503050406030204" pitchFamily="18" charset="0"/>
                                      </a:rPr>
                                    </m:ctrlPr>
                                  </m:sSupPr>
                                  <m:e>
                                    <m:r>
                                      <a:rPr lang="en-GB" sz="2000" b="0" i="1" smtClean="0">
                                        <a:solidFill>
                                          <a:schemeClr val="bg1"/>
                                        </a:solidFill>
                                        <a:latin typeface="Cambria Math" panose="02040503050406030204" pitchFamily="18" charset="0"/>
                                      </a:rPr>
                                      <m:t>2</m:t>
                                    </m:r>
                                  </m:e>
                                  <m:sup>
                                    <m:r>
                                      <a:rPr lang="en-GB" sz="2000" b="0" i="1" smtClean="0">
                                        <a:solidFill>
                                          <a:schemeClr val="bg1"/>
                                        </a:solidFill>
                                        <a:latin typeface="Cambria Math" panose="02040503050406030204" pitchFamily="18" charset="0"/>
                                      </a:rPr>
                                      <m:t>−1</m:t>
                                    </m:r>
                                  </m:sup>
                                </m:sSup>
                              </m:oMath>
                            </m:oMathPara>
                          </a14:m>
                          <a:endParaRPr lang="en-GB" sz="20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GB" sz="2000" b="0" i="1" smtClean="0">
                                        <a:solidFill>
                                          <a:schemeClr val="bg1"/>
                                        </a:solidFill>
                                        <a:latin typeface="Cambria Math" panose="02040503050406030204" pitchFamily="18" charset="0"/>
                                      </a:rPr>
                                    </m:ctrlPr>
                                  </m:fPr>
                                  <m:num>
                                    <m:r>
                                      <a:rPr lang="en-GB" sz="2000" b="0" i="1" smtClean="0">
                                        <a:solidFill>
                                          <a:schemeClr val="bg1"/>
                                        </a:solidFill>
                                        <a:latin typeface="Cambria Math" panose="02040503050406030204" pitchFamily="18" charset="0"/>
                                      </a:rPr>
                                      <m:t>1</m:t>
                                    </m:r>
                                  </m:num>
                                  <m:den>
                                    <m:r>
                                      <a:rPr lang="en-GB" sz="2000" b="0" i="1" smtClean="0">
                                        <a:solidFill>
                                          <a:schemeClr val="bg1"/>
                                        </a:solidFill>
                                        <a:latin typeface="Cambria Math" panose="02040503050406030204" pitchFamily="18" charset="0"/>
                                      </a:rPr>
                                      <m:t>2</m:t>
                                    </m:r>
                                  </m:den>
                                </m:f>
                              </m:oMath>
                            </m:oMathPara>
                          </a14:m>
                          <a:endParaRPr lang="en-GB" sz="2000"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0218921"/>
                      </a:ext>
                    </a:extLst>
                  </a:tr>
                </a:tbl>
              </a:graphicData>
            </a:graphic>
          </p:graphicFrame>
        </mc:Choice>
        <mc:Fallback xmlns="">
          <p:graphicFrame>
            <p:nvGraphicFramePr>
              <p:cNvPr id="21" name="Table 20">
                <a:extLst>
                  <a:ext uri="{FF2B5EF4-FFF2-40B4-BE49-F238E27FC236}">
                    <a16:creationId xmlns:a16="http://schemas.microsoft.com/office/drawing/2014/main" id="{1AC10414-6A9E-A631-DEAD-A6A97F837160}"/>
                  </a:ext>
                </a:extLst>
              </p:cNvPr>
              <p:cNvGraphicFramePr>
                <a:graphicFrameLocks noGrp="1"/>
              </p:cNvGraphicFramePr>
              <p:nvPr>
                <p:extLst>
                  <p:ext uri="{D42A27DB-BD31-4B8C-83A1-F6EECF244321}">
                    <p14:modId xmlns:p14="http://schemas.microsoft.com/office/powerpoint/2010/main" val="2656724394"/>
                  </p:ext>
                </p:extLst>
              </p:nvPr>
            </p:nvGraphicFramePr>
            <p:xfrm>
              <a:off x="6929347" y="1475254"/>
              <a:ext cx="1816100" cy="1273153"/>
            </p:xfrm>
            <a:graphic>
              <a:graphicData uri="http://schemas.openxmlformats.org/drawingml/2006/table">
                <a:tbl>
                  <a:tblPr firstRow="1" bandRow="1">
                    <a:tableStyleId>{5C22544A-7EE6-4342-B048-85BDC9FD1C3A}</a:tableStyleId>
                  </a:tblPr>
                  <a:tblGrid>
                    <a:gridCol w="908050">
                      <a:extLst>
                        <a:ext uri="{9D8B030D-6E8A-4147-A177-3AD203B41FA5}">
                          <a16:colId xmlns:a16="http://schemas.microsoft.com/office/drawing/2014/main" val="930165908"/>
                        </a:ext>
                      </a:extLst>
                    </a:gridCol>
                    <a:gridCol w="908050">
                      <a:extLst>
                        <a:ext uri="{9D8B030D-6E8A-4147-A177-3AD203B41FA5}">
                          <a16:colId xmlns:a16="http://schemas.microsoft.com/office/drawing/2014/main" val="4124092138"/>
                        </a:ext>
                      </a:extLst>
                    </a:gridCol>
                  </a:tblGrid>
                  <a:tr h="611102">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8"/>
                          <a:stretch>
                            <a:fillRect r="-99333" b="-109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8"/>
                          <a:stretch>
                            <a:fillRect l="-100671" b="-109000"/>
                          </a:stretch>
                        </a:blipFill>
                      </a:tcPr>
                    </a:tc>
                    <a:extLst>
                      <a:ext uri="{0D108BD9-81ED-4DB2-BD59-A6C34878D82A}">
                        <a16:rowId xmlns:a16="http://schemas.microsoft.com/office/drawing/2014/main" val="4092564031"/>
                      </a:ext>
                    </a:extLst>
                  </a:tr>
                  <a:tr h="662051">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8"/>
                          <a:stretch>
                            <a:fillRect t="-91743" r="-99333"/>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8"/>
                          <a:stretch>
                            <a:fillRect l="-100671" t="-91743"/>
                          </a:stretch>
                        </a:blipFill>
                      </a:tcPr>
                    </a:tc>
                    <a:extLst>
                      <a:ext uri="{0D108BD9-81ED-4DB2-BD59-A6C34878D82A}">
                        <a16:rowId xmlns:a16="http://schemas.microsoft.com/office/drawing/2014/main" val="3710218921"/>
                      </a:ext>
                    </a:extLst>
                  </a:tr>
                </a:tbl>
              </a:graphicData>
            </a:graphic>
          </p:graphicFrame>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7F650CC-8C81-57C9-AAE4-D2F3E3CA1F04}"/>
                  </a:ext>
                </a:extLst>
              </p:cNvPr>
              <p:cNvSpPr txBox="1"/>
              <p:nvPr/>
            </p:nvSpPr>
            <p:spPr>
              <a:xfrm>
                <a:off x="7585012" y="1589276"/>
                <a:ext cx="453970" cy="400110"/>
              </a:xfrm>
              <a:prstGeom prst="rect">
                <a:avLst/>
              </a:prstGeom>
              <a:solidFill>
                <a:schemeClr val="tx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solidFill>
                            <a:schemeClr val="bg1"/>
                          </a:solidFill>
                          <a:latin typeface="Cambria Math" panose="02040503050406030204" pitchFamily="18" charset="0"/>
                        </a:rPr>
                        <m:t>=</m:t>
                      </m:r>
                    </m:oMath>
                  </m:oMathPara>
                </a14:m>
                <a:endParaRPr lang="en-GB" sz="2000" dirty="0">
                  <a:solidFill>
                    <a:schemeClr val="bg1"/>
                  </a:solidFill>
                </a:endParaRPr>
              </a:p>
            </p:txBody>
          </p:sp>
        </mc:Choice>
        <mc:Fallback xmlns="">
          <p:sp>
            <p:nvSpPr>
              <p:cNvPr id="22" name="TextBox 21">
                <a:extLst>
                  <a:ext uri="{FF2B5EF4-FFF2-40B4-BE49-F238E27FC236}">
                    <a16:creationId xmlns:a16="http://schemas.microsoft.com/office/drawing/2014/main" id="{87F650CC-8C81-57C9-AAE4-D2F3E3CA1F04}"/>
                  </a:ext>
                </a:extLst>
              </p:cNvPr>
              <p:cNvSpPr txBox="1">
                <a:spLocks noRot="1" noChangeAspect="1" noMove="1" noResize="1" noEditPoints="1" noAdjustHandles="1" noChangeArrowheads="1" noChangeShapeType="1" noTextEdit="1"/>
              </p:cNvSpPr>
              <p:nvPr/>
            </p:nvSpPr>
            <p:spPr>
              <a:xfrm>
                <a:off x="7585012" y="1589276"/>
                <a:ext cx="453970" cy="400110"/>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9E12AA5-F8D9-38A0-ECE7-AE25D26DBC69}"/>
                  </a:ext>
                </a:extLst>
              </p:cNvPr>
              <p:cNvSpPr txBox="1"/>
              <p:nvPr/>
            </p:nvSpPr>
            <p:spPr>
              <a:xfrm>
                <a:off x="7585012" y="2220219"/>
                <a:ext cx="453970" cy="400110"/>
              </a:xfrm>
              <a:prstGeom prst="rect">
                <a:avLst/>
              </a:prstGeom>
              <a:solidFill>
                <a:schemeClr val="tx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solidFill>
                            <a:schemeClr val="bg1"/>
                          </a:solidFill>
                          <a:latin typeface="Cambria Math" panose="02040503050406030204" pitchFamily="18" charset="0"/>
                        </a:rPr>
                        <m:t>=</m:t>
                      </m:r>
                    </m:oMath>
                  </m:oMathPara>
                </a14:m>
                <a:endParaRPr lang="en-GB" sz="2000" dirty="0">
                  <a:solidFill>
                    <a:schemeClr val="bg1"/>
                  </a:solidFill>
                </a:endParaRPr>
              </a:p>
            </p:txBody>
          </p:sp>
        </mc:Choice>
        <mc:Fallback xmlns="">
          <p:sp>
            <p:nvSpPr>
              <p:cNvPr id="23" name="TextBox 22">
                <a:extLst>
                  <a:ext uri="{FF2B5EF4-FFF2-40B4-BE49-F238E27FC236}">
                    <a16:creationId xmlns:a16="http://schemas.microsoft.com/office/drawing/2014/main" id="{39E12AA5-F8D9-38A0-ECE7-AE25D26DBC69}"/>
                  </a:ext>
                </a:extLst>
              </p:cNvPr>
              <p:cNvSpPr txBox="1">
                <a:spLocks noRot="1" noChangeAspect="1" noMove="1" noResize="1" noEditPoints="1" noAdjustHandles="1" noChangeArrowheads="1" noChangeShapeType="1" noTextEdit="1"/>
              </p:cNvSpPr>
              <p:nvPr/>
            </p:nvSpPr>
            <p:spPr>
              <a:xfrm>
                <a:off x="7585012" y="2220219"/>
                <a:ext cx="453970" cy="400110"/>
              </a:xfrm>
              <a:prstGeom prst="rect">
                <a:avLst/>
              </a:prstGeom>
              <a:blipFill>
                <a:blip r:embed="rId10"/>
                <a:stretch>
                  <a:fillRect/>
                </a:stretch>
              </a:blipFill>
            </p:spPr>
            <p:txBody>
              <a:bodyPr/>
              <a:lstStyle/>
              <a:p>
                <a:r>
                  <a:rPr lang="en-GB">
                    <a:noFill/>
                  </a:rPr>
                  <a:t> </a:t>
                </a:r>
              </a:p>
            </p:txBody>
          </p:sp>
        </mc:Fallback>
      </mc:AlternateContent>
      <p:sp>
        <p:nvSpPr>
          <p:cNvPr id="25" name="TextBox 24">
            <a:extLst>
              <a:ext uri="{FF2B5EF4-FFF2-40B4-BE49-F238E27FC236}">
                <a16:creationId xmlns:a16="http://schemas.microsoft.com/office/drawing/2014/main" id="{DA4AEA2E-6F2F-A16D-6DCD-2D68E4BD2A0D}"/>
              </a:ext>
            </a:extLst>
          </p:cNvPr>
          <p:cNvSpPr txBox="1"/>
          <p:nvPr/>
        </p:nvSpPr>
        <p:spPr>
          <a:xfrm>
            <a:off x="602802" y="3323891"/>
            <a:ext cx="5055558" cy="400110"/>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algn="ctr"/>
            <a:r>
              <a:rPr lang="en-GB" sz="2000" dirty="0">
                <a:solidFill>
                  <a:schemeClr val="tx1"/>
                </a:solidFill>
                <a:cs typeface="Calibri" panose="020F0502020204030204" pitchFamily="34" charset="0"/>
              </a:rPr>
              <a:t>We can show this is true using index laws:</a:t>
            </a:r>
            <a:endParaRPr lang="en-US" sz="2000" dirty="0">
              <a:solidFill>
                <a:schemeClr val="tx1"/>
              </a:solidFill>
              <a:cs typeface="Calibri" panose="020F0502020204030204" pitchFamily="34" charset="0"/>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34C3977-C8F3-015C-AC7C-1C2296F3B688}"/>
                  </a:ext>
                </a:extLst>
              </p:cNvPr>
              <p:cNvSpPr txBox="1"/>
              <p:nvPr/>
            </p:nvSpPr>
            <p:spPr>
              <a:xfrm>
                <a:off x="5842382" y="3289762"/>
                <a:ext cx="269881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2</m:t>
                          </m:r>
                        </m:e>
                        <m:sup>
                          <m:r>
                            <a:rPr lang="en-GB" sz="2400" b="0" i="1" smtClean="0">
                              <a:latin typeface="Cambria Math" panose="02040503050406030204" pitchFamily="18" charset="0"/>
                            </a:rPr>
                            <m:t>1</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2</m:t>
                          </m:r>
                        </m:e>
                        <m:sup>
                          <m:r>
                            <a:rPr lang="en-GB" sz="2400" b="0" i="1" smtClean="0">
                              <a:latin typeface="Cambria Math" panose="02040503050406030204" pitchFamily="18" charset="0"/>
                            </a:rPr>
                            <m:t>−1</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2</m:t>
                          </m:r>
                        </m:e>
                        <m:sup>
                          <m:r>
                            <a:rPr lang="en-GB" sz="2400" b="0" i="1" smtClean="0">
                              <a:latin typeface="Cambria Math" panose="02040503050406030204" pitchFamily="18" charset="0"/>
                            </a:rPr>
                            <m:t>0</m:t>
                          </m:r>
                        </m:sup>
                      </m:sSup>
                      <m:r>
                        <a:rPr lang="en-GB" sz="2400" b="0" i="1" smtClean="0">
                          <a:latin typeface="Cambria Math" panose="02040503050406030204" pitchFamily="18" charset="0"/>
                        </a:rPr>
                        <m:t>=1</m:t>
                      </m:r>
                    </m:oMath>
                  </m:oMathPara>
                </a14:m>
                <a:endParaRPr lang="en-GB" sz="2400" dirty="0"/>
              </a:p>
            </p:txBody>
          </p:sp>
        </mc:Choice>
        <mc:Fallback xmlns="">
          <p:sp>
            <p:nvSpPr>
              <p:cNvPr id="26" name="TextBox 25">
                <a:extLst>
                  <a:ext uri="{FF2B5EF4-FFF2-40B4-BE49-F238E27FC236}">
                    <a16:creationId xmlns:a16="http://schemas.microsoft.com/office/drawing/2014/main" id="{034C3977-C8F3-015C-AC7C-1C2296F3B688}"/>
                  </a:ext>
                </a:extLst>
              </p:cNvPr>
              <p:cNvSpPr txBox="1">
                <a:spLocks noRot="1" noChangeAspect="1" noMove="1" noResize="1" noEditPoints="1" noAdjustHandles="1" noChangeArrowheads="1" noChangeShapeType="1" noTextEdit="1"/>
              </p:cNvSpPr>
              <p:nvPr/>
            </p:nvSpPr>
            <p:spPr>
              <a:xfrm>
                <a:off x="5842382" y="3289762"/>
                <a:ext cx="2698816" cy="461665"/>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8F01B07-5ED8-17F0-097D-7FF51036EBC9}"/>
                  </a:ext>
                </a:extLst>
              </p:cNvPr>
              <p:cNvSpPr txBox="1"/>
              <p:nvPr/>
            </p:nvSpPr>
            <p:spPr>
              <a:xfrm>
                <a:off x="2962316" y="4071874"/>
                <a:ext cx="3562327" cy="70788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2000" dirty="0">
                    <a:solidFill>
                      <a:schemeClr val="bg1"/>
                    </a:solidFill>
                    <a:cs typeface="Calibri" panose="020F0502020204030204" pitchFamily="34" charset="0"/>
                  </a:rPr>
                  <a:t>This is true for any value as </a:t>
                </a:r>
                <a:endParaRPr lang="en-US" sz="2000" dirty="0">
                  <a:solidFill>
                    <a:schemeClr val="bg1"/>
                  </a:solidFill>
                  <a:cs typeface="Calibri" panose="020F0502020204030204" pitchFamily="34" charset="0"/>
                </a:endParaRPr>
              </a:p>
              <a:p>
                <a:pPr algn="ctr"/>
                <a14:m>
                  <m:oMathPara xmlns:m="http://schemas.openxmlformats.org/officeDocument/2006/math">
                    <m:oMathParaPr>
                      <m:jc m:val="centerGroup"/>
                    </m:oMathParaPr>
                    <m:oMath xmlns:m="http://schemas.openxmlformats.org/officeDocument/2006/math">
                      <m:sSup>
                        <m:sSupPr>
                          <m:ctrlPr>
                            <a:rPr lang="en-GB" sz="2000" i="1" smtClean="0">
                              <a:latin typeface="Cambria Math" panose="02040503050406030204" pitchFamily="18" charset="0"/>
                            </a:rPr>
                          </m:ctrlPr>
                        </m:sSupPr>
                        <m:e>
                          <m:r>
                            <a:rPr lang="en-GB" sz="2000" b="0" i="1" smtClean="0">
                              <a:latin typeface="Cambria Math" panose="02040503050406030204" pitchFamily="18" charset="0"/>
                            </a:rPr>
                            <m:t>𝑎</m:t>
                          </m:r>
                        </m:e>
                        <m:sup>
                          <m:r>
                            <a:rPr lang="en-GB" sz="2000" i="1">
                              <a:latin typeface="Cambria Math" panose="02040503050406030204" pitchFamily="18" charset="0"/>
                            </a:rPr>
                            <m:t>1</m:t>
                          </m:r>
                        </m:sup>
                      </m:sSup>
                      <m:r>
                        <a:rPr lang="en-GB" sz="2000" i="1">
                          <a:latin typeface="Cambria Math" panose="02040503050406030204" pitchFamily="18" charset="0"/>
                        </a:rPr>
                        <m:t>×</m:t>
                      </m:r>
                      <m:sSup>
                        <m:sSupPr>
                          <m:ctrlPr>
                            <a:rPr lang="en-GB" sz="2000" i="1" smtClean="0">
                              <a:latin typeface="Cambria Math" panose="02040503050406030204" pitchFamily="18" charset="0"/>
                            </a:rPr>
                          </m:ctrlPr>
                        </m:sSupPr>
                        <m:e>
                          <m:r>
                            <a:rPr lang="en-GB" sz="2000" b="0" i="1" smtClean="0">
                              <a:latin typeface="Cambria Math" panose="02040503050406030204" pitchFamily="18" charset="0"/>
                            </a:rPr>
                            <m:t>𝑎</m:t>
                          </m:r>
                        </m:e>
                        <m:sup>
                          <m:r>
                            <a:rPr lang="en-GB" sz="2000" i="1">
                              <a:latin typeface="Cambria Math" panose="02040503050406030204" pitchFamily="18" charset="0"/>
                            </a:rPr>
                            <m:t>−1</m:t>
                          </m:r>
                        </m:sup>
                      </m:sSup>
                      <m:r>
                        <a:rPr lang="en-GB" sz="2000" i="1">
                          <a:latin typeface="Cambria Math" panose="02040503050406030204" pitchFamily="18" charset="0"/>
                        </a:rPr>
                        <m:t>=</m:t>
                      </m:r>
                      <m:sSup>
                        <m:sSupPr>
                          <m:ctrlPr>
                            <a:rPr lang="en-GB" sz="2000" i="1">
                              <a:latin typeface="Cambria Math" panose="02040503050406030204" pitchFamily="18" charset="0"/>
                            </a:rPr>
                          </m:ctrlPr>
                        </m:sSupPr>
                        <m:e>
                          <m:r>
                            <a:rPr lang="en-GB" sz="2000" b="0" i="1" smtClean="0">
                              <a:latin typeface="Cambria Math" panose="02040503050406030204" pitchFamily="18" charset="0"/>
                            </a:rPr>
                            <m:t>𝑎</m:t>
                          </m:r>
                        </m:e>
                        <m:sup>
                          <m:r>
                            <a:rPr lang="en-GB" sz="2000" i="1">
                              <a:latin typeface="Cambria Math" panose="02040503050406030204" pitchFamily="18" charset="0"/>
                            </a:rPr>
                            <m:t>0</m:t>
                          </m:r>
                        </m:sup>
                      </m:sSup>
                      <m:r>
                        <a:rPr lang="en-GB" sz="2000" i="1">
                          <a:latin typeface="Cambria Math" panose="02040503050406030204" pitchFamily="18" charset="0"/>
                        </a:rPr>
                        <m:t>=1</m:t>
                      </m:r>
                    </m:oMath>
                  </m:oMathPara>
                </a14:m>
                <a:endParaRPr lang="en-GB" sz="2000" dirty="0"/>
              </a:p>
            </p:txBody>
          </p:sp>
        </mc:Choice>
        <mc:Fallback xmlns="">
          <p:sp>
            <p:nvSpPr>
              <p:cNvPr id="28" name="TextBox 27">
                <a:extLst>
                  <a:ext uri="{FF2B5EF4-FFF2-40B4-BE49-F238E27FC236}">
                    <a16:creationId xmlns:a16="http://schemas.microsoft.com/office/drawing/2014/main" id="{98F01B07-5ED8-17F0-097D-7FF51036EBC9}"/>
                  </a:ext>
                </a:extLst>
              </p:cNvPr>
              <p:cNvSpPr txBox="1">
                <a:spLocks noRot="1" noChangeAspect="1" noMove="1" noResize="1" noEditPoints="1" noAdjustHandles="1" noChangeArrowheads="1" noChangeShapeType="1" noTextEdit="1"/>
              </p:cNvSpPr>
              <p:nvPr/>
            </p:nvSpPr>
            <p:spPr>
              <a:xfrm>
                <a:off x="2962316" y="4071874"/>
                <a:ext cx="3562327" cy="707886"/>
              </a:xfrm>
              <a:prstGeom prst="rect">
                <a:avLst/>
              </a:prstGeom>
              <a:blipFill>
                <a:blip r:embed="rId12"/>
                <a:stretch>
                  <a:fillRect t="-4167" r="-170"/>
                </a:stretch>
              </a:blipFill>
            </p:spPr>
            <p:txBody>
              <a:bodyPr/>
              <a:lstStyle/>
              <a:p>
                <a:r>
                  <a:rPr lang="en-GB">
                    <a:noFill/>
                  </a:rPr>
                  <a:t> </a:t>
                </a:r>
              </a:p>
            </p:txBody>
          </p:sp>
        </mc:Fallback>
      </mc:AlternateContent>
    </p:spTree>
    <p:extLst>
      <p:ext uri="{BB962C8B-B14F-4D97-AF65-F5344CB8AC3E}">
        <p14:creationId xmlns:p14="http://schemas.microsoft.com/office/powerpoint/2010/main" val="3631093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13" grpId="0"/>
      <p:bldP spid="19" grpId="0" animBg="1"/>
      <p:bldP spid="20" grpId="0" animBg="1"/>
      <p:bldP spid="22" grpId="0" animBg="1"/>
      <p:bldP spid="23" grpId="0" animBg="1"/>
      <p:bldP spid="25" grpId="0"/>
      <p:bldP spid="26" grpId="0"/>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3F6030B-2760-6D52-C633-568670EF2999}"/>
                  </a:ext>
                </a:extLst>
              </p:cNvPr>
              <p:cNvSpPr txBox="1"/>
              <p:nvPr/>
            </p:nvSpPr>
            <p:spPr>
              <a:xfrm>
                <a:off x="168555" y="764704"/>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7</m:t>
                        </m:r>
                      </m:e>
                      <m:sup>
                        <m:r>
                          <a:rPr lang="en-GB" b="0" i="1" smtClean="0">
                            <a:latin typeface="Cambria Math" panose="02040503050406030204" pitchFamily="18" charset="0"/>
                          </a:rPr>
                          <m:t>−1</m:t>
                        </m:r>
                      </m:sup>
                    </m:sSup>
                  </m:oMath>
                </a14:m>
                <a:endParaRPr lang="en-GB" dirty="0"/>
              </a:p>
            </p:txBody>
          </p:sp>
        </mc:Choice>
        <mc:Fallback xmlns="">
          <p:sp>
            <p:nvSpPr>
              <p:cNvPr id="5" name="TextBox 4">
                <a:extLst>
                  <a:ext uri="{FF2B5EF4-FFF2-40B4-BE49-F238E27FC236}">
                    <a16:creationId xmlns:a16="http://schemas.microsoft.com/office/drawing/2014/main" id="{93F6030B-2760-6D52-C633-568670EF2999}"/>
                  </a:ext>
                </a:extLst>
              </p:cNvPr>
              <p:cNvSpPr txBox="1">
                <a:spLocks noRot="1" noChangeAspect="1" noMove="1" noResize="1" noEditPoints="1" noAdjustHandles="1" noChangeArrowheads="1" noChangeShapeType="1" noTextEdit="1"/>
              </p:cNvSpPr>
              <p:nvPr/>
            </p:nvSpPr>
            <p:spPr>
              <a:xfrm>
                <a:off x="168555" y="764704"/>
                <a:ext cx="4235885" cy="400110"/>
              </a:xfrm>
              <a:prstGeom prst="rect">
                <a:avLst/>
              </a:prstGeom>
              <a:blipFill>
                <a:blip r:embed="rId3"/>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F74972-33D3-824C-9A5D-F069BB466D01}"/>
                  </a:ext>
                </a:extLst>
              </p:cNvPr>
              <p:cNvSpPr txBox="1"/>
              <p:nvPr/>
            </p:nvSpPr>
            <p:spPr>
              <a:xfrm>
                <a:off x="168555" y="3510036"/>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−1</m:t>
                        </m:r>
                      </m:sup>
                    </m:sSup>
                  </m:oMath>
                </a14:m>
                <a:endParaRPr lang="en-GB" dirty="0"/>
              </a:p>
            </p:txBody>
          </p:sp>
        </mc:Choice>
        <mc:Fallback xmlns="">
          <p:sp>
            <p:nvSpPr>
              <p:cNvPr id="6" name="TextBox 5">
                <a:extLst>
                  <a:ext uri="{FF2B5EF4-FFF2-40B4-BE49-F238E27FC236}">
                    <a16:creationId xmlns:a16="http://schemas.microsoft.com/office/drawing/2014/main" id="{8BF74972-33D3-824C-9A5D-F069BB466D01}"/>
                  </a:ext>
                </a:extLst>
              </p:cNvPr>
              <p:cNvSpPr txBox="1">
                <a:spLocks noRot="1" noChangeAspect="1" noMove="1" noResize="1" noEditPoints="1" noAdjustHandles="1" noChangeArrowheads="1" noChangeShapeType="1" noTextEdit="1"/>
              </p:cNvSpPr>
              <p:nvPr/>
            </p:nvSpPr>
            <p:spPr>
              <a:xfrm>
                <a:off x="168555" y="3510036"/>
                <a:ext cx="4235885" cy="400110"/>
              </a:xfrm>
              <a:prstGeom prst="rect">
                <a:avLst/>
              </a:prstGeom>
              <a:blipFill>
                <a:blip r:embed="rId4"/>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31BE73-A17D-6342-7E21-8392765374B4}"/>
                  </a:ext>
                </a:extLst>
              </p:cNvPr>
              <p:cNvSpPr txBox="1"/>
              <p:nvPr/>
            </p:nvSpPr>
            <p:spPr>
              <a:xfrm>
                <a:off x="4739560" y="764704"/>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6</m:t>
                        </m:r>
                      </m:e>
                      <m:sup>
                        <m:r>
                          <a:rPr lang="en-GB" b="0" i="1" smtClean="0">
                            <a:latin typeface="Cambria Math" panose="02040503050406030204" pitchFamily="18" charset="0"/>
                          </a:rPr>
                          <m:t>−1</m:t>
                        </m:r>
                      </m:sup>
                    </m:sSup>
                  </m:oMath>
                </a14:m>
                <a:endParaRPr lang="en-GB" dirty="0"/>
              </a:p>
            </p:txBody>
          </p:sp>
        </mc:Choice>
        <mc:Fallback xmlns="">
          <p:sp>
            <p:nvSpPr>
              <p:cNvPr id="9" name="TextBox 8">
                <a:extLst>
                  <a:ext uri="{FF2B5EF4-FFF2-40B4-BE49-F238E27FC236}">
                    <a16:creationId xmlns:a16="http://schemas.microsoft.com/office/drawing/2014/main" id="{7E31BE73-A17D-6342-7E21-8392765374B4}"/>
                  </a:ext>
                </a:extLst>
              </p:cNvPr>
              <p:cNvSpPr txBox="1">
                <a:spLocks noRot="1" noChangeAspect="1" noMove="1" noResize="1" noEditPoints="1" noAdjustHandles="1" noChangeArrowheads="1" noChangeShapeType="1" noTextEdit="1"/>
              </p:cNvSpPr>
              <p:nvPr/>
            </p:nvSpPr>
            <p:spPr>
              <a:xfrm>
                <a:off x="4739560" y="764704"/>
                <a:ext cx="4235885" cy="400110"/>
              </a:xfrm>
              <a:prstGeom prst="rect">
                <a:avLst/>
              </a:prstGeom>
              <a:blipFill>
                <a:blip r:embed="rId5"/>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C95972-BB80-91D7-22F0-0B94471FE87E}"/>
                  </a:ext>
                </a:extLst>
              </p:cNvPr>
              <p:cNvSpPr txBox="1"/>
              <p:nvPr/>
            </p:nvSpPr>
            <p:spPr>
              <a:xfrm>
                <a:off x="4739560" y="3510036"/>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−1</m:t>
                        </m:r>
                      </m:sup>
                    </m:sSup>
                  </m:oMath>
                </a14:m>
                <a:endParaRPr lang="en-GB" dirty="0"/>
              </a:p>
            </p:txBody>
          </p:sp>
        </mc:Choice>
        <mc:Fallback xmlns="">
          <p:sp>
            <p:nvSpPr>
              <p:cNvPr id="10" name="TextBox 9">
                <a:extLst>
                  <a:ext uri="{FF2B5EF4-FFF2-40B4-BE49-F238E27FC236}">
                    <a16:creationId xmlns:a16="http://schemas.microsoft.com/office/drawing/2014/main" id="{08C95972-BB80-91D7-22F0-0B94471FE87E}"/>
                  </a:ext>
                </a:extLst>
              </p:cNvPr>
              <p:cNvSpPr txBox="1">
                <a:spLocks noRot="1" noChangeAspect="1" noMove="1" noResize="1" noEditPoints="1" noAdjustHandles="1" noChangeArrowheads="1" noChangeShapeType="1" noTextEdit="1"/>
              </p:cNvSpPr>
              <p:nvPr/>
            </p:nvSpPr>
            <p:spPr>
              <a:xfrm>
                <a:off x="4739560" y="3510036"/>
                <a:ext cx="4235885" cy="400110"/>
              </a:xfrm>
              <a:prstGeom prst="rect">
                <a:avLst/>
              </a:prstGeom>
              <a:blipFill>
                <a:blip r:embed="rId6"/>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8D28FB3-DEE8-B361-1C09-2A350A7A196A}"/>
                  </a:ext>
                </a:extLst>
              </p:cNvPr>
              <p:cNvSpPr txBox="1"/>
              <p:nvPr/>
            </p:nvSpPr>
            <p:spPr>
              <a:xfrm>
                <a:off x="1166732" y="2089874"/>
                <a:ext cx="2201667" cy="6694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7</m:t>
                          </m:r>
                        </m:e>
                        <m:sup>
                          <m:r>
                            <a:rPr lang="en-GB" sz="2000" b="0" i="1" smtClean="0">
                              <a:latin typeface="Cambria Math" panose="02040503050406030204" pitchFamily="18" charset="0"/>
                            </a:rPr>
                            <m:t>−1</m:t>
                          </m:r>
                        </m:sup>
                      </m:sSup>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7</m:t>
                          </m:r>
                        </m:den>
                      </m:f>
                    </m:oMath>
                  </m:oMathPara>
                </a14:m>
                <a:endParaRPr lang="en-GB" sz="2000" dirty="0"/>
              </a:p>
            </p:txBody>
          </p:sp>
        </mc:Choice>
        <mc:Fallback xmlns="">
          <p:sp>
            <p:nvSpPr>
              <p:cNvPr id="11" name="TextBox 10">
                <a:extLst>
                  <a:ext uri="{FF2B5EF4-FFF2-40B4-BE49-F238E27FC236}">
                    <a16:creationId xmlns:a16="http://schemas.microsoft.com/office/drawing/2014/main" id="{88D28FB3-DEE8-B361-1C09-2A350A7A196A}"/>
                  </a:ext>
                </a:extLst>
              </p:cNvPr>
              <p:cNvSpPr txBox="1">
                <a:spLocks noRot="1" noChangeAspect="1" noMove="1" noResize="1" noEditPoints="1" noAdjustHandles="1" noChangeArrowheads="1" noChangeShapeType="1" noTextEdit="1"/>
              </p:cNvSpPr>
              <p:nvPr/>
            </p:nvSpPr>
            <p:spPr>
              <a:xfrm>
                <a:off x="1166732" y="2089874"/>
                <a:ext cx="2201667" cy="669414"/>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C7098DB-7951-5C0E-F4CE-CE619110CA3C}"/>
                  </a:ext>
                </a:extLst>
              </p:cNvPr>
              <p:cNvSpPr txBox="1"/>
              <p:nvPr/>
            </p:nvSpPr>
            <p:spPr>
              <a:xfrm>
                <a:off x="785016" y="1371186"/>
                <a:ext cx="3169514" cy="6373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This means the reciprocal of </a:t>
                </a:r>
                <a14:m>
                  <m:oMath xmlns:m="http://schemas.openxmlformats.org/officeDocument/2006/math">
                    <m:r>
                      <a:rPr lang="en-GB" sz="1600" i="1" dirty="0" smtClean="0">
                        <a:latin typeface="Cambria Math" panose="02040503050406030204" pitchFamily="18" charset="0"/>
                      </a:rPr>
                      <m:t>7</m:t>
                    </m:r>
                  </m:oMath>
                </a14:m>
                <a:endParaRPr lang="en-GB" sz="1600" dirty="0"/>
              </a:p>
              <a:p>
                <a:pPr algn="ctr"/>
                <a:r>
                  <a:rPr lang="en-GB" sz="1600" dirty="0"/>
                  <a:t>i.e. </a:t>
                </a:r>
                <a14:m>
                  <m:oMath xmlns:m="http://schemas.openxmlformats.org/officeDocument/2006/math">
                    <m:r>
                      <a:rPr lang="en-GB" sz="1600" b="0" i="0" smtClean="0">
                        <a:latin typeface="Cambria Math" panose="02040503050406030204" pitchFamily="18" charset="0"/>
                      </a:rPr>
                      <m:t>7</m:t>
                    </m:r>
                    <m:r>
                      <a:rPr lang="en-GB" sz="1600" i="1">
                        <a:latin typeface="Cambria Math" panose="02040503050406030204" pitchFamily="18" charset="0"/>
                      </a:rPr>
                      <m:t>×</m:t>
                    </m:r>
                    <m:borderBox>
                      <m:borderBoxPr>
                        <m:ctrlPr>
                          <a:rPr lang="en-GB" sz="1600" i="1">
                            <a:latin typeface="Cambria Math" panose="02040503050406030204" pitchFamily="18" charset="0"/>
                          </a:rPr>
                        </m:ctrlPr>
                      </m:borderBoxPr>
                      <m:e/>
                    </m:borderBox>
                    <m:r>
                      <a:rPr lang="en-GB" sz="1600" i="1">
                        <a:latin typeface="Cambria Math" panose="02040503050406030204" pitchFamily="18" charset="0"/>
                      </a:rPr>
                      <m:t>=1</m:t>
                    </m:r>
                  </m:oMath>
                </a14:m>
                <a:endParaRPr lang="en-GB" sz="1600" dirty="0"/>
              </a:p>
            </p:txBody>
          </p:sp>
        </mc:Choice>
        <mc:Fallback xmlns="">
          <p:sp>
            <p:nvSpPr>
              <p:cNvPr id="17" name="TextBox 16">
                <a:extLst>
                  <a:ext uri="{FF2B5EF4-FFF2-40B4-BE49-F238E27FC236}">
                    <a16:creationId xmlns:a16="http://schemas.microsoft.com/office/drawing/2014/main" id="{6C7098DB-7951-5C0E-F4CE-CE619110CA3C}"/>
                  </a:ext>
                </a:extLst>
              </p:cNvPr>
              <p:cNvSpPr txBox="1">
                <a:spLocks noRot="1" noChangeAspect="1" noMove="1" noResize="1" noEditPoints="1" noAdjustHandles="1" noChangeArrowheads="1" noChangeShapeType="1" noTextEdit="1"/>
              </p:cNvSpPr>
              <p:nvPr/>
            </p:nvSpPr>
            <p:spPr>
              <a:xfrm>
                <a:off x="785016" y="1371186"/>
                <a:ext cx="3169514" cy="637354"/>
              </a:xfrm>
              <a:prstGeom prst="rect">
                <a:avLst/>
              </a:prstGeom>
              <a:blipFill>
                <a:blip r:embed="rId8"/>
                <a:stretch>
                  <a:fillRect t="-1852" b="-740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6BA08AB-24D4-2FDE-C928-63153BE4D1C6}"/>
                  </a:ext>
                </a:extLst>
              </p:cNvPr>
              <p:cNvSpPr txBox="1"/>
              <p:nvPr/>
            </p:nvSpPr>
            <p:spPr>
              <a:xfrm>
                <a:off x="1166733" y="4981923"/>
                <a:ext cx="2201667" cy="67056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(−3)</m:t>
                          </m:r>
                        </m:e>
                        <m:sup>
                          <m:r>
                            <a:rPr lang="en-GB" sz="2000" b="0" i="1" smtClean="0">
                              <a:latin typeface="Cambria Math" panose="02040503050406030204" pitchFamily="18" charset="0"/>
                            </a:rPr>
                            <m:t>−1</m:t>
                          </m:r>
                        </m:sup>
                      </m:sSup>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3</m:t>
                          </m:r>
                        </m:den>
                      </m:f>
                    </m:oMath>
                  </m:oMathPara>
                </a14:m>
                <a:endParaRPr lang="en-GB" sz="2000" dirty="0"/>
              </a:p>
            </p:txBody>
          </p:sp>
        </mc:Choice>
        <mc:Fallback xmlns="">
          <p:sp>
            <p:nvSpPr>
              <p:cNvPr id="24" name="TextBox 23">
                <a:extLst>
                  <a:ext uri="{FF2B5EF4-FFF2-40B4-BE49-F238E27FC236}">
                    <a16:creationId xmlns:a16="http://schemas.microsoft.com/office/drawing/2014/main" id="{D6BA08AB-24D4-2FDE-C928-63153BE4D1C6}"/>
                  </a:ext>
                </a:extLst>
              </p:cNvPr>
              <p:cNvSpPr txBox="1">
                <a:spLocks noRot="1" noChangeAspect="1" noMove="1" noResize="1" noEditPoints="1" noAdjustHandles="1" noChangeArrowheads="1" noChangeShapeType="1" noTextEdit="1"/>
              </p:cNvSpPr>
              <p:nvPr/>
            </p:nvSpPr>
            <p:spPr>
              <a:xfrm>
                <a:off x="1166733" y="4981923"/>
                <a:ext cx="2201667" cy="670568"/>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AB50492-A444-4CD8-A5D8-F3A02418ECB3}"/>
                  </a:ext>
                </a:extLst>
              </p:cNvPr>
              <p:cNvSpPr txBox="1"/>
              <p:nvPr/>
            </p:nvSpPr>
            <p:spPr>
              <a:xfrm>
                <a:off x="5672836" y="1321761"/>
                <a:ext cx="2201667" cy="67056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6</m:t>
                          </m:r>
                        </m:e>
                        <m:sup>
                          <m:r>
                            <a:rPr lang="en-GB" sz="2000" b="0" i="1" smtClean="0">
                              <a:latin typeface="Cambria Math" panose="02040503050406030204" pitchFamily="18" charset="0"/>
                            </a:rPr>
                            <m:t>−1</m:t>
                          </m:r>
                        </m:sup>
                      </m:sSup>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6</m:t>
                          </m:r>
                        </m:den>
                      </m:f>
                    </m:oMath>
                  </m:oMathPara>
                </a14:m>
                <a:endParaRPr lang="en-GB" sz="2000" dirty="0"/>
              </a:p>
            </p:txBody>
          </p:sp>
        </mc:Choice>
        <mc:Fallback xmlns="">
          <p:sp>
            <p:nvSpPr>
              <p:cNvPr id="37" name="TextBox 36">
                <a:extLst>
                  <a:ext uri="{FF2B5EF4-FFF2-40B4-BE49-F238E27FC236}">
                    <a16:creationId xmlns:a16="http://schemas.microsoft.com/office/drawing/2014/main" id="{9AB50492-A444-4CD8-A5D8-F3A02418ECB3}"/>
                  </a:ext>
                </a:extLst>
              </p:cNvPr>
              <p:cNvSpPr txBox="1">
                <a:spLocks noRot="1" noChangeAspect="1" noMove="1" noResize="1" noEditPoints="1" noAdjustHandles="1" noChangeArrowheads="1" noChangeShapeType="1" noTextEdit="1"/>
              </p:cNvSpPr>
              <p:nvPr/>
            </p:nvSpPr>
            <p:spPr>
              <a:xfrm>
                <a:off x="5672836" y="1321761"/>
                <a:ext cx="2201667" cy="670568"/>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B98D2E2-E209-E5AC-C7F1-0FCE7EC120C1}"/>
                  </a:ext>
                </a:extLst>
              </p:cNvPr>
              <p:cNvSpPr txBox="1"/>
              <p:nvPr/>
            </p:nvSpPr>
            <p:spPr>
              <a:xfrm>
                <a:off x="5672836" y="4108804"/>
                <a:ext cx="2201667" cy="6685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−1</m:t>
                          </m:r>
                        </m:sup>
                      </m:sSup>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2</m:t>
                          </m:r>
                        </m:den>
                      </m:f>
                    </m:oMath>
                  </m:oMathPara>
                </a14:m>
                <a:endParaRPr lang="en-GB" sz="2000" dirty="0"/>
              </a:p>
            </p:txBody>
          </p:sp>
        </mc:Choice>
        <mc:Fallback xmlns="">
          <p:sp>
            <p:nvSpPr>
              <p:cNvPr id="38" name="TextBox 37">
                <a:extLst>
                  <a:ext uri="{FF2B5EF4-FFF2-40B4-BE49-F238E27FC236}">
                    <a16:creationId xmlns:a16="http://schemas.microsoft.com/office/drawing/2014/main" id="{9B98D2E2-E209-E5AC-C7F1-0FCE7EC120C1}"/>
                  </a:ext>
                </a:extLst>
              </p:cNvPr>
              <p:cNvSpPr txBox="1">
                <a:spLocks noRot="1" noChangeAspect="1" noMove="1" noResize="1" noEditPoints="1" noAdjustHandles="1" noChangeArrowheads="1" noChangeShapeType="1" noTextEdit="1"/>
              </p:cNvSpPr>
              <p:nvPr/>
            </p:nvSpPr>
            <p:spPr>
              <a:xfrm>
                <a:off x="5672836" y="4108804"/>
                <a:ext cx="2201667" cy="668516"/>
              </a:xfrm>
              <a:prstGeom prst="rect">
                <a:avLst/>
              </a:prstGeom>
              <a:blipFill>
                <a:blip r:embed="rId11"/>
                <a:stretch>
                  <a:fillRect/>
                </a:stretch>
              </a:blipFill>
            </p:spPr>
            <p:txBody>
              <a:bodyPr/>
              <a:lstStyle/>
              <a:p>
                <a:r>
                  <a:rPr lang="en-GB">
                    <a:noFill/>
                  </a:rPr>
                  <a:t> </a:t>
                </a:r>
              </a:p>
            </p:txBody>
          </p:sp>
        </mc:Fallback>
      </mc:AlternateContent>
      <p:sp>
        <p:nvSpPr>
          <p:cNvPr id="39" name="Rectangle 38">
            <a:extLst>
              <a:ext uri="{FF2B5EF4-FFF2-40B4-BE49-F238E27FC236}">
                <a16:creationId xmlns:a16="http://schemas.microsoft.com/office/drawing/2014/main" id="{B6C326DF-6089-3BA9-6566-2E0C0C43C6C3}"/>
              </a:ext>
            </a:extLst>
          </p:cNvPr>
          <p:cNvSpPr/>
          <p:nvPr/>
        </p:nvSpPr>
        <p:spPr>
          <a:xfrm>
            <a:off x="4739559" y="1295939"/>
            <a:ext cx="4235885" cy="793935"/>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00E04497-1D7B-668A-EDD8-D43154ABD0C4}"/>
              </a:ext>
            </a:extLst>
          </p:cNvPr>
          <p:cNvSpPr/>
          <p:nvPr/>
        </p:nvSpPr>
        <p:spPr>
          <a:xfrm>
            <a:off x="4739559" y="3994044"/>
            <a:ext cx="4235885" cy="98787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0E4F645-706C-3DEA-8CCE-7235BBF5FD59}"/>
                  </a:ext>
                </a:extLst>
              </p:cNvPr>
              <p:cNvSpPr txBox="1"/>
              <p:nvPr/>
            </p:nvSpPr>
            <p:spPr>
              <a:xfrm>
                <a:off x="785016" y="4175689"/>
                <a:ext cx="3169514" cy="6373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This means the reciprocal of </a:t>
                </a:r>
                <a14:m>
                  <m:oMath xmlns:m="http://schemas.openxmlformats.org/officeDocument/2006/math">
                    <m:r>
                      <a:rPr lang="en-GB" sz="1600" i="1" dirty="0" smtClean="0">
                        <a:latin typeface="Cambria Math" panose="02040503050406030204" pitchFamily="18" charset="0"/>
                      </a:rPr>
                      <m:t>−</m:t>
                    </m:r>
                    <m:r>
                      <a:rPr lang="en-GB" sz="1600" b="0" i="1" dirty="0" smtClean="0">
                        <a:latin typeface="Cambria Math" panose="02040503050406030204" pitchFamily="18" charset="0"/>
                      </a:rPr>
                      <m:t>3</m:t>
                    </m:r>
                  </m:oMath>
                </a14:m>
                <a:endParaRPr lang="en-GB" sz="1600" b="0" dirty="0"/>
              </a:p>
              <a:p>
                <a:pPr algn="ctr"/>
                <a:r>
                  <a:rPr lang="en-GB" sz="1600" dirty="0"/>
                  <a:t>i.e. </a:t>
                </a:r>
                <a14:m>
                  <m:oMath xmlns:m="http://schemas.openxmlformats.org/officeDocument/2006/math">
                    <m:r>
                      <a:rPr lang="en-GB" sz="1600" b="0" i="1" smtClean="0">
                        <a:latin typeface="Cambria Math" panose="02040503050406030204" pitchFamily="18" charset="0"/>
                      </a:rPr>
                      <m:t>−3×</m:t>
                    </m:r>
                    <m:borderBox>
                      <m:borderBoxPr>
                        <m:ctrlPr>
                          <a:rPr lang="en-GB" sz="1600" b="0" i="1" smtClean="0">
                            <a:latin typeface="Cambria Math" panose="02040503050406030204" pitchFamily="18" charset="0"/>
                          </a:rPr>
                        </m:ctrlPr>
                      </m:borderBoxPr>
                      <m:e/>
                    </m:borderBox>
                    <m:r>
                      <a:rPr lang="en-GB" sz="1600" b="0" i="1" smtClean="0">
                        <a:latin typeface="Cambria Math" panose="02040503050406030204" pitchFamily="18" charset="0"/>
                      </a:rPr>
                      <m:t>=1</m:t>
                    </m:r>
                  </m:oMath>
                </a14:m>
                <a:endParaRPr lang="en-GB" sz="1600" dirty="0"/>
              </a:p>
            </p:txBody>
          </p:sp>
        </mc:Choice>
        <mc:Fallback xmlns="">
          <p:sp>
            <p:nvSpPr>
              <p:cNvPr id="2" name="TextBox 1">
                <a:extLst>
                  <a:ext uri="{FF2B5EF4-FFF2-40B4-BE49-F238E27FC236}">
                    <a16:creationId xmlns:a16="http://schemas.microsoft.com/office/drawing/2014/main" id="{C0E4F645-706C-3DEA-8CCE-7235BBF5FD59}"/>
                  </a:ext>
                </a:extLst>
              </p:cNvPr>
              <p:cNvSpPr txBox="1">
                <a:spLocks noRot="1" noChangeAspect="1" noMove="1" noResize="1" noEditPoints="1" noAdjustHandles="1" noChangeArrowheads="1" noChangeShapeType="1" noTextEdit="1"/>
              </p:cNvSpPr>
              <p:nvPr/>
            </p:nvSpPr>
            <p:spPr>
              <a:xfrm>
                <a:off x="785016" y="4175689"/>
                <a:ext cx="3169514" cy="637354"/>
              </a:xfrm>
              <a:prstGeom prst="rect">
                <a:avLst/>
              </a:prstGeom>
              <a:blipFill>
                <a:blip r:embed="rId12"/>
                <a:stretch>
                  <a:fillRect t="-1835" b="-6422"/>
                </a:stretch>
              </a:blipFill>
            </p:spPr>
            <p:txBody>
              <a:bodyPr/>
              <a:lstStyle/>
              <a:p>
                <a:r>
                  <a:rPr lang="en-GB">
                    <a:noFill/>
                  </a:rPr>
                  <a:t> </a:t>
                </a:r>
              </a:p>
            </p:txBody>
          </p:sp>
        </mc:Fallback>
      </mc:AlternateContent>
    </p:spTree>
    <p:extLst>
      <p:ext uri="{BB962C8B-B14F-4D97-AF65-F5344CB8AC3E}">
        <p14:creationId xmlns:p14="http://schemas.microsoft.com/office/powerpoint/2010/main" val="1509912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7" restart="whenNotActive" fill="hold" evtFilter="cancelBubble" nodeType="interactiveSeq">
                <p:stCondLst>
                  <p:cond evt="onClick" delay="0">
                    <p:tgtEl>
                      <p:spTgt spid="39"/>
                    </p:tgtEl>
                  </p:cond>
                </p:stCondLst>
                <p:endSync evt="end" delay="0">
                  <p:rtn val="all"/>
                </p:endSync>
                <p:childTnLst>
                  <p:par>
                    <p:cTn id="38" fill="hold">
                      <p:stCondLst>
                        <p:cond delay="0"/>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42" restart="whenNotActive" fill="hold" evtFilter="cancelBubble" nodeType="interactiveSeq">
                <p:stCondLst>
                  <p:cond evt="onClick" delay="0">
                    <p:tgtEl>
                      <p:spTgt spid="40"/>
                    </p:tgtEl>
                  </p:cond>
                </p:stCondLst>
                <p:endSync evt="end" delay="0">
                  <p:rtn val="all"/>
                </p:endSync>
                <p:childTnLst>
                  <p:par>
                    <p:cTn id="43" fill="hold">
                      <p:stCondLst>
                        <p:cond delay="0"/>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childTnLst>
        </p:cTn>
      </p:par>
    </p:tnLst>
    <p:bldLst>
      <p:bldP spid="6" grpId="0" animBg="1"/>
      <p:bldP spid="9" grpId="0" animBg="1"/>
      <p:bldP spid="10" grpId="0" animBg="1"/>
      <p:bldP spid="17" grpId="0" animBg="1"/>
      <p:bldP spid="37" grpId="0"/>
      <p:bldP spid="38" grpId="0"/>
      <p:bldP spid="39" grpId="0" animBg="1"/>
      <p:bldP spid="39" grpId="1" animBg="1"/>
      <p:bldP spid="40" grpId="0" animBg="1"/>
      <p:bldP spid="40" grpId="1" animBg="1"/>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AB50492-A444-4CD8-A5D8-F3A02418ECB3}"/>
                  </a:ext>
                </a:extLst>
              </p:cNvPr>
              <p:cNvSpPr txBox="1"/>
              <p:nvPr/>
            </p:nvSpPr>
            <p:spPr>
              <a:xfrm>
                <a:off x="5549041" y="1493351"/>
                <a:ext cx="2616922" cy="73712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3</m:t>
                                  </m:r>
                                </m:num>
                                <m:den>
                                  <m:r>
                                    <a:rPr lang="en-GB" sz="2000" b="0" i="1" smtClean="0">
                                      <a:latin typeface="Cambria Math" panose="02040503050406030204" pitchFamily="18" charset="0"/>
                                    </a:rPr>
                                    <m:t>2</m:t>
                                  </m:r>
                                </m:den>
                              </m:f>
                            </m:e>
                          </m:d>
                        </m:e>
                        <m:sup>
                          <m:r>
                            <a:rPr lang="en-GB" sz="2000" b="0" i="1" smtClean="0">
                              <a:latin typeface="Cambria Math" panose="02040503050406030204" pitchFamily="18" charset="0"/>
                            </a:rPr>
                            <m:t>−1</m:t>
                          </m:r>
                        </m:sup>
                      </m:sSup>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2</m:t>
                          </m:r>
                        </m:num>
                        <m:den>
                          <m:r>
                            <a:rPr lang="en-GB" sz="2000" b="0" i="1" smtClean="0">
                              <a:latin typeface="Cambria Math" panose="02040503050406030204" pitchFamily="18" charset="0"/>
                            </a:rPr>
                            <m:t>3</m:t>
                          </m:r>
                        </m:den>
                      </m:f>
                    </m:oMath>
                  </m:oMathPara>
                </a14:m>
                <a:endParaRPr lang="en-GB" sz="2000" dirty="0"/>
              </a:p>
            </p:txBody>
          </p:sp>
        </mc:Choice>
        <mc:Fallback xmlns="">
          <p:sp>
            <p:nvSpPr>
              <p:cNvPr id="37" name="TextBox 36">
                <a:extLst>
                  <a:ext uri="{FF2B5EF4-FFF2-40B4-BE49-F238E27FC236}">
                    <a16:creationId xmlns:a16="http://schemas.microsoft.com/office/drawing/2014/main" id="{9AB50492-A444-4CD8-A5D8-F3A02418ECB3}"/>
                  </a:ext>
                </a:extLst>
              </p:cNvPr>
              <p:cNvSpPr txBox="1">
                <a:spLocks noRot="1" noChangeAspect="1" noMove="1" noResize="1" noEditPoints="1" noAdjustHandles="1" noChangeArrowheads="1" noChangeShapeType="1" noTextEdit="1"/>
              </p:cNvSpPr>
              <p:nvPr/>
            </p:nvSpPr>
            <p:spPr>
              <a:xfrm>
                <a:off x="5549041" y="1493351"/>
                <a:ext cx="2616922" cy="737125"/>
              </a:xfrm>
              <a:prstGeom prst="rect">
                <a:avLst/>
              </a:prstGeom>
              <a:blipFill>
                <a:blip r:embed="rId3"/>
                <a:stretch>
                  <a:fillRect b="-3390"/>
                </a:stretch>
              </a:blipFill>
            </p:spPr>
            <p:txBody>
              <a:bodyPr/>
              <a:lstStyle/>
              <a:p>
                <a:r>
                  <a:rPr lang="en-US">
                    <a:noFill/>
                  </a:rPr>
                  <a:t> </a:t>
                </a:r>
              </a:p>
            </p:txBody>
          </p:sp>
        </mc:Fallback>
      </mc:AlternateContent>
      <p:sp>
        <p:nvSpPr>
          <p:cNvPr id="39" name="Rectangle 38">
            <a:extLst>
              <a:ext uri="{FF2B5EF4-FFF2-40B4-BE49-F238E27FC236}">
                <a16:creationId xmlns:a16="http://schemas.microsoft.com/office/drawing/2014/main" id="{B6C326DF-6089-3BA9-6566-2E0C0C43C6C3}"/>
              </a:ext>
            </a:extLst>
          </p:cNvPr>
          <p:cNvSpPr/>
          <p:nvPr/>
        </p:nvSpPr>
        <p:spPr>
          <a:xfrm>
            <a:off x="4739559" y="1446250"/>
            <a:ext cx="4235885" cy="953272"/>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3F6030B-2760-6D52-C633-568670EF2999}"/>
                  </a:ext>
                </a:extLst>
              </p:cNvPr>
              <p:cNvSpPr txBox="1"/>
              <p:nvPr/>
            </p:nvSpPr>
            <p:spPr>
              <a:xfrm>
                <a:off x="168555" y="764704"/>
                <a:ext cx="4235885" cy="61311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5</m:t>
                                </m:r>
                              </m:den>
                            </m:f>
                          </m:e>
                        </m:d>
                      </m:e>
                      <m:sup>
                        <m:r>
                          <a:rPr lang="en-GB" b="0" i="1" smtClean="0">
                            <a:latin typeface="Cambria Math" panose="02040503050406030204" pitchFamily="18" charset="0"/>
                          </a:rPr>
                          <m:t>−1</m:t>
                        </m:r>
                      </m:sup>
                    </m:sSup>
                  </m:oMath>
                </a14:m>
                <a:endParaRPr lang="en-GB" dirty="0"/>
              </a:p>
            </p:txBody>
          </p:sp>
        </mc:Choice>
        <mc:Fallback xmlns="">
          <p:sp>
            <p:nvSpPr>
              <p:cNvPr id="5" name="TextBox 4">
                <a:extLst>
                  <a:ext uri="{FF2B5EF4-FFF2-40B4-BE49-F238E27FC236}">
                    <a16:creationId xmlns:a16="http://schemas.microsoft.com/office/drawing/2014/main" id="{93F6030B-2760-6D52-C633-568670EF2999}"/>
                  </a:ext>
                </a:extLst>
              </p:cNvPr>
              <p:cNvSpPr txBox="1">
                <a:spLocks noRot="1" noChangeAspect="1" noMove="1" noResize="1" noEditPoints="1" noAdjustHandles="1" noChangeArrowheads="1" noChangeShapeType="1" noTextEdit="1"/>
              </p:cNvSpPr>
              <p:nvPr/>
            </p:nvSpPr>
            <p:spPr>
              <a:xfrm>
                <a:off x="168555" y="764704"/>
                <a:ext cx="4235885" cy="613117"/>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F74972-33D3-824C-9A5D-F069BB466D01}"/>
                  </a:ext>
                </a:extLst>
              </p:cNvPr>
              <p:cNvSpPr txBox="1"/>
              <p:nvPr/>
            </p:nvSpPr>
            <p:spPr>
              <a:xfrm>
                <a:off x="168555" y="3744459"/>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0.6</m:t>
                        </m:r>
                      </m:e>
                      <m:sup>
                        <m:r>
                          <a:rPr lang="en-GB" b="0" i="1" smtClean="0">
                            <a:latin typeface="Cambria Math" panose="02040503050406030204" pitchFamily="18" charset="0"/>
                          </a:rPr>
                          <m:t>−1</m:t>
                        </m:r>
                      </m:sup>
                    </m:sSup>
                  </m:oMath>
                </a14:m>
                <a:endParaRPr lang="en-GB" dirty="0"/>
              </a:p>
            </p:txBody>
          </p:sp>
        </mc:Choice>
        <mc:Fallback xmlns="">
          <p:sp>
            <p:nvSpPr>
              <p:cNvPr id="6" name="TextBox 5">
                <a:extLst>
                  <a:ext uri="{FF2B5EF4-FFF2-40B4-BE49-F238E27FC236}">
                    <a16:creationId xmlns:a16="http://schemas.microsoft.com/office/drawing/2014/main" id="{8BF74972-33D3-824C-9A5D-F069BB466D01}"/>
                  </a:ext>
                </a:extLst>
              </p:cNvPr>
              <p:cNvSpPr txBox="1">
                <a:spLocks noRot="1" noChangeAspect="1" noMove="1" noResize="1" noEditPoints="1" noAdjustHandles="1" noChangeArrowheads="1" noChangeShapeType="1" noTextEdit="1"/>
              </p:cNvSpPr>
              <p:nvPr/>
            </p:nvSpPr>
            <p:spPr>
              <a:xfrm>
                <a:off x="168555" y="3744459"/>
                <a:ext cx="4235885" cy="400110"/>
              </a:xfrm>
              <a:prstGeom prst="rect">
                <a:avLst/>
              </a:prstGeom>
              <a:blipFill>
                <a:blip r:embed="rId5"/>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31BE73-A17D-6342-7E21-8392765374B4}"/>
                  </a:ext>
                </a:extLst>
              </p:cNvPr>
              <p:cNvSpPr txBox="1"/>
              <p:nvPr/>
            </p:nvSpPr>
            <p:spPr>
              <a:xfrm>
                <a:off x="4739560" y="764704"/>
                <a:ext cx="4235885" cy="61311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e>
                        </m:d>
                      </m:e>
                      <m:sup>
                        <m:r>
                          <a:rPr lang="en-GB" b="0" i="1" smtClean="0">
                            <a:latin typeface="Cambria Math" panose="02040503050406030204" pitchFamily="18" charset="0"/>
                          </a:rPr>
                          <m:t>−1</m:t>
                        </m:r>
                      </m:sup>
                    </m:sSup>
                  </m:oMath>
                </a14:m>
                <a:endParaRPr lang="en-GB" dirty="0"/>
              </a:p>
            </p:txBody>
          </p:sp>
        </mc:Choice>
        <mc:Fallback xmlns="">
          <p:sp>
            <p:nvSpPr>
              <p:cNvPr id="9" name="TextBox 8">
                <a:extLst>
                  <a:ext uri="{FF2B5EF4-FFF2-40B4-BE49-F238E27FC236}">
                    <a16:creationId xmlns:a16="http://schemas.microsoft.com/office/drawing/2014/main" id="{7E31BE73-A17D-6342-7E21-8392765374B4}"/>
                  </a:ext>
                </a:extLst>
              </p:cNvPr>
              <p:cNvSpPr txBox="1">
                <a:spLocks noRot="1" noChangeAspect="1" noMove="1" noResize="1" noEditPoints="1" noAdjustHandles="1" noChangeArrowheads="1" noChangeShapeType="1" noTextEdit="1"/>
              </p:cNvSpPr>
              <p:nvPr/>
            </p:nvSpPr>
            <p:spPr>
              <a:xfrm>
                <a:off x="4739560" y="764704"/>
                <a:ext cx="4235885" cy="613117"/>
              </a:xfrm>
              <a:prstGeom prst="rect">
                <a:avLst/>
              </a:prstGeom>
              <a:blipFill>
                <a:blip r:embed="rId6"/>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C95972-BB80-91D7-22F0-0B94471FE87E}"/>
                  </a:ext>
                </a:extLst>
              </p:cNvPr>
              <p:cNvSpPr txBox="1"/>
              <p:nvPr/>
            </p:nvSpPr>
            <p:spPr>
              <a:xfrm>
                <a:off x="4739560" y="3460920"/>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0.35</m:t>
                        </m:r>
                      </m:e>
                      <m:sup>
                        <m:r>
                          <a:rPr lang="en-GB" b="0" i="1" smtClean="0">
                            <a:latin typeface="Cambria Math" panose="02040503050406030204" pitchFamily="18" charset="0"/>
                          </a:rPr>
                          <m:t>−1</m:t>
                        </m:r>
                      </m:sup>
                    </m:sSup>
                  </m:oMath>
                </a14:m>
                <a:endParaRPr lang="en-GB" dirty="0"/>
              </a:p>
            </p:txBody>
          </p:sp>
        </mc:Choice>
        <mc:Fallback xmlns="">
          <p:sp>
            <p:nvSpPr>
              <p:cNvPr id="10" name="TextBox 9">
                <a:extLst>
                  <a:ext uri="{FF2B5EF4-FFF2-40B4-BE49-F238E27FC236}">
                    <a16:creationId xmlns:a16="http://schemas.microsoft.com/office/drawing/2014/main" id="{08C95972-BB80-91D7-22F0-0B94471FE87E}"/>
                  </a:ext>
                </a:extLst>
              </p:cNvPr>
              <p:cNvSpPr txBox="1">
                <a:spLocks noRot="1" noChangeAspect="1" noMove="1" noResize="1" noEditPoints="1" noAdjustHandles="1" noChangeArrowheads="1" noChangeShapeType="1" noTextEdit="1"/>
              </p:cNvSpPr>
              <p:nvPr/>
            </p:nvSpPr>
            <p:spPr>
              <a:xfrm>
                <a:off x="4739560" y="3460920"/>
                <a:ext cx="4235885" cy="400110"/>
              </a:xfrm>
              <a:prstGeom prst="rect">
                <a:avLst/>
              </a:prstGeom>
              <a:blipFill>
                <a:blip r:embed="rId7"/>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8D28FB3-DEE8-B361-1C09-2A350A7A196A}"/>
                  </a:ext>
                </a:extLst>
              </p:cNvPr>
              <p:cNvSpPr txBox="1"/>
              <p:nvPr/>
            </p:nvSpPr>
            <p:spPr>
              <a:xfrm>
                <a:off x="987860" y="2446623"/>
                <a:ext cx="2201667" cy="84401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2</m:t>
                                  </m:r>
                                </m:num>
                                <m:den>
                                  <m:r>
                                    <a:rPr lang="en-GB" sz="2000" b="0" i="1" smtClean="0">
                                      <a:latin typeface="Cambria Math" panose="02040503050406030204" pitchFamily="18" charset="0"/>
                                    </a:rPr>
                                    <m:t>5</m:t>
                                  </m:r>
                                </m:den>
                              </m:f>
                            </m:e>
                          </m:d>
                        </m:e>
                        <m:sup>
                          <m:r>
                            <a:rPr lang="en-GB" sz="2000" b="0" i="1" smtClean="0">
                              <a:latin typeface="Cambria Math" panose="02040503050406030204" pitchFamily="18" charset="0"/>
                            </a:rPr>
                            <m:t>−1</m:t>
                          </m:r>
                        </m:sup>
                      </m:sSup>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5</m:t>
                          </m:r>
                        </m:num>
                        <m:den>
                          <m:r>
                            <a:rPr lang="en-GB" sz="2000" b="0" i="1" smtClean="0">
                              <a:latin typeface="Cambria Math" panose="02040503050406030204" pitchFamily="18" charset="0"/>
                            </a:rPr>
                            <m:t>2</m:t>
                          </m:r>
                        </m:den>
                      </m:f>
                    </m:oMath>
                  </m:oMathPara>
                </a14:m>
                <a:endParaRPr lang="en-GB" sz="2000" dirty="0"/>
              </a:p>
            </p:txBody>
          </p:sp>
        </mc:Choice>
        <mc:Fallback xmlns="">
          <p:sp>
            <p:nvSpPr>
              <p:cNvPr id="11" name="TextBox 10">
                <a:extLst>
                  <a:ext uri="{FF2B5EF4-FFF2-40B4-BE49-F238E27FC236}">
                    <a16:creationId xmlns:a16="http://schemas.microsoft.com/office/drawing/2014/main" id="{88D28FB3-DEE8-B361-1C09-2A350A7A196A}"/>
                  </a:ext>
                </a:extLst>
              </p:cNvPr>
              <p:cNvSpPr txBox="1">
                <a:spLocks noRot="1" noChangeAspect="1" noMove="1" noResize="1" noEditPoints="1" noAdjustHandles="1" noChangeArrowheads="1" noChangeShapeType="1" noTextEdit="1"/>
              </p:cNvSpPr>
              <p:nvPr/>
            </p:nvSpPr>
            <p:spPr>
              <a:xfrm>
                <a:off x="987860" y="2446623"/>
                <a:ext cx="2201667" cy="844014"/>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6BA08AB-24D4-2FDE-C928-63153BE4D1C6}"/>
                  </a:ext>
                </a:extLst>
              </p:cNvPr>
              <p:cNvSpPr txBox="1"/>
              <p:nvPr/>
            </p:nvSpPr>
            <p:spPr>
              <a:xfrm>
                <a:off x="135428" y="5034452"/>
                <a:ext cx="1378383"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0.6</m:t>
                          </m:r>
                        </m:e>
                        <m:sup>
                          <m:r>
                            <a:rPr lang="en-GB" sz="2000" b="0" i="1" smtClean="0">
                              <a:latin typeface="Cambria Math" panose="02040503050406030204" pitchFamily="18" charset="0"/>
                            </a:rPr>
                            <m:t>−1</m:t>
                          </m:r>
                        </m:sup>
                      </m:sSup>
                    </m:oMath>
                  </m:oMathPara>
                </a14:m>
                <a:endParaRPr lang="en-GB" sz="2000" dirty="0"/>
              </a:p>
            </p:txBody>
          </p:sp>
        </mc:Choice>
        <mc:Fallback xmlns="">
          <p:sp>
            <p:nvSpPr>
              <p:cNvPr id="24" name="TextBox 23">
                <a:extLst>
                  <a:ext uri="{FF2B5EF4-FFF2-40B4-BE49-F238E27FC236}">
                    <a16:creationId xmlns:a16="http://schemas.microsoft.com/office/drawing/2014/main" id="{D6BA08AB-24D4-2FDE-C928-63153BE4D1C6}"/>
                  </a:ext>
                </a:extLst>
              </p:cNvPr>
              <p:cNvSpPr txBox="1">
                <a:spLocks noRot="1" noChangeAspect="1" noMove="1" noResize="1" noEditPoints="1" noAdjustHandles="1" noChangeArrowheads="1" noChangeShapeType="1" noTextEdit="1"/>
              </p:cNvSpPr>
              <p:nvPr/>
            </p:nvSpPr>
            <p:spPr>
              <a:xfrm>
                <a:off x="135428" y="5034452"/>
                <a:ext cx="1378383" cy="400110"/>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B98D2E2-E209-E5AC-C7F1-0FCE7EC120C1}"/>
                  </a:ext>
                </a:extLst>
              </p:cNvPr>
              <p:cNvSpPr txBox="1"/>
              <p:nvPr/>
            </p:nvSpPr>
            <p:spPr>
              <a:xfrm>
                <a:off x="4876098" y="4029398"/>
                <a:ext cx="3585411" cy="196329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0.35</m:t>
                          </m:r>
                        </m:e>
                        <m:sup>
                          <m:r>
                            <a:rPr lang="en-GB" sz="2000" b="0" i="1" smtClean="0">
                              <a:latin typeface="Cambria Math" panose="02040503050406030204" pitchFamily="18" charset="0"/>
                            </a:rPr>
                            <m:t>−1</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35</m:t>
                                  </m:r>
                                </m:num>
                                <m:den>
                                  <m:r>
                                    <a:rPr lang="en-GB" sz="2000" b="0" i="1" smtClean="0">
                                      <a:latin typeface="Cambria Math" panose="02040503050406030204" pitchFamily="18" charset="0"/>
                                    </a:rPr>
                                    <m:t>100</m:t>
                                  </m:r>
                                </m:den>
                              </m:f>
                            </m:e>
                          </m:d>
                        </m:e>
                        <m:sup>
                          <m:r>
                            <a:rPr lang="en-GB" sz="2000" b="0" i="1" smtClean="0">
                              <a:latin typeface="Cambria Math" panose="02040503050406030204" pitchFamily="18" charset="0"/>
                            </a:rPr>
                            <m:t>−1</m:t>
                          </m:r>
                        </m:sup>
                      </m:sSup>
                    </m:oMath>
                  </m:oMathPara>
                </a14:m>
                <a:endParaRPr lang="en-GB" sz="2000"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7</m:t>
                                  </m:r>
                                </m:num>
                                <m:den>
                                  <m:r>
                                    <a:rPr lang="en-GB" sz="2000" b="0" i="1" smtClean="0">
                                      <a:latin typeface="Cambria Math" panose="02040503050406030204" pitchFamily="18" charset="0"/>
                                    </a:rPr>
                                    <m:t>20</m:t>
                                  </m:r>
                                </m:den>
                              </m:f>
                            </m:e>
                          </m:d>
                        </m:e>
                        <m:sup>
                          <m:r>
                            <a:rPr lang="en-GB" sz="2000" b="0" i="1" smtClean="0">
                              <a:latin typeface="Cambria Math" panose="02040503050406030204" pitchFamily="18" charset="0"/>
                            </a:rPr>
                            <m:t>−1</m:t>
                          </m:r>
                        </m:sup>
                      </m:sSup>
                    </m:oMath>
                  </m:oMathPara>
                </a14:m>
                <a:endParaRPr lang="en-GB" sz="2000"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20</m:t>
                          </m:r>
                        </m:num>
                        <m:den>
                          <m:r>
                            <a:rPr lang="en-GB" sz="2000" b="0" i="1" smtClean="0">
                              <a:latin typeface="Cambria Math" panose="02040503050406030204" pitchFamily="18" charset="0"/>
                            </a:rPr>
                            <m:t>7</m:t>
                          </m:r>
                        </m:den>
                      </m:f>
                      <m:r>
                        <a:rPr lang="en-GB" sz="2000" b="0" i="1" smtClean="0">
                          <a:latin typeface="Cambria Math" panose="02040503050406030204" pitchFamily="18" charset="0"/>
                        </a:rPr>
                        <m:t>=</m:t>
                      </m:r>
                      <m:r>
                        <a:rPr lang="en-US" sz="2000" b="0" i="1" smtClean="0">
                          <a:latin typeface="Cambria Math" panose="02040503050406030204" pitchFamily="18" charset="0"/>
                        </a:rPr>
                        <m:t>2</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6</m:t>
                          </m:r>
                        </m:num>
                        <m:den>
                          <m:r>
                            <a:rPr lang="en-GB" sz="2000" b="0" i="1" smtClean="0">
                              <a:latin typeface="Cambria Math" panose="02040503050406030204" pitchFamily="18" charset="0"/>
                            </a:rPr>
                            <m:t>7</m:t>
                          </m:r>
                        </m:den>
                      </m:f>
                    </m:oMath>
                  </m:oMathPara>
                </a14:m>
                <a:endParaRPr lang="en-GB" sz="2000" dirty="0"/>
              </a:p>
            </p:txBody>
          </p:sp>
        </mc:Choice>
        <mc:Fallback xmlns="">
          <p:sp>
            <p:nvSpPr>
              <p:cNvPr id="38" name="TextBox 37">
                <a:extLst>
                  <a:ext uri="{FF2B5EF4-FFF2-40B4-BE49-F238E27FC236}">
                    <a16:creationId xmlns:a16="http://schemas.microsoft.com/office/drawing/2014/main" id="{9B98D2E2-E209-E5AC-C7F1-0FCE7EC120C1}"/>
                  </a:ext>
                </a:extLst>
              </p:cNvPr>
              <p:cNvSpPr txBox="1">
                <a:spLocks noRot="1" noChangeAspect="1" noMove="1" noResize="1" noEditPoints="1" noAdjustHandles="1" noChangeArrowheads="1" noChangeShapeType="1" noTextEdit="1"/>
              </p:cNvSpPr>
              <p:nvPr/>
            </p:nvSpPr>
            <p:spPr>
              <a:xfrm>
                <a:off x="4876098" y="4029398"/>
                <a:ext cx="3585411" cy="1963294"/>
              </a:xfrm>
              <a:prstGeom prst="rect">
                <a:avLst/>
              </a:prstGeom>
              <a:blipFill>
                <a:blip r:embed="rId10"/>
                <a:stretch>
                  <a:fillRect b="-1290"/>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00E04497-1D7B-668A-EDD8-D43154ABD0C4}"/>
              </a:ext>
            </a:extLst>
          </p:cNvPr>
          <p:cNvSpPr/>
          <p:nvPr/>
        </p:nvSpPr>
        <p:spPr>
          <a:xfrm>
            <a:off x="4739558" y="3982272"/>
            <a:ext cx="4235885" cy="210435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6810593-6894-C363-C777-C1019A687367}"/>
                  </a:ext>
                </a:extLst>
              </p:cNvPr>
              <p:cNvSpPr txBox="1"/>
              <p:nvPr/>
            </p:nvSpPr>
            <p:spPr>
              <a:xfrm>
                <a:off x="664846" y="1545610"/>
                <a:ext cx="3169514" cy="79175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This means the reciprocal of </a:t>
                </a:r>
                <a14:m>
                  <m:oMath xmlns:m="http://schemas.openxmlformats.org/officeDocument/2006/math">
                    <m:f>
                      <m:fPr>
                        <m:ctrlPr>
                          <a:rPr lang="en-GB" sz="1600" b="0" i="1" dirty="0" smtClean="0">
                            <a:latin typeface="Cambria Math" panose="02040503050406030204" pitchFamily="18" charset="0"/>
                          </a:rPr>
                        </m:ctrlPr>
                      </m:fPr>
                      <m:num>
                        <m:r>
                          <a:rPr lang="en-GB" sz="1600" b="0" i="1" dirty="0" smtClean="0">
                            <a:latin typeface="Cambria Math" panose="02040503050406030204" pitchFamily="18" charset="0"/>
                          </a:rPr>
                          <m:t>2</m:t>
                        </m:r>
                      </m:num>
                      <m:den>
                        <m:r>
                          <a:rPr lang="en-GB" sz="1600" b="0" i="1" dirty="0" smtClean="0">
                            <a:latin typeface="Cambria Math" panose="02040503050406030204" pitchFamily="18" charset="0"/>
                          </a:rPr>
                          <m:t>5</m:t>
                        </m:r>
                      </m:den>
                    </m:f>
                  </m:oMath>
                </a14:m>
                <a:endParaRPr lang="en-GB" sz="1600" dirty="0"/>
              </a:p>
              <a:p>
                <a:pPr algn="ctr"/>
                <a:r>
                  <a:rPr lang="en-GB" sz="1600" dirty="0"/>
                  <a:t>i.e. </a:t>
                </a:r>
                <a14:m>
                  <m:oMath xmlns:m="http://schemas.openxmlformats.org/officeDocument/2006/math">
                    <m:f>
                      <m:fPr>
                        <m:ctrlPr>
                          <a:rPr lang="en-GB" sz="1600" b="0" i="1" dirty="0" smtClean="0">
                            <a:latin typeface="Cambria Math" panose="02040503050406030204" pitchFamily="18" charset="0"/>
                          </a:rPr>
                        </m:ctrlPr>
                      </m:fPr>
                      <m:num>
                        <m:r>
                          <a:rPr lang="en-GB" sz="1600" dirty="0">
                            <a:latin typeface="Cambria Math" panose="02040503050406030204" pitchFamily="18" charset="0"/>
                          </a:rPr>
                          <m:t>2</m:t>
                        </m:r>
                      </m:num>
                      <m:den>
                        <m:r>
                          <a:rPr lang="en-GB" sz="1600" b="0" i="0" dirty="0" smtClean="0">
                            <a:latin typeface="Cambria Math" panose="02040503050406030204" pitchFamily="18" charset="0"/>
                          </a:rPr>
                          <m:t>5</m:t>
                        </m:r>
                      </m:den>
                    </m:f>
                    <m:r>
                      <a:rPr lang="en-GB" sz="1600" i="1">
                        <a:latin typeface="Cambria Math" panose="02040503050406030204" pitchFamily="18" charset="0"/>
                      </a:rPr>
                      <m:t>×</m:t>
                    </m:r>
                    <m:borderBox>
                      <m:borderBoxPr>
                        <m:ctrlPr>
                          <a:rPr lang="en-GB" sz="1600" i="1">
                            <a:latin typeface="Cambria Math" panose="02040503050406030204" pitchFamily="18" charset="0"/>
                          </a:rPr>
                        </m:ctrlPr>
                      </m:borderBoxPr>
                      <m:e/>
                    </m:borderBox>
                    <m:r>
                      <a:rPr lang="en-GB" sz="1600" i="1">
                        <a:latin typeface="Cambria Math" panose="02040503050406030204" pitchFamily="18" charset="0"/>
                      </a:rPr>
                      <m:t>=1</m:t>
                    </m:r>
                  </m:oMath>
                </a14:m>
                <a:endParaRPr lang="en-GB" sz="1600" dirty="0"/>
              </a:p>
            </p:txBody>
          </p:sp>
        </mc:Choice>
        <mc:Fallback xmlns="">
          <p:sp>
            <p:nvSpPr>
              <p:cNvPr id="2" name="TextBox 1">
                <a:extLst>
                  <a:ext uri="{FF2B5EF4-FFF2-40B4-BE49-F238E27FC236}">
                    <a16:creationId xmlns:a16="http://schemas.microsoft.com/office/drawing/2014/main" id="{C6810593-6894-C363-C777-C1019A687367}"/>
                  </a:ext>
                </a:extLst>
              </p:cNvPr>
              <p:cNvSpPr txBox="1">
                <a:spLocks noRot="1" noChangeAspect="1" noMove="1" noResize="1" noEditPoints="1" noAdjustHandles="1" noChangeArrowheads="1" noChangeShapeType="1" noTextEdit="1"/>
              </p:cNvSpPr>
              <p:nvPr/>
            </p:nvSpPr>
            <p:spPr>
              <a:xfrm>
                <a:off x="664846" y="1545610"/>
                <a:ext cx="3169514" cy="791755"/>
              </a:xfrm>
              <a:prstGeom prst="rect">
                <a:avLst/>
              </a:prstGeom>
              <a:blipFill>
                <a:blip r:embed="rId11"/>
                <a:stretch>
                  <a:fillRect b="-75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7ED51A7-FEDF-684F-7340-629A6095BD32}"/>
                  </a:ext>
                </a:extLst>
              </p:cNvPr>
              <p:cNvSpPr txBox="1"/>
              <p:nvPr/>
            </p:nvSpPr>
            <p:spPr>
              <a:xfrm>
                <a:off x="566715" y="4256305"/>
                <a:ext cx="3439563" cy="3385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This means the reciprocal of </a:t>
                </a:r>
                <a14:m>
                  <m:oMath xmlns:m="http://schemas.openxmlformats.org/officeDocument/2006/math">
                    <m:r>
                      <a:rPr lang="en-GB" sz="1600" b="0" i="1" dirty="0" smtClean="0">
                        <a:latin typeface="Cambria Math" panose="02040503050406030204" pitchFamily="18" charset="0"/>
                      </a:rPr>
                      <m:t>0.6</m:t>
                    </m:r>
                  </m:oMath>
                </a14:m>
                <a:endParaRPr lang="en-GB" sz="1600" b="0" dirty="0"/>
              </a:p>
            </p:txBody>
          </p:sp>
        </mc:Choice>
        <mc:Fallback xmlns="">
          <p:sp>
            <p:nvSpPr>
              <p:cNvPr id="7" name="TextBox 6">
                <a:extLst>
                  <a:ext uri="{FF2B5EF4-FFF2-40B4-BE49-F238E27FC236}">
                    <a16:creationId xmlns:a16="http://schemas.microsoft.com/office/drawing/2014/main" id="{57ED51A7-FEDF-684F-7340-629A6095BD32}"/>
                  </a:ext>
                </a:extLst>
              </p:cNvPr>
              <p:cNvSpPr txBox="1">
                <a:spLocks noRot="1" noChangeAspect="1" noMove="1" noResize="1" noEditPoints="1" noAdjustHandles="1" noChangeArrowheads="1" noChangeShapeType="1" noTextEdit="1"/>
              </p:cNvSpPr>
              <p:nvPr/>
            </p:nvSpPr>
            <p:spPr>
              <a:xfrm>
                <a:off x="566715" y="4256305"/>
                <a:ext cx="3439563" cy="338554"/>
              </a:xfrm>
              <a:prstGeom prst="rect">
                <a:avLst/>
              </a:prstGeom>
              <a:blipFill>
                <a:blip r:embed="rId12"/>
                <a:stretch>
                  <a:fillRect t="-3333" b="-1500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70F5E19-A471-0458-1DE4-65EAE481A132}"/>
                  </a:ext>
                </a:extLst>
              </p:cNvPr>
              <p:cNvSpPr txBox="1"/>
              <p:nvPr/>
            </p:nvSpPr>
            <p:spPr>
              <a:xfrm>
                <a:off x="2384626" y="4849558"/>
                <a:ext cx="1999669" cy="128419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But it is probably easier to see this as the reciprocal of </a:t>
                </a:r>
                <a14:m>
                  <m:oMath xmlns:m="http://schemas.openxmlformats.org/officeDocument/2006/math">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3</m:t>
                        </m:r>
                      </m:num>
                      <m:den>
                        <m:r>
                          <a:rPr lang="en-GB" sz="1600" b="0" i="1" smtClean="0">
                            <a:latin typeface="Cambria Math" panose="02040503050406030204" pitchFamily="18" charset="0"/>
                          </a:rPr>
                          <m:t>5</m:t>
                        </m:r>
                      </m:den>
                    </m:f>
                  </m:oMath>
                </a14:m>
                <a:endParaRPr lang="en-GB" sz="1600" dirty="0"/>
              </a:p>
              <a:p>
                <a:pPr algn="ctr"/>
                <a:r>
                  <a:rPr lang="en-GB" sz="1600" dirty="0"/>
                  <a:t>i.e. </a:t>
                </a:r>
                <a14:m>
                  <m:oMath xmlns:m="http://schemas.openxmlformats.org/officeDocument/2006/math">
                    <m:f>
                      <m:fPr>
                        <m:ctrlPr>
                          <a:rPr lang="en-GB" sz="1600" b="0" i="1" dirty="0" smtClean="0">
                            <a:latin typeface="Cambria Math" panose="02040503050406030204" pitchFamily="18" charset="0"/>
                          </a:rPr>
                        </m:ctrlPr>
                      </m:fPr>
                      <m:num>
                        <m:r>
                          <a:rPr lang="en-GB" sz="1600" dirty="0">
                            <a:latin typeface="Cambria Math" panose="02040503050406030204" pitchFamily="18" charset="0"/>
                          </a:rPr>
                          <m:t>2</m:t>
                        </m:r>
                      </m:num>
                      <m:den>
                        <m:r>
                          <a:rPr lang="en-GB" sz="1600" b="0" i="0" dirty="0" smtClean="0">
                            <a:latin typeface="Cambria Math" panose="02040503050406030204" pitchFamily="18" charset="0"/>
                          </a:rPr>
                          <m:t>5</m:t>
                        </m:r>
                      </m:den>
                    </m:f>
                    <m:r>
                      <a:rPr lang="en-GB" sz="1600" i="1">
                        <a:latin typeface="Cambria Math" panose="02040503050406030204" pitchFamily="18" charset="0"/>
                      </a:rPr>
                      <m:t>×</m:t>
                    </m:r>
                    <m:borderBox>
                      <m:borderBoxPr>
                        <m:ctrlPr>
                          <a:rPr lang="en-GB" sz="1600" i="1">
                            <a:latin typeface="Cambria Math" panose="02040503050406030204" pitchFamily="18" charset="0"/>
                          </a:rPr>
                        </m:ctrlPr>
                      </m:borderBoxPr>
                      <m:e/>
                    </m:borderBox>
                    <m:r>
                      <a:rPr lang="en-GB" sz="1600" i="1">
                        <a:latin typeface="Cambria Math" panose="02040503050406030204" pitchFamily="18" charset="0"/>
                      </a:rPr>
                      <m:t>=1</m:t>
                    </m:r>
                  </m:oMath>
                </a14:m>
                <a:endParaRPr lang="en-GB" sz="1600" dirty="0"/>
              </a:p>
            </p:txBody>
          </p:sp>
        </mc:Choice>
        <mc:Fallback xmlns="">
          <p:sp>
            <p:nvSpPr>
              <p:cNvPr id="8" name="TextBox 7">
                <a:extLst>
                  <a:ext uri="{FF2B5EF4-FFF2-40B4-BE49-F238E27FC236}">
                    <a16:creationId xmlns:a16="http://schemas.microsoft.com/office/drawing/2014/main" id="{070F5E19-A471-0458-1DE4-65EAE481A132}"/>
                  </a:ext>
                </a:extLst>
              </p:cNvPr>
              <p:cNvSpPr txBox="1">
                <a:spLocks noRot="1" noChangeAspect="1" noMove="1" noResize="1" noEditPoints="1" noAdjustHandles="1" noChangeArrowheads="1" noChangeShapeType="1" noTextEdit="1"/>
              </p:cNvSpPr>
              <p:nvPr/>
            </p:nvSpPr>
            <p:spPr>
              <a:xfrm>
                <a:off x="2384626" y="4849558"/>
                <a:ext cx="1999669" cy="1284198"/>
              </a:xfrm>
              <a:prstGeom prst="rect">
                <a:avLst/>
              </a:prstGeom>
              <a:blipFill>
                <a:blip r:embed="rId13"/>
                <a:stretch>
                  <a:fillRect l="-904" t="-935" r="-421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A2DBE5A-47D4-E294-D4D6-5CB82B0AD6F4}"/>
                  </a:ext>
                </a:extLst>
              </p:cNvPr>
              <p:cNvSpPr txBox="1"/>
              <p:nvPr/>
            </p:nvSpPr>
            <p:spPr>
              <a:xfrm>
                <a:off x="1131129" y="4850107"/>
                <a:ext cx="1253497" cy="768800"/>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r>
                        <a:rPr lang="en-GB" sz="1800" b="0" i="1" smtClean="0">
                          <a:latin typeface="Cambria Math" panose="02040503050406030204" pitchFamily="18" charset="0"/>
                        </a:rPr>
                        <m:t>=</m:t>
                      </m:r>
                      <m:sSup>
                        <m:sSupPr>
                          <m:ctrlPr>
                            <a:rPr lang="en-GB" sz="1800" b="0" i="1" smtClean="0">
                              <a:latin typeface="Cambria Math" panose="02040503050406030204" pitchFamily="18" charset="0"/>
                            </a:rPr>
                          </m:ctrlPr>
                        </m:sSupPr>
                        <m:e>
                          <m:d>
                            <m:dPr>
                              <m:ctrlPr>
                                <a:rPr lang="en-GB" sz="1800" b="0" i="1" smtClean="0">
                                  <a:latin typeface="Cambria Math" panose="02040503050406030204" pitchFamily="18" charset="0"/>
                                </a:rPr>
                              </m:ctrlPr>
                            </m:dPr>
                            <m:e>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3</m:t>
                                  </m:r>
                                </m:num>
                                <m:den>
                                  <m:r>
                                    <a:rPr lang="en-GB" sz="1800" b="0" i="1" smtClean="0">
                                      <a:latin typeface="Cambria Math" panose="02040503050406030204" pitchFamily="18" charset="0"/>
                                    </a:rPr>
                                    <m:t>5</m:t>
                                  </m:r>
                                </m:den>
                              </m:f>
                            </m:e>
                          </m:d>
                        </m:e>
                        <m:sup>
                          <m:r>
                            <a:rPr lang="en-GB" sz="1800" b="0" i="1" smtClean="0">
                              <a:latin typeface="Cambria Math" panose="02040503050406030204" pitchFamily="18" charset="0"/>
                            </a:rPr>
                            <m:t>−1</m:t>
                          </m:r>
                        </m:sup>
                      </m:sSup>
                    </m:oMath>
                  </m:oMathPara>
                </a14:m>
                <a:endParaRPr lang="en-GB" sz="1800" b="0" i="1" dirty="0">
                  <a:latin typeface="Cambria Math" panose="02040503050406030204" pitchFamily="18" charset="0"/>
                </a:endParaRPr>
              </a:p>
            </p:txBody>
          </p:sp>
        </mc:Choice>
        <mc:Fallback xmlns="">
          <p:sp>
            <p:nvSpPr>
              <p:cNvPr id="15" name="TextBox 14">
                <a:extLst>
                  <a:ext uri="{FF2B5EF4-FFF2-40B4-BE49-F238E27FC236}">
                    <a16:creationId xmlns:a16="http://schemas.microsoft.com/office/drawing/2014/main" id="{0A2DBE5A-47D4-E294-D4D6-5CB82B0AD6F4}"/>
                  </a:ext>
                </a:extLst>
              </p:cNvPr>
              <p:cNvSpPr txBox="1">
                <a:spLocks noRot="1" noChangeAspect="1" noMove="1" noResize="1" noEditPoints="1" noAdjustHandles="1" noChangeArrowheads="1" noChangeShapeType="1" noTextEdit="1"/>
              </p:cNvSpPr>
              <p:nvPr/>
            </p:nvSpPr>
            <p:spPr>
              <a:xfrm>
                <a:off x="1131129" y="4850107"/>
                <a:ext cx="1253497" cy="768800"/>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8107A3A-9432-3FEC-242D-3B4EBE0FE5D5}"/>
                  </a:ext>
                </a:extLst>
              </p:cNvPr>
              <p:cNvSpPr txBox="1"/>
              <p:nvPr/>
            </p:nvSpPr>
            <p:spPr>
              <a:xfrm>
                <a:off x="1131129" y="5722206"/>
                <a:ext cx="761694" cy="618311"/>
              </a:xfrm>
              <a:prstGeom prst="rect">
                <a:avLst/>
              </a:prstGeom>
              <a:noFill/>
            </p:spPr>
            <p:txBody>
              <a:bodyPr wrap="square">
                <a:spAutoFit/>
              </a:bodyPr>
              <a:lstStyle/>
              <a:p>
                <a:pPr algn="ctr"/>
                <a14:m>
                  <m:oMathPara xmlns:m="http://schemas.openxmlformats.org/officeDocument/2006/math">
                    <m:oMathParaPr>
                      <m:jc m:val="left"/>
                    </m:oMathParaPr>
                    <m:oMath xmlns:m="http://schemas.openxmlformats.org/officeDocument/2006/math">
                      <m:r>
                        <a:rPr lang="en-GB" sz="1800" b="0" i="1" smtClean="0">
                          <a:latin typeface="Cambria Math" panose="02040503050406030204" pitchFamily="18" charset="0"/>
                        </a:rPr>
                        <m:t>=</m:t>
                      </m:r>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5</m:t>
                          </m:r>
                        </m:num>
                        <m:den>
                          <m:r>
                            <a:rPr lang="en-GB" sz="1800" b="0" i="1" smtClean="0">
                              <a:latin typeface="Cambria Math" panose="02040503050406030204" pitchFamily="18" charset="0"/>
                            </a:rPr>
                            <m:t>3</m:t>
                          </m:r>
                        </m:den>
                      </m:f>
                    </m:oMath>
                  </m:oMathPara>
                </a14:m>
                <a:endParaRPr lang="en-GB" sz="1800" dirty="0"/>
              </a:p>
            </p:txBody>
          </p:sp>
        </mc:Choice>
        <mc:Fallback xmlns="">
          <p:sp>
            <p:nvSpPr>
              <p:cNvPr id="19" name="TextBox 18">
                <a:extLst>
                  <a:ext uri="{FF2B5EF4-FFF2-40B4-BE49-F238E27FC236}">
                    <a16:creationId xmlns:a16="http://schemas.microsoft.com/office/drawing/2014/main" id="{C8107A3A-9432-3FEC-242D-3B4EBE0FE5D5}"/>
                  </a:ext>
                </a:extLst>
              </p:cNvPr>
              <p:cNvSpPr txBox="1">
                <a:spLocks noRot="1" noChangeAspect="1" noMove="1" noResize="1" noEditPoints="1" noAdjustHandles="1" noChangeArrowheads="1" noChangeShapeType="1" noTextEdit="1"/>
              </p:cNvSpPr>
              <p:nvPr/>
            </p:nvSpPr>
            <p:spPr>
              <a:xfrm>
                <a:off x="1131129" y="5722206"/>
                <a:ext cx="761694" cy="618311"/>
              </a:xfrm>
              <a:prstGeom prst="rect">
                <a:avLst/>
              </a:prstGeom>
              <a:blipFill>
                <a:blip r:embed="rId1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409525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1"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5" restart="whenNotActive" fill="hold" evtFilter="cancelBubble" nodeType="interactiveSeq">
                <p:stCondLst>
                  <p:cond evt="onClick" delay="0">
                    <p:tgtEl>
                      <p:spTgt spid="39"/>
                    </p:tgtEl>
                  </p:cond>
                </p:stCondLst>
                <p:endSync evt="end" delay="0">
                  <p:rtn val="all"/>
                </p:endSync>
                <p:childTnLst>
                  <p:par>
                    <p:cTn id="46" fill="hold">
                      <p:stCondLst>
                        <p:cond delay="0"/>
                      </p:stCondLst>
                      <p:childTnLst>
                        <p:par>
                          <p:cTn id="47" fill="hold">
                            <p:stCondLst>
                              <p:cond delay="0"/>
                            </p:stCondLst>
                            <p:childTnLst>
                              <p:par>
                                <p:cTn id="48" presetID="1" presetClass="exit" presetSubtype="0" fill="hold" grpId="0" nodeType="clickEffect">
                                  <p:stCondLst>
                                    <p:cond delay="0"/>
                                  </p:stCondLst>
                                  <p:childTnLst>
                                    <p:set>
                                      <p:cBhvr>
                                        <p:cTn id="49" dur="1" fill="hold">
                                          <p:stCondLst>
                                            <p:cond delay="0"/>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50" restart="whenNotActive" fill="hold" evtFilter="cancelBubble" nodeType="interactiveSeq">
                <p:stCondLst>
                  <p:cond evt="onClick" delay="0">
                    <p:tgtEl>
                      <p:spTgt spid="40"/>
                    </p:tgtEl>
                  </p:cond>
                </p:stCondLst>
                <p:endSync evt="end" delay="0">
                  <p:rtn val="all"/>
                </p:endSync>
                <p:childTnLst>
                  <p:par>
                    <p:cTn id="51" fill="hold">
                      <p:stCondLst>
                        <p:cond delay="0"/>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4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childTnLst>
        </p:cTn>
      </p:par>
    </p:tnLst>
    <p:bldLst>
      <p:bldP spid="37" grpId="0"/>
      <p:bldP spid="39" grpId="0" animBg="1"/>
      <p:bldP spid="39" grpId="1" animBg="1"/>
      <p:bldP spid="6" grpId="0" animBg="1"/>
      <p:bldP spid="9" grpId="0" animBg="1"/>
      <p:bldP spid="10" grpId="0" animBg="1"/>
      <p:bldP spid="38" grpId="0"/>
      <p:bldP spid="40" grpId="0" animBg="1"/>
      <p:bldP spid="40" grpId="1" animBg="1"/>
      <p:bldP spid="2" grpId="0" animBg="1"/>
      <p:bldP spid="7" grpId="0" animBg="1"/>
      <p:bldP spid="8" grpId="0" animBg="1"/>
      <p:bldP spid="15"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A18FB-B607-B418-86FC-09529385E374}"/>
              </a:ext>
            </a:extLst>
          </p:cNvPr>
          <p:cNvSpPr>
            <a:spLocks noGrp="1"/>
          </p:cNvSpPr>
          <p:nvPr>
            <p:ph type="title"/>
          </p:nvPr>
        </p:nvSpPr>
        <p:spPr/>
        <p:txBody>
          <a:bodyPr/>
          <a:lstStyle/>
          <a:p>
            <a:r>
              <a:rPr lang="en-GB" dirty="0"/>
              <a:t>Quickfire Questions </a:t>
            </a:r>
          </a:p>
        </p:txBody>
      </p:sp>
      <p:cxnSp>
        <p:nvCxnSpPr>
          <p:cNvPr id="4" name="Straight Connector 3">
            <a:extLst>
              <a:ext uri="{FF2B5EF4-FFF2-40B4-BE49-F238E27FC236}">
                <a16:creationId xmlns:a16="http://schemas.microsoft.com/office/drawing/2014/main" id="{2F4E56FD-0C86-3E77-F53C-778BB374B123}"/>
              </a:ext>
            </a:extLst>
          </p:cNvPr>
          <p:cNvCxnSpPr>
            <a:cxnSpLocks/>
          </p:cNvCxnSpPr>
          <p:nvPr/>
        </p:nvCxnSpPr>
        <p:spPr>
          <a:xfrm>
            <a:off x="4572000" y="670384"/>
            <a:ext cx="0" cy="6287008"/>
          </a:xfrm>
          <a:prstGeom prst="line">
            <a:avLst/>
          </a:prstGeom>
          <a:ln w="3175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73848356-5484-7028-B5ED-15B99573F89A}"/>
              </a:ext>
            </a:extLst>
          </p:cNvPr>
          <p:cNvCxnSpPr>
            <a:cxnSpLocks/>
          </p:cNvCxnSpPr>
          <p:nvPr/>
        </p:nvCxnSpPr>
        <p:spPr>
          <a:xfrm flipH="1">
            <a:off x="0" y="3717032"/>
            <a:ext cx="9144000" cy="0"/>
          </a:xfrm>
          <a:prstGeom prst="line">
            <a:avLst/>
          </a:prstGeom>
          <a:ln w="31750"/>
        </p:spPr>
        <p:style>
          <a:lnRef idx="1">
            <a:schemeClr val="dk1"/>
          </a:lnRef>
          <a:fillRef idx="0">
            <a:schemeClr val="dk1"/>
          </a:fillRef>
          <a:effectRef idx="0">
            <a:schemeClr val="dk1"/>
          </a:effectRef>
          <a:fontRef idx="minor">
            <a:schemeClr val="tx1"/>
          </a:fontRef>
        </p:style>
      </p:cxnSp>
      <p:sp>
        <p:nvSpPr>
          <p:cNvPr id="8" name="Rectangle: Rounded Corners 7">
            <a:extLst>
              <a:ext uri="{FF2B5EF4-FFF2-40B4-BE49-F238E27FC236}">
                <a16:creationId xmlns:a16="http://schemas.microsoft.com/office/drawing/2014/main" id="{623F8937-44C7-CDF9-F9D2-76A085A7A7D9}"/>
              </a:ext>
            </a:extLst>
          </p:cNvPr>
          <p:cNvSpPr/>
          <p:nvPr/>
        </p:nvSpPr>
        <p:spPr>
          <a:xfrm>
            <a:off x="151742" y="71759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a</a:t>
            </a:r>
          </a:p>
        </p:txBody>
      </p:sp>
      <p:sp>
        <p:nvSpPr>
          <p:cNvPr id="9" name="Rectangle: Rounded Corners 8">
            <a:extLst>
              <a:ext uri="{FF2B5EF4-FFF2-40B4-BE49-F238E27FC236}">
                <a16:creationId xmlns:a16="http://schemas.microsoft.com/office/drawing/2014/main" id="{51AEF436-656B-C370-3C4D-5FA2F928D61D}"/>
              </a:ext>
            </a:extLst>
          </p:cNvPr>
          <p:cNvSpPr/>
          <p:nvPr/>
        </p:nvSpPr>
        <p:spPr>
          <a:xfrm>
            <a:off x="4693371" y="71847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b</a:t>
            </a:r>
          </a:p>
        </p:txBody>
      </p:sp>
      <p:sp>
        <p:nvSpPr>
          <p:cNvPr id="10" name="Rectangle: Rounded Corners 9">
            <a:extLst>
              <a:ext uri="{FF2B5EF4-FFF2-40B4-BE49-F238E27FC236}">
                <a16:creationId xmlns:a16="http://schemas.microsoft.com/office/drawing/2014/main" id="{47EA5407-9655-B978-FFDB-9E58B9045CDC}"/>
              </a:ext>
            </a:extLst>
          </p:cNvPr>
          <p:cNvSpPr/>
          <p:nvPr/>
        </p:nvSpPr>
        <p:spPr>
          <a:xfrm>
            <a:off x="151742" y="3914323"/>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c</a:t>
            </a:r>
            <a:endParaRPr lang="en-GB" sz="16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690AAC3-23A1-C923-3F15-603D19D902E2}"/>
                  </a:ext>
                </a:extLst>
              </p:cNvPr>
              <p:cNvSpPr txBox="1"/>
              <p:nvPr/>
            </p:nvSpPr>
            <p:spPr>
              <a:xfrm>
                <a:off x="543910" y="717155"/>
                <a:ext cx="388948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solidFill>
                      <a:schemeClr val="tx1"/>
                    </a:solidFill>
                    <a:cs typeface="Calibri" panose="020F0502020204030204" pitchFamily="34" charset="0"/>
                  </a:rPr>
                  <a:t>What is </a:t>
                </a:r>
                <a14:m>
                  <m:oMath xmlns:m="http://schemas.openxmlformats.org/officeDocument/2006/math">
                    <m:sSup>
                      <m:sSupPr>
                        <m:ctrlPr>
                          <a:rPr lang="en-GB" sz="2000" b="0" i="1" smtClean="0">
                            <a:solidFill>
                              <a:schemeClr val="tx1"/>
                            </a:solidFill>
                            <a:latin typeface="Cambria Math" panose="02040503050406030204" pitchFamily="18" charset="0"/>
                            <a:cs typeface="Calibri" panose="020F0502020204030204" pitchFamily="34" charset="0"/>
                          </a:rPr>
                        </m:ctrlPr>
                      </m:sSupPr>
                      <m:e>
                        <m:r>
                          <a:rPr lang="en-GB" sz="2000" b="0" i="1" smtClean="0">
                            <a:solidFill>
                              <a:schemeClr val="tx1"/>
                            </a:solidFill>
                            <a:latin typeface="Cambria Math" panose="02040503050406030204" pitchFamily="18" charset="0"/>
                            <a:cs typeface="Calibri" panose="020F0502020204030204" pitchFamily="34" charset="0"/>
                          </a:rPr>
                          <m:t>9</m:t>
                        </m:r>
                      </m:e>
                      <m:sup>
                        <m:r>
                          <a:rPr lang="en-GB" sz="2000" b="0" i="1" smtClean="0">
                            <a:solidFill>
                              <a:schemeClr val="tx1"/>
                            </a:solidFill>
                            <a:latin typeface="Cambria Math" panose="02040503050406030204" pitchFamily="18" charset="0"/>
                            <a:cs typeface="Calibri" panose="020F0502020204030204" pitchFamily="34" charset="0"/>
                          </a:rPr>
                          <m:t>−1</m:t>
                        </m:r>
                      </m:sup>
                    </m:sSup>
                  </m:oMath>
                </a14:m>
                <a:r>
                  <a:rPr lang="en-US" sz="2000" dirty="0">
                    <a:solidFill>
                      <a:schemeClr val="tx1"/>
                    </a:solidFill>
                    <a:cs typeface="Calibri" panose="020F0502020204030204" pitchFamily="34" charset="0"/>
                  </a:rPr>
                  <a:t>?</a:t>
                </a:r>
              </a:p>
            </p:txBody>
          </p:sp>
        </mc:Choice>
        <mc:Fallback xmlns="">
          <p:sp>
            <p:nvSpPr>
              <p:cNvPr id="12" name="TextBox 11">
                <a:extLst>
                  <a:ext uri="{FF2B5EF4-FFF2-40B4-BE49-F238E27FC236}">
                    <a16:creationId xmlns:a16="http://schemas.microsoft.com/office/drawing/2014/main" id="{5690AAC3-23A1-C923-3F15-603D19D902E2}"/>
                  </a:ext>
                </a:extLst>
              </p:cNvPr>
              <p:cNvSpPr txBox="1">
                <a:spLocks noRot="1" noChangeAspect="1" noMove="1" noResize="1" noEditPoints="1" noAdjustHandles="1" noChangeArrowheads="1" noChangeShapeType="1" noTextEdit="1"/>
              </p:cNvSpPr>
              <p:nvPr/>
            </p:nvSpPr>
            <p:spPr>
              <a:xfrm>
                <a:off x="543910" y="717155"/>
                <a:ext cx="3889486" cy="400110"/>
              </a:xfrm>
              <a:prstGeom prst="rect">
                <a:avLst/>
              </a:prstGeom>
              <a:blipFill>
                <a:blip r:embed="rId3"/>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3" name="Rectangle: Rounded Corners 12">
            <a:extLst>
              <a:ext uri="{FF2B5EF4-FFF2-40B4-BE49-F238E27FC236}">
                <a16:creationId xmlns:a16="http://schemas.microsoft.com/office/drawing/2014/main" id="{8C8DAA98-A5CB-399E-EB1D-AA5C4AED68CD}"/>
              </a:ext>
            </a:extLst>
          </p:cNvPr>
          <p:cNvSpPr/>
          <p:nvPr/>
        </p:nvSpPr>
        <p:spPr>
          <a:xfrm>
            <a:off x="4693371" y="3914323"/>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d</a:t>
            </a:r>
            <a:endParaRPr lang="en-GB" sz="16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4CBF3D0-C829-C996-40E2-D2EC4DEEB149}"/>
                  </a:ext>
                </a:extLst>
              </p:cNvPr>
              <p:cNvSpPr txBox="1"/>
              <p:nvPr/>
            </p:nvSpPr>
            <p:spPr>
              <a:xfrm>
                <a:off x="5089666" y="727269"/>
                <a:ext cx="3888000"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State the value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(−10)</m:t>
                        </m:r>
                      </m:e>
                      <m:sup>
                        <m:r>
                          <a:rPr lang="en-GB" b="0" i="1" smtClean="0">
                            <a:latin typeface="Cambria Math" panose="02040503050406030204" pitchFamily="18" charset="0"/>
                          </a:rPr>
                          <m:t>−1</m:t>
                        </m:r>
                      </m:sup>
                    </m:sSup>
                  </m:oMath>
                </a14:m>
                <a:endParaRPr lang="en-US" dirty="0"/>
              </a:p>
            </p:txBody>
          </p:sp>
        </mc:Choice>
        <mc:Fallback xmlns="">
          <p:sp>
            <p:nvSpPr>
              <p:cNvPr id="15" name="TextBox 14">
                <a:extLst>
                  <a:ext uri="{FF2B5EF4-FFF2-40B4-BE49-F238E27FC236}">
                    <a16:creationId xmlns:a16="http://schemas.microsoft.com/office/drawing/2014/main" id="{44CBF3D0-C829-C996-40E2-D2EC4DEEB149}"/>
                  </a:ext>
                </a:extLst>
              </p:cNvPr>
              <p:cNvSpPr txBox="1">
                <a:spLocks noRot="1" noChangeAspect="1" noMove="1" noResize="1" noEditPoints="1" noAdjustHandles="1" noChangeArrowheads="1" noChangeShapeType="1" noTextEdit="1"/>
              </p:cNvSpPr>
              <p:nvPr/>
            </p:nvSpPr>
            <p:spPr>
              <a:xfrm>
                <a:off x="5089666" y="727269"/>
                <a:ext cx="3888000" cy="400110"/>
              </a:xfrm>
              <a:prstGeom prst="rect">
                <a:avLst/>
              </a:prstGeom>
              <a:blipFill>
                <a:blip r:embed="rId4"/>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DD0567A-6EFC-F9B2-C5F8-3E815AB5FB41}"/>
                  </a:ext>
                </a:extLst>
              </p:cNvPr>
              <p:cNvSpPr txBox="1"/>
              <p:nvPr/>
            </p:nvSpPr>
            <p:spPr>
              <a:xfrm>
                <a:off x="561144" y="3888405"/>
                <a:ext cx="3888000" cy="613117"/>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cs typeface="Calibri" panose="020F0502020204030204" pitchFamily="34" charset="0"/>
                  </a:rPr>
                  <a:t>What is </a:t>
                </a:r>
                <a14:m>
                  <m:oMath xmlns:m="http://schemas.openxmlformats.org/officeDocument/2006/math">
                    <m:sSup>
                      <m:sSupPr>
                        <m:ctrlPr>
                          <a:rPr lang="en-GB" sz="2000" b="0" i="1" smtClean="0">
                            <a:latin typeface="Cambria Math" panose="02040503050406030204" pitchFamily="18" charset="0"/>
                            <a:cs typeface="Calibri" panose="020F0502020204030204" pitchFamily="34" charset="0"/>
                          </a:rPr>
                        </m:ctrlPr>
                      </m:sSupPr>
                      <m:e>
                        <m:d>
                          <m:dPr>
                            <m:ctrlPr>
                              <a:rPr lang="en-GB" sz="2000" b="0" i="1" smtClean="0">
                                <a:latin typeface="Cambria Math" panose="02040503050406030204" pitchFamily="18" charset="0"/>
                                <a:cs typeface="Calibri" panose="020F0502020204030204" pitchFamily="34" charset="0"/>
                              </a:rPr>
                            </m:ctrlPr>
                          </m:dPr>
                          <m:e>
                            <m:f>
                              <m:fPr>
                                <m:ctrlPr>
                                  <a:rPr lang="en-GB" sz="2000" b="0" i="1" smtClean="0">
                                    <a:latin typeface="Cambria Math" panose="02040503050406030204" pitchFamily="18" charset="0"/>
                                    <a:cs typeface="Calibri" panose="020F0502020204030204" pitchFamily="34" charset="0"/>
                                  </a:rPr>
                                </m:ctrlPr>
                              </m:fPr>
                              <m:num>
                                <m:r>
                                  <a:rPr lang="en-GB" sz="2000" b="0" i="0" smtClean="0">
                                    <a:latin typeface="Cambria Math" panose="02040503050406030204" pitchFamily="18" charset="0"/>
                                    <a:cs typeface="Calibri" panose="020F0502020204030204" pitchFamily="34" charset="0"/>
                                  </a:rPr>
                                  <m:t>2</m:t>
                                </m:r>
                              </m:num>
                              <m:den>
                                <m:r>
                                  <a:rPr lang="en-GB" sz="2000" b="0" i="1" smtClean="0">
                                    <a:latin typeface="Cambria Math" panose="02040503050406030204" pitchFamily="18" charset="0"/>
                                    <a:cs typeface="Calibri" panose="020F0502020204030204" pitchFamily="34" charset="0"/>
                                  </a:rPr>
                                  <m:t>3</m:t>
                                </m:r>
                              </m:den>
                            </m:f>
                          </m:e>
                        </m:d>
                      </m:e>
                      <m:sup>
                        <m:r>
                          <a:rPr lang="en-GB" sz="2000" b="0" i="0" smtClean="0">
                            <a:latin typeface="Cambria Math" panose="02040503050406030204" pitchFamily="18" charset="0"/>
                            <a:cs typeface="Calibri" panose="020F0502020204030204" pitchFamily="34" charset="0"/>
                          </a:rPr>
                          <m:t>−1</m:t>
                        </m:r>
                      </m:sup>
                    </m:sSup>
                    <m:r>
                      <a:rPr lang="en-GB" sz="2000" b="0" i="1" smtClean="0">
                        <a:latin typeface="Cambria Math" panose="02040503050406030204" pitchFamily="18" charset="0"/>
                        <a:cs typeface="Calibri" panose="020F0502020204030204" pitchFamily="34" charset="0"/>
                      </a:rPr>
                      <m:t> </m:t>
                    </m:r>
                  </m:oMath>
                </a14:m>
                <a:r>
                  <a:rPr lang="en-US" sz="2000" dirty="0">
                    <a:cs typeface="Calibri" panose="020F0502020204030204" pitchFamily="34" charset="0"/>
                  </a:rPr>
                  <a:t>?</a:t>
                </a:r>
              </a:p>
            </p:txBody>
          </p:sp>
        </mc:Choice>
        <mc:Fallback xmlns="">
          <p:sp>
            <p:nvSpPr>
              <p:cNvPr id="17" name="TextBox 16">
                <a:extLst>
                  <a:ext uri="{FF2B5EF4-FFF2-40B4-BE49-F238E27FC236}">
                    <a16:creationId xmlns:a16="http://schemas.microsoft.com/office/drawing/2014/main" id="{DDD0567A-6EFC-F9B2-C5F8-3E815AB5FB41}"/>
                  </a:ext>
                </a:extLst>
              </p:cNvPr>
              <p:cNvSpPr txBox="1">
                <a:spLocks noRot="1" noChangeAspect="1" noMove="1" noResize="1" noEditPoints="1" noAdjustHandles="1" noChangeArrowheads="1" noChangeShapeType="1" noTextEdit="1"/>
              </p:cNvSpPr>
              <p:nvPr/>
            </p:nvSpPr>
            <p:spPr>
              <a:xfrm>
                <a:off x="561144" y="3888405"/>
                <a:ext cx="3888000" cy="613117"/>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9EF0758-5B05-B8F3-E9FF-E4A017322A68}"/>
                  </a:ext>
                </a:extLst>
              </p:cNvPr>
              <p:cNvSpPr txBox="1"/>
              <p:nvPr/>
            </p:nvSpPr>
            <p:spPr>
              <a:xfrm>
                <a:off x="5148495" y="3844377"/>
                <a:ext cx="3888000"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cs typeface="Calibri" panose="020F0502020204030204" pitchFamily="34" charset="0"/>
                  </a:rPr>
                  <a:t>Calculate </a:t>
                </a:r>
                <a14:m>
                  <m:oMath xmlns:m="http://schemas.openxmlformats.org/officeDocument/2006/math">
                    <m:sSup>
                      <m:sSupPr>
                        <m:ctrlPr>
                          <a:rPr lang="en-GB" sz="2000" b="0" i="1" smtClean="0">
                            <a:latin typeface="Cambria Math" panose="02040503050406030204" pitchFamily="18" charset="0"/>
                            <a:cs typeface="Calibri" panose="020F0502020204030204" pitchFamily="34" charset="0"/>
                          </a:rPr>
                        </m:ctrlPr>
                      </m:sSupPr>
                      <m:e>
                        <m:r>
                          <a:rPr lang="en-GB" sz="2000" b="0" i="1" smtClean="0">
                            <a:latin typeface="Cambria Math" panose="02040503050406030204" pitchFamily="18" charset="0"/>
                            <a:cs typeface="Calibri" panose="020F0502020204030204" pitchFamily="34" charset="0"/>
                          </a:rPr>
                          <m:t>1.2</m:t>
                        </m:r>
                      </m:e>
                      <m:sup>
                        <m:r>
                          <a:rPr lang="en-GB" sz="2000" b="0" i="1" smtClean="0">
                            <a:latin typeface="Cambria Math" panose="02040503050406030204" pitchFamily="18" charset="0"/>
                            <a:cs typeface="Calibri" panose="020F0502020204030204" pitchFamily="34" charset="0"/>
                          </a:rPr>
                          <m:t>−1</m:t>
                        </m:r>
                      </m:sup>
                    </m:sSup>
                  </m:oMath>
                </a14:m>
                <a:endParaRPr lang="en-US" sz="2000" dirty="0">
                  <a:cs typeface="Calibri" panose="020F0502020204030204" pitchFamily="34" charset="0"/>
                </a:endParaRPr>
              </a:p>
            </p:txBody>
          </p:sp>
        </mc:Choice>
        <mc:Fallback xmlns="">
          <p:sp>
            <p:nvSpPr>
              <p:cNvPr id="18" name="TextBox 17">
                <a:extLst>
                  <a:ext uri="{FF2B5EF4-FFF2-40B4-BE49-F238E27FC236}">
                    <a16:creationId xmlns:a16="http://schemas.microsoft.com/office/drawing/2014/main" id="{19EF0758-5B05-B8F3-E9FF-E4A017322A68}"/>
                  </a:ext>
                </a:extLst>
              </p:cNvPr>
              <p:cNvSpPr txBox="1">
                <a:spLocks noRot="1" noChangeAspect="1" noMove="1" noResize="1" noEditPoints="1" noAdjustHandles="1" noChangeArrowheads="1" noChangeShapeType="1" noTextEdit="1"/>
              </p:cNvSpPr>
              <p:nvPr/>
            </p:nvSpPr>
            <p:spPr>
              <a:xfrm>
                <a:off x="5148495" y="3844377"/>
                <a:ext cx="3888000" cy="400110"/>
              </a:xfrm>
              <a:prstGeom prst="rect">
                <a:avLst/>
              </a:prstGeom>
              <a:blipFill>
                <a:blip r:embed="rId6"/>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E26BFB5-1596-CB7B-BAD1-C3BB68071389}"/>
                  </a:ext>
                </a:extLst>
              </p:cNvPr>
              <p:cNvSpPr txBox="1"/>
              <p:nvPr/>
            </p:nvSpPr>
            <p:spPr>
              <a:xfrm>
                <a:off x="1998350" y="1803024"/>
                <a:ext cx="979201"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𝟗</m:t>
                          </m:r>
                        </m:den>
                      </m:f>
                    </m:oMath>
                  </m:oMathPara>
                </a14:m>
                <a:endParaRPr lang="en-GB" sz="2400" b="1" dirty="0"/>
              </a:p>
            </p:txBody>
          </p:sp>
        </mc:Choice>
        <mc:Fallback xmlns="">
          <p:sp>
            <p:nvSpPr>
              <p:cNvPr id="22" name="TextBox 21">
                <a:extLst>
                  <a:ext uri="{FF2B5EF4-FFF2-40B4-BE49-F238E27FC236}">
                    <a16:creationId xmlns:a16="http://schemas.microsoft.com/office/drawing/2014/main" id="{9E26BFB5-1596-CB7B-BAD1-C3BB68071389}"/>
                  </a:ext>
                </a:extLst>
              </p:cNvPr>
              <p:cNvSpPr txBox="1">
                <a:spLocks noRot="1" noChangeAspect="1" noMove="1" noResize="1" noEditPoints="1" noAdjustHandles="1" noChangeArrowheads="1" noChangeShapeType="1" noTextEdit="1"/>
              </p:cNvSpPr>
              <p:nvPr/>
            </p:nvSpPr>
            <p:spPr>
              <a:xfrm>
                <a:off x="1998350" y="1803024"/>
                <a:ext cx="979201" cy="786177"/>
              </a:xfrm>
              <a:prstGeom prst="rect">
                <a:avLst/>
              </a:prstGeom>
              <a:blipFill>
                <a:blip r:embed="rId7"/>
                <a:stretch>
                  <a:fillRect/>
                </a:stretch>
              </a:blipFill>
            </p:spPr>
            <p:txBody>
              <a:bodyPr/>
              <a:lstStyle/>
              <a:p>
                <a:r>
                  <a:rPr lang="en-GB">
                    <a:noFill/>
                  </a:rPr>
                  <a:t> </a:t>
                </a:r>
              </a:p>
            </p:txBody>
          </p:sp>
        </mc:Fallback>
      </mc:AlternateContent>
      <p:sp>
        <p:nvSpPr>
          <p:cNvPr id="19" name="Rectangle 18">
            <a:extLst>
              <a:ext uri="{FF2B5EF4-FFF2-40B4-BE49-F238E27FC236}">
                <a16:creationId xmlns:a16="http://schemas.microsoft.com/office/drawing/2014/main" id="{BB308D0A-4180-0F84-D0C7-2AF77AC4E761}"/>
              </a:ext>
            </a:extLst>
          </p:cNvPr>
          <p:cNvSpPr/>
          <p:nvPr/>
        </p:nvSpPr>
        <p:spPr>
          <a:xfrm>
            <a:off x="1998351" y="1664028"/>
            <a:ext cx="979200" cy="9108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8299869-68BC-F680-0E82-9BF75C91B990}"/>
                  </a:ext>
                </a:extLst>
              </p:cNvPr>
              <p:cNvSpPr txBox="1"/>
              <p:nvPr/>
            </p:nvSpPr>
            <p:spPr>
              <a:xfrm>
                <a:off x="6554369" y="1803024"/>
                <a:ext cx="1027223"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m:t>
                      </m:r>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𝟏𝟎</m:t>
                          </m:r>
                        </m:den>
                      </m:f>
                    </m:oMath>
                  </m:oMathPara>
                </a14:m>
                <a:endParaRPr lang="en-GB" sz="2400" b="1" dirty="0"/>
              </a:p>
            </p:txBody>
          </p:sp>
        </mc:Choice>
        <mc:Fallback xmlns="">
          <p:sp>
            <p:nvSpPr>
              <p:cNvPr id="26" name="TextBox 25">
                <a:extLst>
                  <a:ext uri="{FF2B5EF4-FFF2-40B4-BE49-F238E27FC236}">
                    <a16:creationId xmlns:a16="http://schemas.microsoft.com/office/drawing/2014/main" id="{A8299869-68BC-F680-0E82-9BF75C91B990}"/>
                  </a:ext>
                </a:extLst>
              </p:cNvPr>
              <p:cNvSpPr txBox="1">
                <a:spLocks noRot="1" noChangeAspect="1" noMove="1" noResize="1" noEditPoints="1" noAdjustHandles="1" noChangeArrowheads="1" noChangeShapeType="1" noTextEdit="1"/>
              </p:cNvSpPr>
              <p:nvPr/>
            </p:nvSpPr>
            <p:spPr>
              <a:xfrm>
                <a:off x="6554369" y="1803024"/>
                <a:ext cx="1027223" cy="786177"/>
              </a:xfrm>
              <a:prstGeom prst="rect">
                <a:avLst/>
              </a:prstGeom>
              <a:blipFill>
                <a:blip r:embed="rId8"/>
                <a:stretch>
                  <a:fillRect/>
                </a:stretch>
              </a:blipFill>
            </p:spPr>
            <p:txBody>
              <a:bodyPr/>
              <a:lstStyle/>
              <a:p>
                <a:r>
                  <a:rPr lang="en-GB">
                    <a:noFill/>
                  </a:rPr>
                  <a:t> </a:t>
                </a:r>
              </a:p>
            </p:txBody>
          </p:sp>
        </mc:Fallback>
      </mc:AlternateContent>
      <p:sp>
        <p:nvSpPr>
          <p:cNvPr id="29" name="Rectangle 28">
            <a:extLst>
              <a:ext uri="{FF2B5EF4-FFF2-40B4-BE49-F238E27FC236}">
                <a16:creationId xmlns:a16="http://schemas.microsoft.com/office/drawing/2014/main" id="{B9F53639-AF56-323C-CA98-4A8365BFAA4E}"/>
              </a:ext>
            </a:extLst>
          </p:cNvPr>
          <p:cNvSpPr/>
          <p:nvPr/>
        </p:nvSpPr>
        <p:spPr>
          <a:xfrm>
            <a:off x="6609052" y="1664028"/>
            <a:ext cx="979200" cy="9108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74B0680-C69A-F54B-7983-D9C2C2706F99}"/>
                  </a:ext>
                </a:extLst>
              </p:cNvPr>
              <p:cNvSpPr txBox="1"/>
              <p:nvPr/>
            </p:nvSpPr>
            <p:spPr>
              <a:xfrm>
                <a:off x="2169042" y="5038171"/>
                <a:ext cx="671280"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𝟑</m:t>
                          </m:r>
                        </m:num>
                        <m:den>
                          <m:r>
                            <a:rPr lang="en-GB" sz="2400" b="1" i="1" smtClean="0">
                              <a:latin typeface="Cambria Math" panose="02040503050406030204" pitchFamily="18" charset="0"/>
                            </a:rPr>
                            <m:t>𝟐</m:t>
                          </m:r>
                        </m:den>
                      </m:f>
                    </m:oMath>
                  </m:oMathPara>
                </a14:m>
                <a:endParaRPr lang="en-GB" sz="2400" b="1" dirty="0"/>
              </a:p>
            </p:txBody>
          </p:sp>
        </mc:Choice>
        <mc:Fallback xmlns="">
          <p:sp>
            <p:nvSpPr>
              <p:cNvPr id="31" name="TextBox 30">
                <a:extLst>
                  <a:ext uri="{FF2B5EF4-FFF2-40B4-BE49-F238E27FC236}">
                    <a16:creationId xmlns:a16="http://schemas.microsoft.com/office/drawing/2014/main" id="{474B0680-C69A-F54B-7983-D9C2C2706F99}"/>
                  </a:ext>
                </a:extLst>
              </p:cNvPr>
              <p:cNvSpPr txBox="1">
                <a:spLocks noRot="1" noChangeAspect="1" noMove="1" noResize="1" noEditPoints="1" noAdjustHandles="1" noChangeArrowheads="1" noChangeShapeType="1" noTextEdit="1"/>
              </p:cNvSpPr>
              <p:nvPr/>
            </p:nvSpPr>
            <p:spPr>
              <a:xfrm>
                <a:off x="2169042" y="5038171"/>
                <a:ext cx="671280" cy="783804"/>
              </a:xfrm>
              <a:prstGeom prst="rect">
                <a:avLst/>
              </a:prstGeom>
              <a:blipFill>
                <a:blip r:embed="rId9"/>
                <a:stretch>
                  <a:fillRect/>
                </a:stretch>
              </a:blipFill>
            </p:spPr>
            <p:txBody>
              <a:bodyPr/>
              <a:lstStyle/>
              <a:p>
                <a:r>
                  <a:rPr lang="en-GB">
                    <a:noFill/>
                  </a:rPr>
                  <a:t> </a:t>
                </a:r>
              </a:p>
            </p:txBody>
          </p:sp>
        </mc:Fallback>
      </mc:AlternateContent>
      <p:sp>
        <p:nvSpPr>
          <p:cNvPr id="34" name="Rectangle 33">
            <a:extLst>
              <a:ext uri="{FF2B5EF4-FFF2-40B4-BE49-F238E27FC236}">
                <a16:creationId xmlns:a16="http://schemas.microsoft.com/office/drawing/2014/main" id="{CACD1888-5D17-C59E-429D-1C84D1C043C1}"/>
              </a:ext>
            </a:extLst>
          </p:cNvPr>
          <p:cNvSpPr/>
          <p:nvPr/>
        </p:nvSpPr>
        <p:spPr>
          <a:xfrm>
            <a:off x="2015081" y="4967364"/>
            <a:ext cx="979201" cy="92541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2E63983-9B66-3677-A3C4-B6B3A9D93441}"/>
                  </a:ext>
                </a:extLst>
              </p:cNvPr>
              <p:cNvSpPr txBox="1"/>
              <p:nvPr/>
            </p:nvSpPr>
            <p:spPr>
              <a:xfrm>
                <a:off x="5773216" y="4628581"/>
                <a:ext cx="2083160" cy="1880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f>
                                <m:fPr>
                                  <m:ctrlPr>
                                    <a:rPr lang="en-GB" sz="2400" i="1" smtClean="0">
                                      <a:latin typeface="Cambria Math" panose="02040503050406030204" pitchFamily="18" charset="0"/>
                                    </a:rPr>
                                  </m:ctrlPr>
                                </m:fPr>
                                <m:num>
                                  <m:r>
                                    <a:rPr lang="en-GB" sz="2400" b="0" i="1" smtClean="0">
                                      <a:latin typeface="Cambria Math" panose="02040503050406030204" pitchFamily="18" charset="0"/>
                                    </a:rPr>
                                    <m:t>6</m:t>
                                  </m:r>
                                </m:num>
                                <m:den>
                                  <m:r>
                                    <a:rPr lang="en-GB" sz="2400" b="0" i="1" smtClean="0">
                                      <a:latin typeface="Cambria Math" panose="02040503050406030204" pitchFamily="18" charset="0"/>
                                    </a:rPr>
                                    <m:t>5</m:t>
                                  </m:r>
                                </m:den>
                              </m:f>
                            </m:e>
                          </m:d>
                        </m:e>
                        <m:sup>
                          <m:r>
                            <a:rPr lang="en-GB" sz="2400" b="0" i="1" smtClean="0">
                              <a:latin typeface="Cambria Math" panose="02040503050406030204" pitchFamily="18" charset="0"/>
                            </a:rPr>
                            <m:t>−1</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5</m:t>
                                  </m:r>
                                </m:num>
                                <m:den>
                                  <m:r>
                                    <a:rPr lang="en-GB" sz="2400" b="0" i="1" smtClean="0">
                                      <a:latin typeface="Cambria Math" panose="02040503050406030204" pitchFamily="18" charset="0"/>
                                    </a:rPr>
                                    <m:t>6</m:t>
                                  </m:r>
                                </m:den>
                              </m:f>
                            </m:e>
                          </m:d>
                        </m:e>
                        <m:sup>
                          <m:r>
                            <a:rPr lang="en-GB" sz="2400" b="0" i="1" smtClean="0">
                              <a:latin typeface="Cambria Math" panose="02040503050406030204" pitchFamily="18" charset="0"/>
                            </a:rPr>
                            <m:t>1</m:t>
                          </m:r>
                        </m:sup>
                      </m:sSup>
                    </m:oMath>
                  </m:oMathPara>
                </a14:m>
                <a:endParaRPr lang="en-GB" sz="2400" b="0" i="1" dirty="0">
                  <a:latin typeface="Cambria Math" panose="02040503050406030204" pitchFamily="18" charset="0"/>
                </a:endParaRPr>
              </a:p>
              <a:p>
                <a:endParaRPr lang="en-GB" sz="12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400" b="1" i="1" dirty="0" smtClean="0">
                          <a:latin typeface="Cambria Math" panose="02040503050406030204" pitchFamily="18" charset="0"/>
                        </a:rPr>
                        <m:t>      =</m:t>
                      </m:r>
                      <m:f>
                        <m:fPr>
                          <m:ctrlPr>
                            <a:rPr lang="en-GB" sz="2400" b="1" i="1" dirty="0" smtClean="0">
                              <a:latin typeface="Cambria Math" panose="02040503050406030204" pitchFamily="18" charset="0"/>
                            </a:rPr>
                          </m:ctrlPr>
                        </m:fPr>
                        <m:num>
                          <m:r>
                            <a:rPr lang="en-GB" sz="2400" b="1" i="1" dirty="0" smtClean="0">
                              <a:latin typeface="Cambria Math" panose="02040503050406030204" pitchFamily="18" charset="0"/>
                            </a:rPr>
                            <m:t>𝟓</m:t>
                          </m:r>
                        </m:num>
                        <m:den>
                          <m:r>
                            <a:rPr lang="en-GB" sz="2400" b="1" i="1" dirty="0" smtClean="0">
                              <a:latin typeface="Cambria Math" panose="02040503050406030204" pitchFamily="18" charset="0"/>
                            </a:rPr>
                            <m:t>𝟔</m:t>
                          </m:r>
                        </m:den>
                      </m:f>
                    </m:oMath>
                  </m:oMathPara>
                </a14:m>
                <a:endParaRPr lang="en-GB" sz="2400" b="1" dirty="0"/>
              </a:p>
            </p:txBody>
          </p:sp>
        </mc:Choice>
        <mc:Fallback xmlns="">
          <p:sp>
            <p:nvSpPr>
              <p:cNvPr id="35" name="TextBox 34">
                <a:extLst>
                  <a:ext uri="{FF2B5EF4-FFF2-40B4-BE49-F238E27FC236}">
                    <a16:creationId xmlns:a16="http://schemas.microsoft.com/office/drawing/2014/main" id="{32E63983-9B66-3677-A3C4-B6B3A9D93441}"/>
                  </a:ext>
                </a:extLst>
              </p:cNvPr>
              <p:cNvSpPr txBox="1">
                <a:spLocks noRot="1" noChangeAspect="1" noMove="1" noResize="1" noEditPoints="1" noAdjustHandles="1" noChangeArrowheads="1" noChangeShapeType="1" noTextEdit="1"/>
              </p:cNvSpPr>
              <p:nvPr/>
            </p:nvSpPr>
            <p:spPr>
              <a:xfrm>
                <a:off x="5773216" y="4628581"/>
                <a:ext cx="2083160" cy="1880387"/>
              </a:xfrm>
              <a:prstGeom prst="rect">
                <a:avLst/>
              </a:prstGeom>
              <a:blipFill>
                <a:blip r:embed="rId10"/>
                <a:stretch>
                  <a:fillRect/>
                </a:stretch>
              </a:blipFill>
            </p:spPr>
            <p:txBody>
              <a:bodyPr/>
              <a:lstStyle/>
              <a:p>
                <a:r>
                  <a:rPr lang="en-GB">
                    <a:noFill/>
                  </a:rPr>
                  <a:t> </a:t>
                </a:r>
              </a:p>
            </p:txBody>
          </p:sp>
        </mc:Fallback>
      </mc:AlternateContent>
      <p:sp>
        <p:nvSpPr>
          <p:cNvPr id="38" name="Rectangle 37">
            <a:extLst>
              <a:ext uri="{FF2B5EF4-FFF2-40B4-BE49-F238E27FC236}">
                <a16:creationId xmlns:a16="http://schemas.microsoft.com/office/drawing/2014/main" id="{27905D1B-DEA8-A237-4DDC-0DF6ACEFD089}"/>
              </a:ext>
            </a:extLst>
          </p:cNvPr>
          <p:cNvSpPr/>
          <p:nvPr/>
        </p:nvSpPr>
        <p:spPr>
          <a:xfrm>
            <a:off x="5677353" y="4582007"/>
            <a:ext cx="2504121" cy="1926961"/>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p:spTree>
    <p:extLst>
      <p:ext uri="{BB962C8B-B14F-4D97-AF65-F5344CB8AC3E}">
        <p14:creationId xmlns:p14="http://schemas.microsoft.com/office/powerpoint/2010/main" val="376592945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7" restart="whenNotActive" fill="hold" evtFilter="cancelBubble" nodeType="interactiveSeq">
                <p:stCondLst>
                  <p:cond evt="onClick" delay="0">
                    <p:tgtEl>
                      <p:spTgt spid="29"/>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hidden"/>
                                      </p:to>
                                    </p:set>
                                  </p:childTnLst>
                                </p:cTn>
                              </p:par>
                            </p:childTnLst>
                          </p:cTn>
                        </p:par>
                      </p:childTnLst>
                    </p:cTn>
                  </p:par>
                </p:childTnLst>
              </p:cTn>
              <p:nextCondLst>
                <p:cond evt="onClick" delay="0">
                  <p:tgtEl>
                    <p:spTgt spid="29"/>
                  </p:tgtEl>
                </p:cond>
              </p:nextCondLst>
            </p:seq>
            <p:seq concurrent="1" nextAc="seek">
              <p:cTn id="12" restart="whenNotActive" fill="hold" evtFilter="cancelBubble" nodeType="interactiveSeq">
                <p:stCondLst>
                  <p:cond evt="onClick" delay="0">
                    <p:tgtEl>
                      <p:spTgt spid="34"/>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hidden"/>
                                      </p:to>
                                    </p:set>
                                  </p:childTnLst>
                                </p:cTn>
                              </p:par>
                            </p:childTnLst>
                          </p:cTn>
                        </p:par>
                      </p:childTnLst>
                    </p:cTn>
                  </p:par>
                </p:childTnLst>
              </p:cTn>
              <p:nextCondLst>
                <p:cond evt="onClick" delay="0">
                  <p:tgtEl>
                    <p:spTgt spid="34"/>
                  </p:tgtEl>
                </p:cond>
              </p:nextCondLst>
            </p:seq>
            <p:seq concurrent="1" nextAc="seek">
              <p:cTn id="17" restart="whenNotActive" fill="hold" evtFilter="cancelBubble" nodeType="interactiveSeq">
                <p:stCondLst>
                  <p:cond evt="onClick" delay="0">
                    <p:tgtEl>
                      <p:spTgt spid="38"/>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38"/>
                                        </p:tgtEl>
                                        <p:attrNameLst>
                                          <p:attrName>style.visibility</p:attrName>
                                        </p:attrNameLst>
                                      </p:cBhvr>
                                      <p:to>
                                        <p:strVal val="hidden"/>
                                      </p:to>
                                    </p:set>
                                  </p:childTnLst>
                                </p:cTn>
                              </p:par>
                            </p:childTnLst>
                          </p:cTn>
                        </p:par>
                      </p:childTnLst>
                    </p:cTn>
                  </p:par>
                </p:childTnLst>
              </p:cTn>
              <p:nextCondLst>
                <p:cond evt="onClick" delay="0">
                  <p:tgtEl>
                    <p:spTgt spid="38"/>
                  </p:tgtEl>
                </p:cond>
              </p:nextCondLst>
            </p:seq>
          </p:childTnLst>
        </p:cTn>
      </p:par>
    </p:tnLst>
    <p:bldLst>
      <p:bldP spid="19" grpId="0" animBg="1"/>
      <p:bldP spid="29" grpId="0" animBg="1"/>
      <p:bldP spid="34" grpId="0" animBg="1"/>
      <p:bldP spid="3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C744DE54-244B-48E1-A151-F00BE8419403}"/>
              </a:ext>
            </a:extLst>
          </p:cNvPr>
          <p:cNvGrpSpPr/>
          <p:nvPr/>
        </p:nvGrpSpPr>
        <p:grpSpPr>
          <a:xfrm>
            <a:off x="4521565" y="1327864"/>
            <a:ext cx="2847433" cy="2246463"/>
            <a:chOff x="2664639" y="2694860"/>
            <a:chExt cx="5588409" cy="4489541"/>
          </a:xfrm>
        </p:grpSpPr>
        <p:sp>
          <p:nvSpPr>
            <p:cNvPr id="44" name="Free-form: Shape 97">
              <a:extLst>
                <a:ext uri="{FF2B5EF4-FFF2-40B4-BE49-F238E27FC236}">
                  <a16:creationId xmlns:a16="http://schemas.microsoft.com/office/drawing/2014/main" id="{67646C7A-A40B-E43B-4423-5C03F7F95B3E}"/>
                </a:ext>
              </a:extLst>
            </p:cNvPr>
            <p:cNvSpPr/>
            <p:nvPr/>
          </p:nvSpPr>
          <p:spPr>
            <a:xfrm>
              <a:off x="2674513" y="2694860"/>
              <a:ext cx="5578535" cy="4470244"/>
            </a:xfrm>
            <a:custGeom>
              <a:avLst/>
              <a:gdLst>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9144000" h="5143500">
                  <a:moveTo>
                    <a:pt x="0" y="0"/>
                  </a:moveTo>
                  <a:lnTo>
                    <a:pt x="9144000" y="0"/>
                  </a:lnTo>
                  <a:lnTo>
                    <a:pt x="9144000" y="5143500"/>
                  </a:lnTo>
                  <a:lnTo>
                    <a:pt x="0" y="5143500"/>
                  </a:lnTo>
                  <a:close/>
                </a:path>
              </a:pathLst>
            </a:custGeom>
            <a:solidFill>
              <a:srgbClr val="F2F2F2"/>
            </a:solidFill>
            <a:ln w="476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Trebuchet MS" panose="020B0603020202020204"/>
              </a:endParaRPr>
            </a:p>
          </p:txBody>
        </p:sp>
        <p:sp>
          <p:nvSpPr>
            <p:cNvPr id="45" name="Free-form: Shape 98">
              <a:extLst>
                <a:ext uri="{FF2B5EF4-FFF2-40B4-BE49-F238E27FC236}">
                  <a16:creationId xmlns:a16="http://schemas.microsoft.com/office/drawing/2014/main" id="{EA142C33-9ABD-34C9-4AA0-BF0E7ED441D8}"/>
                </a:ext>
              </a:extLst>
            </p:cNvPr>
            <p:cNvSpPr/>
            <p:nvPr/>
          </p:nvSpPr>
          <p:spPr>
            <a:xfrm>
              <a:off x="2664639" y="2734922"/>
              <a:ext cx="5559551" cy="4449479"/>
            </a:xfrm>
            <a:custGeom>
              <a:avLst/>
              <a:gdLst>
                <a:gd name="connsiteX0" fmla="*/ 0 w 5559551"/>
                <a:gd name="connsiteY0" fmla="*/ 0 h 4449479"/>
                <a:gd name="connsiteX1" fmla="*/ 0 w 5559551"/>
                <a:gd name="connsiteY1" fmla="*/ 4449480 h 4449479"/>
                <a:gd name="connsiteX2" fmla="*/ 5559552 w 5559551"/>
                <a:gd name="connsiteY2" fmla="*/ 4449480 h 4449479"/>
                <a:gd name="connsiteX3" fmla="*/ 5559552 w 5559551"/>
                <a:gd name="connsiteY3" fmla="*/ 0 h 4449479"/>
                <a:gd name="connsiteX4" fmla="*/ 0 w 5559551"/>
                <a:gd name="connsiteY4" fmla="*/ 0 h 4449479"/>
                <a:gd name="connsiteX5" fmla="*/ 5550313 w 5559551"/>
                <a:gd name="connsiteY5" fmla="*/ 555031 h 4449479"/>
                <a:gd name="connsiteX6" fmla="*/ 5004530 w 5559551"/>
                <a:gd name="connsiteY6" fmla="*/ 555031 h 4449479"/>
                <a:gd name="connsiteX7" fmla="*/ 5004530 w 5559551"/>
                <a:gd name="connsiteY7" fmla="*/ 9249 h 4449479"/>
                <a:gd name="connsiteX8" fmla="*/ 5550313 w 5559551"/>
                <a:gd name="connsiteY8" fmla="*/ 9249 h 4449479"/>
                <a:gd name="connsiteX9" fmla="*/ 5550313 w 5559551"/>
                <a:gd name="connsiteY9" fmla="*/ 555031 h 4449479"/>
                <a:gd name="connsiteX10" fmla="*/ 2775161 w 5559551"/>
                <a:gd name="connsiteY10" fmla="*/ 2229379 h 4449479"/>
                <a:gd name="connsiteX11" fmla="*/ 2775161 w 5559551"/>
                <a:gd name="connsiteY11" fmla="*/ 2775161 h 4449479"/>
                <a:gd name="connsiteX12" fmla="*/ 2229379 w 5559551"/>
                <a:gd name="connsiteY12" fmla="*/ 2775161 h 4449479"/>
                <a:gd name="connsiteX13" fmla="*/ 2229379 w 5559551"/>
                <a:gd name="connsiteY13" fmla="*/ 2229379 h 4449479"/>
                <a:gd name="connsiteX14" fmla="*/ 2775161 w 5559551"/>
                <a:gd name="connsiteY14" fmla="*/ 2229379 h 4449479"/>
                <a:gd name="connsiteX15" fmla="*/ 2229379 w 5559551"/>
                <a:gd name="connsiteY15" fmla="*/ 2220130 h 4449479"/>
                <a:gd name="connsiteX16" fmla="*/ 2229379 w 5559551"/>
                <a:gd name="connsiteY16" fmla="*/ 1674347 h 4449479"/>
                <a:gd name="connsiteX17" fmla="*/ 2775161 w 5559551"/>
                <a:gd name="connsiteY17" fmla="*/ 1674347 h 4449479"/>
                <a:gd name="connsiteX18" fmla="*/ 2775161 w 5559551"/>
                <a:gd name="connsiteY18" fmla="*/ 2220130 h 4449479"/>
                <a:gd name="connsiteX19" fmla="*/ 2229379 w 5559551"/>
                <a:gd name="connsiteY19" fmla="*/ 2220130 h 4449479"/>
                <a:gd name="connsiteX20" fmla="*/ 2784410 w 5559551"/>
                <a:gd name="connsiteY20" fmla="*/ 2229379 h 4449479"/>
                <a:gd name="connsiteX21" fmla="*/ 3330178 w 5559551"/>
                <a:gd name="connsiteY21" fmla="*/ 2229379 h 4449479"/>
                <a:gd name="connsiteX22" fmla="*/ 3330178 w 5559551"/>
                <a:gd name="connsiteY22" fmla="*/ 2775161 h 4449479"/>
                <a:gd name="connsiteX23" fmla="*/ 2784410 w 5559551"/>
                <a:gd name="connsiteY23" fmla="*/ 2775161 h 4449479"/>
                <a:gd name="connsiteX24" fmla="*/ 2784410 w 5559551"/>
                <a:gd name="connsiteY24" fmla="*/ 2229379 h 4449479"/>
                <a:gd name="connsiteX25" fmla="*/ 2784410 w 5559551"/>
                <a:gd name="connsiteY25" fmla="*/ 2229379 h 4449479"/>
                <a:gd name="connsiteX26" fmla="*/ 2784410 w 5559551"/>
                <a:gd name="connsiteY26" fmla="*/ 2220130 h 4449479"/>
                <a:gd name="connsiteX27" fmla="*/ 2784410 w 5559551"/>
                <a:gd name="connsiteY27" fmla="*/ 1674347 h 4449479"/>
                <a:gd name="connsiteX28" fmla="*/ 3330178 w 5559551"/>
                <a:gd name="connsiteY28" fmla="*/ 1674347 h 4449479"/>
                <a:gd name="connsiteX29" fmla="*/ 3330178 w 5559551"/>
                <a:gd name="connsiteY29" fmla="*/ 2220130 h 4449479"/>
                <a:gd name="connsiteX30" fmla="*/ 2784410 w 5559551"/>
                <a:gd name="connsiteY30" fmla="*/ 2220130 h 4449479"/>
                <a:gd name="connsiteX31" fmla="*/ 3339417 w 5559551"/>
                <a:gd name="connsiteY31" fmla="*/ 1674347 h 4449479"/>
                <a:gd name="connsiteX32" fmla="*/ 3885247 w 5559551"/>
                <a:gd name="connsiteY32" fmla="*/ 1674347 h 4449479"/>
                <a:gd name="connsiteX33" fmla="*/ 3885247 w 5559551"/>
                <a:gd name="connsiteY33" fmla="*/ 2220130 h 4449479"/>
                <a:gd name="connsiteX34" fmla="*/ 3339417 w 5559551"/>
                <a:gd name="connsiteY34" fmla="*/ 2220130 h 4449479"/>
                <a:gd name="connsiteX35" fmla="*/ 3339417 w 5559551"/>
                <a:gd name="connsiteY35" fmla="*/ 1674347 h 4449479"/>
                <a:gd name="connsiteX36" fmla="*/ 3339417 w 5559551"/>
                <a:gd name="connsiteY36" fmla="*/ 1665094 h 4449479"/>
                <a:gd name="connsiteX37" fmla="*/ 3339417 w 5559551"/>
                <a:gd name="connsiteY37" fmla="*/ 1119311 h 4449479"/>
                <a:gd name="connsiteX38" fmla="*/ 3885247 w 5559551"/>
                <a:gd name="connsiteY38" fmla="*/ 1119311 h 4449479"/>
                <a:gd name="connsiteX39" fmla="*/ 3885247 w 5559551"/>
                <a:gd name="connsiteY39" fmla="*/ 1665094 h 4449479"/>
                <a:gd name="connsiteX40" fmla="*/ 3339417 w 5559551"/>
                <a:gd name="connsiteY40" fmla="*/ 1665094 h 4449479"/>
                <a:gd name="connsiteX41" fmla="*/ 3330178 w 5559551"/>
                <a:gd name="connsiteY41" fmla="*/ 1665094 h 4449479"/>
                <a:gd name="connsiteX42" fmla="*/ 2784410 w 5559551"/>
                <a:gd name="connsiteY42" fmla="*/ 1665094 h 4449479"/>
                <a:gd name="connsiteX43" fmla="*/ 2784410 w 5559551"/>
                <a:gd name="connsiteY43" fmla="*/ 1119311 h 4449479"/>
                <a:gd name="connsiteX44" fmla="*/ 3330178 w 5559551"/>
                <a:gd name="connsiteY44" fmla="*/ 1119311 h 4449479"/>
                <a:gd name="connsiteX45" fmla="*/ 3330178 w 5559551"/>
                <a:gd name="connsiteY45" fmla="*/ 1665094 h 4449479"/>
                <a:gd name="connsiteX46" fmla="*/ 2775161 w 5559551"/>
                <a:gd name="connsiteY46" fmla="*/ 1665094 h 4449479"/>
                <a:gd name="connsiteX47" fmla="*/ 2229379 w 5559551"/>
                <a:gd name="connsiteY47" fmla="*/ 1665094 h 4449479"/>
                <a:gd name="connsiteX48" fmla="*/ 2229379 w 5559551"/>
                <a:gd name="connsiteY48" fmla="*/ 1119311 h 4449479"/>
                <a:gd name="connsiteX49" fmla="*/ 2775161 w 5559551"/>
                <a:gd name="connsiteY49" fmla="*/ 1119311 h 4449479"/>
                <a:gd name="connsiteX50" fmla="*/ 2775161 w 5559551"/>
                <a:gd name="connsiteY50" fmla="*/ 1665094 h 4449479"/>
                <a:gd name="connsiteX51" fmla="*/ 2220130 w 5559551"/>
                <a:gd name="connsiteY51" fmla="*/ 1665094 h 4449479"/>
                <a:gd name="connsiteX52" fmla="*/ 1674347 w 5559551"/>
                <a:gd name="connsiteY52" fmla="*/ 1665094 h 4449479"/>
                <a:gd name="connsiteX53" fmla="*/ 1674347 w 5559551"/>
                <a:gd name="connsiteY53" fmla="*/ 1119311 h 4449479"/>
                <a:gd name="connsiteX54" fmla="*/ 2220130 w 5559551"/>
                <a:gd name="connsiteY54" fmla="*/ 1119311 h 4449479"/>
                <a:gd name="connsiteX55" fmla="*/ 2220130 w 5559551"/>
                <a:gd name="connsiteY55" fmla="*/ 1665094 h 4449479"/>
                <a:gd name="connsiteX56" fmla="*/ 2220130 w 5559551"/>
                <a:gd name="connsiteY56" fmla="*/ 1674347 h 4449479"/>
                <a:gd name="connsiteX57" fmla="*/ 2220130 w 5559551"/>
                <a:gd name="connsiteY57" fmla="*/ 2220130 h 4449479"/>
                <a:gd name="connsiteX58" fmla="*/ 1674347 w 5559551"/>
                <a:gd name="connsiteY58" fmla="*/ 2220130 h 4449479"/>
                <a:gd name="connsiteX59" fmla="*/ 1674347 w 5559551"/>
                <a:gd name="connsiteY59" fmla="*/ 1674347 h 4449479"/>
                <a:gd name="connsiteX60" fmla="*/ 2220130 w 5559551"/>
                <a:gd name="connsiteY60" fmla="*/ 1674347 h 4449479"/>
                <a:gd name="connsiteX61" fmla="*/ 2220130 w 5559551"/>
                <a:gd name="connsiteY61" fmla="*/ 2229379 h 4449479"/>
                <a:gd name="connsiteX62" fmla="*/ 2220130 w 5559551"/>
                <a:gd name="connsiteY62" fmla="*/ 2775161 h 4449479"/>
                <a:gd name="connsiteX63" fmla="*/ 1674347 w 5559551"/>
                <a:gd name="connsiteY63" fmla="*/ 2775161 h 4449479"/>
                <a:gd name="connsiteX64" fmla="*/ 1674347 w 5559551"/>
                <a:gd name="connsiteY64" fmla="*/ 2229379 h 4449479"/>
                <a:gd name="connsiteX65" fmla="*/ 2220130 w 5559551"/>
                <a:gd name="connsiteY65" fmla="*/ 2229379 h 4449479"/>
                <a:gd name="connsiteX66" fmla="*/ 2220130 w 5559551"/>
                <a:gd name="connsiteY66" fmla="*/ 2784410 h 4449479"/>
                <a:gd name="connsiteX67" fmla="*/ 2220130 w 5559551"/>
                <a:gd name="connsiteY67" fmla="*/ 3330192 h 4449479"/>
                <a:gd name="connsiteX68" fmla="*/ 1674347 w 5559551"/>
                <a:gd name="connsiteY68" fmla="*/ 3330192 h 4449479"/>
                <a:gd name="connsiteX69" fmla="*/ 1674347 w 5559551"/>
                <a:gd name="connsiteY69" fmla="*/ 2784410 h 4449479"/>
                <a:gd name="connsiteX70" fmla="*/ 2220130 w 5559551"/>
                <a:gd name="connsiteY70" fmla="*/ 2784410 h 4449479"/>
                <a:gd name="connsiteX71" fmla="*/ 2229379 w 5559551"/>
                <a:gd name="connsiteY71" fmla="*/ 2784410 h 4449479"/>
                <a:gd name="connsiteX72" fmla="*/ 2775161 w 5559551"/>
                <a:gd name="connsiteY72" fmla="*/ 2784410 h 4449479"/>
                <a:gd name="connsiteX73" fmla="*/ 2775161 w 5559551"/>
                <a:gd name="connsiteY73" fmla="*/ 3330192 h 4449479"/>
                <a:gd name="connsiteX74" fmla="*/ 2229379 w 5559551"/>
                <a:gd name="connsiteY74" fmla="*/ 3330192 h 4449479"/>
                <a:gd name="connsiteX75" fmla="*/ 2229379 w 5559551"/>
                <a:gd name="connsiteY75" fmla="*/ 2784410 h 4449479"/>
                <a:gd name="connsiteX76" fmla="*/ 2784410 w 5559551"/>
                <a:gd name="connsiteY76" fmla="*/ 2784410 h 4449479"/>
                <a:gd name="connsiteX77" fmla="*/ 3330178 w 5559551"/>
                <a:gd name="connsiteY77" fmla="*/ 2784410 h 4449479"/>
                <a:gd name="connsiteX78" fmla="*/ 3330178 w 5559551"/>
                <a:gd name="connsiteY78" fmla="*/ 3330192 h 4449479"/>
                <a:gd name="connsiteX79" fmla="*/ 2784410 w 5559551"/>
                <a:gd name="connsiteY79" fmla="*/ 3330192 h 4449479"/>
                <a:gd name="connsiteX80" fmla="*/ 2784410 w 5559551"/>
                <a:gd name="connsiteY80" fmla="*/ 2784410 h 4449479"/>
                <a:gd name="connsiteX81" fmla="*/ 2784410 w 5559551"/>
                <a:gd name="connsiteY81" fmla="*/ 2784410 h 4449479"/>
                <a:gd name="connsiteX82" fmla="*/ 3339417 w 5559551"/>
                <a:gd name="connsiteY82" fmla="*/ 2784410 h 4449479"/>
                <a:gd name="connsiteX83" fmla="*/ 3885247 w 5559551"/>
                <a:gd name="connsiteY83" fmla="*/ 2784410 h 4449479"/>
                <a:gd name="connsiteX84" fmla="*/ 3885247 w 5559551"/>
                <a:gd name="connsiteY84" fmla="*/ 3330192 h 4449479"/>
                <a:gd name="connsiteX85" fmla="*/ 3339417 w 5559551"/>
                <a:gd name="connsiteY85" fmla="*/ 3330192 h 4449479"/>
                <a:gd name="connsiteX86" fmla="*/ 3339417 w 5559551"/>
                <a:gd name="connsiteY86" fmla="*/ 2784410 h 4449479"/>
                <a:gd name="connsiteX87" fmla="*/ 3339417 w 5559551"/>
                <a:gd name="connsiteY87" fmla="*/ 2775161 h 4449479"/>
                <a:gd name="connsiteX88" fmla="*/ 3339417 w 5559551"/>
                <a:gd name="connsiteY88" fmla="*/ 2229379 h 4449479"/>
                <a:gd name="connsiteX89" fmla="*/ 3885247 w 5559551"/>
                <a:gd name="connsiteY89" fmla="*/ 2229379 h 4449479"/>
                <a:gd name="connsiteX90" fmla="*/ 3885247 w 5559551"/>
                <a:gd name="connsiteY90" fmla="*/ 2775161 h 4449479"/>
                <a:gd name="connsiteX91" fmla="*/ 3339417 w 5559551"/>
                <a:gd name="connsiteY91" fmla="*/ 2775161 h 4449479"/>
                <a:gd name="connsiteX92" fmla="*/ 3894487 w 5559551"/>
                <a:gd name="connsiteY92" fmla="*/ 2229379 h 4449479"/>
                <a:gd name="connsiteX93" fmla="*/ 4440269 w 5559551"/>
                <a:gd name="connsiteY93" fmla="*/ 2229379 h 4449479"/>
                <a:gd name="connsiteX94" fmla="*/ 4440269 w 5559551"/>
                <a:gd name="connsiteY94" fmla="*/ 2775161 h 4449479"/>
                <a:gd name="connsiteX95" fmla="*/ 3894487 w 5559551"/>
                <a:gd name="connsiteY95" fmla="*/ 2775161 h 4449479"/>
                <a:gd name="connsiteX96" fmla="*/ 3894487 w 5559551"/>
                <a:gd name="connsiteY96" fmla="*/ 2229379 h 4449479"/>
                <a:gd name="connsiteX97" fmla="*/ 3894487 w 5559551"/>
                <a:gd name="connsiteY97" fmla="*/ 2220130 h 4449479"/>
                <a:gd name="connsiteX98" fmla="*/ 3894487 w 5559551"/>
                <a:gd name="connsiteY98" fmla="*/ 1674347 h 4449479"/>
                <a:gd name="connsiteX99" fmla="*/ 4440269 w 5559551"/>
                <a:gd name="connsiteY99" fmla="*/ 1674347 h 4449479"/>
                <a:gd name="connsiteX100" fmla="*/ 4440269 w 5559551"/>
                <a:gd name="connsiteY100" fmla="*/ 2220130 h 4449479"/>
                <a:gd name="connsiteX101" fmla="*/ 3894487 w 5559551"/>
                <a:gd name="connsiteY101" fmla="*/ 2220130 h 4449479"/>
                <a:gd name="connsiteX102" fmla="*/ 3894487 w 5559551"/>
                <a:gd name="connsiteY102" fmla="*/ 1665094 h 4449479"/>
                <a:gd name="connsiteX103" fmla="*/ 3894487 w 5559551"/>
                <a:gd name="connsiteY103" fmla="*/ 1119311 h 4449479"/>
                <a:gd name="connsiteX104" fmla="*/ 4440269 w 5559551"/>
                <a:gd name="connsiteY104" fmla="*/ 1119311 h 4449479"/>
                <a:gd name="connsiteX105" fmla="*/ 4440269 w 5559551"/>
                <a:gd name="connsiteY105" fmla="*/ 1665094 h 4449479"/>
                <a:gd name="connsiteX106" fmla="*/ 3894487 w 5559551"/>
                <a:gd name="connsiteY106" fmla="*/ 1665094 h 4449479"/>
                <a:gd name="connsiteX107" fmla="*/ 3894487 w 5559551"/>
                <a:gd name="connsiteY107" fmla="*/ 1110063 h 4449479"/>
                <a:gd name="connsiteX108" fmla="*/ 3894487 w 5559551"/>
                <a:gd name="connsiteY108" fmla="*/ 564280 h 4449479"/>
                <a:gd name="connsiteX109" fmla="*/ 4440269 w 5559551"/>
                <a:gd name="connsiteY109" fmla="*/ 564280 h 4449479"/>
                <a:gd name="connsiteX110" fmla="*/ 4440269 w 5559551"/>
                <a:gd name="connsiteY110" fmla="*/ 1110063 h 4449479"/>
                <a:gd name="connsiteX111" fmla="*/ 3894487 w 5559551"/>
                <a:gd name="connsiteY111" fmla="*/ 1110063 h 4449479"/>
                <a:gd name="connsiteX112" fmla="*/ 3885247 w 5559551"/>
                <a:gd name="connsiteY112" fmla="*/ 1110063 h 4449479"/>
                <a:gd name="connsiteX113" fmla="*/ 3339417 w 5559551"/>
                <a:gd name="connsiteY113" fmla="*/ 1110063 h 4449479"/>
                <a:gd name="connsiteX114" fmla="*/ 3339417 w 5559551"/>
                <a:gd name="connsiteY114" fmla="*/ 564280 h 4449479"/>
                <a:gd name="connsiteX115" fmla="*/ 3885247 w 5559551"/>
                <a:gd name="connsiteY115" fmla="*/ 564280 h 4449479"/>
                <a:gd name="connsiteX116" fmla="*/ 3885247 w 5559551"/>
                <a:gd name="connsiteY116" fmla="*/ 1110063 h 4449479"/>
                <a:gd name="connsiteX117" fmla="*/ 3330178 w 5559551"/>
                <a:gd name="connsiteY117" fmla="*/ 1110063 h 4449479"/>
                <a:gd name="connsiteX118" fmla="*/ 2784410 w 5559551"/>
                <a:gd name="connsiteY118" fmla="*/ 1110063 h 4449479"/>
                <a:gd name="connsiteX119" fmla="*/ 2784410 w 5559551"/>
                <a:gd name="connsiteY119" fmla="*/ 564280 h 4449479"/>
                <a:gd name="connsiteX120" fmla="*/ 3330178 w 5559551"/>
                <a:gd name="connsiteY120" fmla="*/ 564280 h 4449479"/>
                <a:gd name="connsiteX121" fmla="*/ 3330178 w 5559551"/>
                <a:gd name="connsiteY121" fmla="*/ 1110063 h 4449479"/>
                <a:gd name="connsiteX122" fmla="*/ 2775161 w 5559551"/>
                <a:gd name="connsiteY122" fmla="*/ 1110063 h 4449479"/>
                <a:gd name="connsiteX123" fmla="*/ 2229379 w 5559551"/>
                <a:gd name="connsiteY123" fmla="*/ 1110063 h 4449479"/>
                <a:gd name="connsiteX124" fmla="*/ 2229379 w 5559551"/>
                <a:gd name="connsiteY124" fmla="*/ 564280 h 4449479"/>
                <a:gd name="connsiteX125" fmla="*/ 2775161 w 5559551"/>
                <a:gd name="connsiteY125" fmla="*/ 564280 h 4449479"/>
                <a:gd name="connsiteX126" fmla="*/ 2775161 w 5559551"/>
                <a:gd name="connsiteY126" fmla="*/ 1110063 h 4449479"/>
                <a:gd name="connsiteX127" fmla="*/ 2220130 w 5559551"/>
                <a:gd name="connsiteY127" fmla="*/ 1110063 h 4449479"/>
                <a:gd name="connsiteX128" fmla="*/ 1674347 w 5559551"/>
                <a:gd name="connsiteY128" fmla="*/ 1110063 h 4449479"/>
                <a:gd name="connsiteX129" fmla="*/ 1674347 w 5559551"/>
                <a:gd name="connsiteY129" fmla="*/ 564280 h 4449479"/>
                <a:gd name="connsiteX130" fmla="*/ 2220130 w 5559551"/>
                <a:gd name="connsiteY130" fmla="*/ 564280 h 4449479"/>
                <a:gd name="connsiteX131" fmla="*/ 2220130 w 5559551"/>
                <a:gd name="connsiteY131" fmla="*/ 1110063 h 4449479"/>
                <a:gd name="connsiteX132" fmla="*/ 1665094 w 5559551"/>
                <a:gd name="connsiteY132" fmla="*/ 1110063 h 4449479"/>
                <a:gd name="connsiteX133" fmla="*/ 1119311 w 5559551"/>
                <a:gd name="connsiteY133" fmla="*/ 1110063 h 4449479"/>
                <a:gd name="connsiteX134" fmla="*/ 1119311 w 5559551"/>
                <a:gd name="connsiteY134" fmla="*/ 564280 h 4449479"/>
                <a:gd name="connsiteX135" fmla="*/ 1665094 w 5559551"/>
                <a:gd name="connsiteY135" fmla="*/ 564280 h 4449479"/>
                <a:gd name="connsiteX136" fmla="*/ 1665094 w 5559551"/>
                <a:gd name="connsiteY136" fmla="*/ 1110063 h 4449479"/>
                <a:gd name="connsiteX137" fmla="*/ 1665094 w 5559551"/>
                <a:gd name="connsiteY137" fmla="*/ 1119316 h 4449479"/>
                <a:gd name="connsiteX138" fmla="*/ 1665094 w 5559551"/>
                <a:gd name="connsiteY138" fmla="*/ 1665099 h 4449479"/>
                <a:gd name="connsiteX139" fmla="*/ 1119311 w 5559551"/>
                <a:gd name="connsiteY139" fmla="*/ 1665099 h 4449479"/>
                <a:gd name="connsiteX140" fmla="*/ 1119311 w 5559551"/>
                <a:gd name="connsiteY140" fmla="*/ 1119316 h 4449479"/>
                <a:gd name="connsiteX141" fmla="*/ 1665094 w 5559551"/>
                <a:gd name="connsiteY141" fmla="*/ 1119316 h 4449479"/>
                <a:gd name="connsiteX142" fmla="*/ 1665094 w 5559551"/>
                <a:gd name="connsiteY142" fmla="*/ 1674347 h 4449479"/>
                <a:gd name="connsiteX143" fmla="*/ 1665094 w 5559551"/>
                <a:gd name="connsiteY143" fmla="*/ 2220130 h 4449479"/>
                <a:gd name="connsiteX144" fmla="*/ 1119311 w 5559551"/>
                <a:gd name="connsiteY144" fmla="*/ 2220130 h 4449479"/>
                <a:gd name="connsiteX145" fmla="*/ 1119311 w 5559551"/>
                <a:gd name="connsiteY145" fmla="*/ 1674347 h 4449479"/>
                <a:gd name="connsiteX146" fmla="*/ 1665094 w 5559551"/>
                <a:gd name="connsiteY146" fmla="*/ 1674347 h 4449479"/>
                <a:gd name="connsiteX147" fmla="*/ 1665094 w 5559551"/>
                <a:gd name="connsiteY147" fmla="*/ 2229379 h 4449479"/>
                <a:gd name="connsiteX148" fmla="*/ 1665094 w 5559551"/>
                <a:gd name="connsiteY148" fmla="*/ 2775161 h 4449479"/>
                <a:gd name="connsiteX149" fmla="*/ 1119311 w 5559551"/>
                <a:gd name="connsiteY149" fmla="*/ 2775161 h 4449479"/>
                <a:gd name="connsiteX150" fmla="*/ 1119311 w 5559551"/>
                <a:gd name="connsiteY150" fmla="*/ 2229379 h 4449479"/>
                <a:gd name="connsiteX151" fmla="*/ 1665094 w 5559551"/>
                <a:gd name="connsiteY151" fmla="*/ 2229379 h 4449479"/>
                <a:gd name="connsiteX152" fmla="*/ 1665094 w 5559551"/>
                <a:gd name="connsiteY152" fmla="*/ 2784410 h 4449479"/>
                <a:gd name="connsiteX153" fmla="*/ 1665094 w 5559551"/>
                <a:gd name="connsiteY153" fmla="*/ 3330192 h 4449479"/>
                <a:gd name="connsiteX154" fmla="*/ 1119311 w 5559551"/>
                <a:gd name="connsiteY154" fmla="*/ 3330192 h 4449479"/>
                <a:gd name="connsiteX155" fmla="*/ 1119311 w 5559551"/>
                <a:gd name="connsiteY155" fmla="*/ 2784410 h 4449479"/>
                <a:gd name="connsiteX156" fmla="*/ 1665094 w 5559551"/>
                <a:gd name="connsiteY156" fmla="*/ 2784410 h 4449479"/>
                <a:gd name="connsiteX157" fmla="*/ 1665094 w 5559551"/>
                <a:gd name="connsiteY157" fmla="*/ 3339441 h 4449479"/>
                <a:gd name="connsiteX158" fmla="*/ 1665094 w 5559551"/>
                <a:gd name="connsiteY158" fmla="*/ 3885224 h 4449479"/>
                <a:gd name="connsiteX159" fmla="*/ 1119311 w 5559551"/>
                <a:gd name="connsiteY159" fmla="*/ 3885224 h 4449479"/>
                <a:gd name="connsiteX160" fmla="*/ 1119311 w 5559551"/>
                <a:gd name="connsiteY160" fmla="*/ 3339441 h 4449479"/>
                <a:gd name="connsiteX161" fmla="*/ 1665094 w 5559551"/>
                <a:gd name="connsiteY161" fmla="*/ 3339441 h 4449479"/>
                <a:gd name="connsiteX162" fmla="*/ 1674347 w 5559551"/>
                <a:gd name="connsiteY162" fmla="*/ 3339441 h 4449479"/>
                <a:gd name="connsiteX163" fmla="*/ 2220130 w 5559551"/>
                <a:gd name="connsiteY163" fmla="*/ 3339441 h 4449479"/>
                <a:gd name="connsiteX164" fmla="*/ 2220130 w 5559551"/>
                <a:gd name="connsiteY164" fmla="*/ 3885224 h 4449479"/>
                <a:gd name="connsiteX165" fmla="*/ 1674347 w 5559551"/>
                <a:gd name="connsiteY165" fmla="*/ 3885224 h 4449479"/>
                <a:gd name="connsiteX166" fmla="*/ 1674347 w 5559551"/>
                <a:gd name="connsiteY166" fmla="*/ 3339441 h 4449479"/>
                <a:gd name="connsiteX167" fmla="*/ 2229379 w 5559551"/>
                <a:gd name="connsiteY167" fmla="*/ 3339441 h 4449479"/>
                <a:gd name="connsiteX168" fmla="*/ 2775161 w 5559551"/>
                <a:gd name="connsiteY168" fmla="*/ 3339441 h 4449479"/>
                <a:gd name="connsiteX169" fmla="*/ 2775161 w 5559551"/>
                <a:gd name="connsiteY169" fmla="*/ 3885224 h 4449479"/>
                <a:gd name="connsiteX170" fmla="*/ 2229379 w 5559551"/>
                <a:gd name="connsiteY170" fmla="*/ 3885224 h 4449479"/>
                <a:gd name="connsiteX171" fmla="*/ 2229379 w 5559551"/>
                <a:gd name="connsiteY171" fmla="*/ 3339441 h 4449479"/>
                <a:gd name="connsiteX172" fmla="*/ 2784410 w 5559551"/>
                <a:gd name="connsiteY172" fmla="*/ 3339441 h 4449479"/>
                <a:gd name="connsiteX173" fmla="*/ 3330178 w 5559551"/>
                <a:gd name="connsiteY173" fmla="*/ 3339441 h 4449479"/>
                <a:gd name="connsiteX174" fmla="*/ 3330178 w 5559551"/>
                <a:gd name="connsiteY174" fmla="*/ 3885224 h 4449479"/>
                <a:gd name="connsiteX175" fmla="*/ 2784410 w 5559551"/>
                <a:gd name="connsiteY175" fmla="*/ 3885224 h 4449479"/>
                <a:gd name="connsiteX176" fmla="*/ 2784410 w 5559551"/>
                <a:gd name="connsiteY176" fmla="*/ 3339441 h 4449479"/>
                <a:gd name="connsiteX177" fmla="*/ 2784410 w 5559551"/>
                <a:gd name="connsiteY177" fmla="*/ 3339441 h 4449479"/>
                <a:gd name="connsiteX178" fmla="*/ 3339417 w 5559551"/>
                <a:gd name="connsiteY178" fmla="*/ 3339441 h 4449479"/>
                <a:gd name="connsiteX179" fmla="*/ 3885247 w 5559551"/>
                <a:gd name="connsiteY179" fmla="*/ 3339441 h 4449479"/>
                <a:gd name="connsiteX180" fmla="*/ 3885247 w 5559551"/>
                <a:gd name="connsiteY180" fmla="*/ 3885224 h 4449479"/>
                <a:gd name="connsiteX181" fmla="*/ 3339417 w 5559551"/>
                <a:gd name="connsiteY181" fmla="*/ 3885224 h 4449479"/>
                <a:gd name="connsiteX182" fmla="*/ 3339417 w 5559551"/>
                <a:gd name="connsiteY182" fmla="*/ 3339441 h 4449479"/>
                <a:gd name="connsiteX183" fmla="*/ 3894487 w 5559551"/>
                <a:gd name="connsiteY183" fmla="*/ 3339441 h 4449479"/>
                <a:gd name="connsiteX184" fmla="*/ 4440269 w 5559551"/>
                <a:gd name="connsiteY184" fmla="*/ 3339441 h 4449479"/>
                <a:gd name="connsiteX185" fmla="*/ 4440269 w 5559551"/>
                <a:gd name="connsiteY185" fmla="*/ 3885224 h 4449479"/>
                <a:gd name="connsiteX186" fmla="*/ 3894487 w 5559551"/>
                <a:gd name="connsiteY186" fmla="*/ 3885224 h 4449479"/>
                <a:gd name="connsiteX187" fmla="*/ 3894487 w 5559551"/>
                <a:gd name="connsiteY187" fmla="*/ 3339441 h 4449479"/>
                <a:gd name="connsiteX188" fmla="*/ 3894487 w 5559551"/>
                <a:gd name="connsiteY188" fmla="*/ 3330192 h 4449479"/>
                <a:gd name="connsiteX189" fmla="*/ 3894487 w 5559551"/>
                <a:gd name="connsiteY189" fmla="*/ 2784410 h 4449479"/>
                <a:gd name="connsiteX190" fmla="*/ 4440269 w 5559551"/>
                <a:gd name="connsiteY190" fmla="*/ 2784410 h 4449479"/>
                <a:gd name="connsiteX191" fmla="*/ 4440269 w 5559551"/>
                <a:gd name="connsiteY191" fmla="*/ 3330192 h 4449479"/>
                <a:gd name="connsiteX192" fmla="*/ 3894487 w 5559551"/>
                <a:gd name="connsiteY192" fmla="*/ 3330192 h 4449479"/>
                <a:gd name="connsiteX193" fmla="*/ 4449509 w 5559551"/>
                <a:gd name="connsiteY193" fmla="*/ 2784410 h 4449479"/>
                <a:gd name="connsiteX194" fmla="*/ 4995291 w 5559551"/>
                <a:gd name="connsiteY194" fmla="*/ 2784410 h 4449479"/>
                <a:gd name="connsiteX195" fmla="*/ 4995291 w 5559551"/>
                <a:gd name="connsiteY195" fmla="*/ 3330192 h 4449479"/>
                <a:gd name="connsiteX196" fmla="*/ 4449509 w 5559551"/>
                <a:gd name="connsiteY196" fmla="*/ 3330192 h 4449479"/>
                <a:gd name="connsiteX197" fmla="*/ 4449509 w 5559551"/>
                <a:gd name="connsiteY197" fmla="*/ 2784410 h 4449479"/>
                <a:gd name="connsiteX198" fmla="*/ 4449509 w 5559551"/>
                <a:gd name="connsiteY198" fmla="*/ 2775161 h 4449479"/>
                <a:gd name="connsiteX199" fmla="*/ 4449509 w 5559551"/>
                <a:gd name="connsiteY199" fmla="*/ 2229379 h 4449479"/>
                <a:gd name="connsiteX200" fmla="*/ 4995291 w 5559551"/>
                <a:gd name="connsiteY200" fmla="*/ 2229379 h 4449479"/>
                <a:gd name="connsiteX201" fmla="*/ 4995291 w 5559551"/>
                <a:gd name="connsiteY201" fmla="*/ 2775161 h 4449479"/>
                <a:gd name="connsiteX202" fmla="*/ 4449509 w 5559551"/>
                <a:gd name="connsiteY202" fmla="*/ 2775161 h 4449479"/>
                <a:gd name="connsiteX203" fmla="*/ 4449509 w 5559551"/>
                <a:gd name="connsiteY203" fmla="*/ 2220130 h 4449479"/>
                <a:gd name="connsiteX204" fmla="*/ 4449509 w 5559551"/>
                <a:gd name="connsiteY204" fmla="*/ 1674347 h 4449479"/>
                <a:gd name="connsiteX205" fmla="*/ 4995291 w 5559551"/>
                <a:gd name="connsiteY205" fmla="*/ 1674347 h 4449479"/>
                <a:gd name="connsiteX206" fmla="*/ 4995291 w 5559551"/>
                <a:gd name="connsiteY206" fmla="*/ 2220130 h 4449479"/>
                <a:gd name="connsiteX207" fmla="*/ 4449509 w 5559551"/>
                <a:gd name="connsiteY207" fmla="*/ 2220130 h 4449479"/>
                <a:gd name="connsiteX208" fmla="*/ 4449509 w 5559551"/>
                <a:gd name="connsiteY208" fmla="*/ 1665094 h 4449479"/>
                <a:gd name="connsiteX209" fmla="*/ 4449509 w 5559551"/>
                <a:gd name="connsiteY209" fmla="*/ 1119311 h 4449479"/>
                <a:gd name="connsiteX210" fmla="*/ 4995291 w 5559551"/>
                <a:gd name="connsiteY210" fmla="*/ 1119311 h 4449479"/>
                <a:gd name="connsiteX211" fmla="*/ 4995291 w 5559551"/>
                <a:gd name="connsiteY211" fmla="*/ 1665094 h 4449479"/>
                <a:gd name="connsiteX212" fmla="*/ 4449509 w 5559551"/>
                <a:gd name="connsiteY212" fmla="*/ 1665094 h 4449479"/>
                <a:gd name="connsiteX213" fmla="*/ 4449509 w 5559551"/>
                <a:gd name="connsiteY213" fmla="*/ 1110063 h 4449479"/>
                <a:gd name="connsiteX214" fmla="*/ 4449509 w 5559551"/>
                <a:gd name="connsiteY214" fmla="*/ 564280 h 4449479"/>
                <a:gd name="connsiteX215" fmla="*/ 4995291 w 5559551"/>
                <a:gd name="connsiteY215" fmla="*/ 564280 h 4449479"/>
                <a:gd name="connsiteX216" fmla="*/ 4995291 w 5559551"/>
                <a:gd name="connsiteY216" fmla="*/ 1110063 h 4449479"/>
                <a:gd name="connsiteX217" fmla="*/ 4449509 w 5559551"/>
                <a:gd name="connsiteY217" fmla="*/ 1110063 h 4449479"/>
                <a:gd name="connsiteX218" fmla="*/ 4449509 w 5559551"/>
                <a:gd name="connsiteY218" fmla="*/ 555031 h 4449479"/>
                <a:gd name="connsiteX219" fmla="*/ 4449509 w 5559551"/>
                <a:gd name="connsiteY219" fmla="*/ 9249 h 4449479"/>
                <a:gd name="connsiteX220" fmla="*/ 4995291 w 5559551"/>
                <a:gd name="connsiteY220" fmla="*/ 9249 h 4449479"/>
                <a:gd name="connsiteX221" fmla="*/ 4995291 w 5559551"/>
                <a:gd name="connsiteY221" fmla="*/ 555031 h 4449479"/>
                <a:gd name="connsiteX222" fmla="*/ 4449509 w 5559551"/>
                <a:gd name="connsiteY222" fmla="*/ 555031 h 4449479"/>
                <a:gd name="connsiteX223" fmla="*/ 4440269 w 5559551"/>
                <a:gd name="connsiteY223" fmla="*/ 555031 h 4449479"/>
                <a:gd name="connsiteX224" fmla="*/ 3894487 w 5559551"/>
                <a:gd name="connsiteY224" fmla="*/ 555031 h 4449479"/>
                <a:gd name="connsiteX225" fmla="*/ 3894487 w 5559551"/>
                <a:gd name="connsiteY225" fmla="*/ 9249 h 4449479"/>
                <a:gd name="connsiteX226" fmla="*/ 4440269 w 5559551"/>
                <a:gd name="connsiteY226" fmla="*/ 9249 h 4449479"/>
                <a:gd name="connsiteX227" fmla="*/ 4440269 w 5559551"/>
                <a:gd name="connsiteY227" fmla="*/ 555031 h 4449479"/>
                <a:gd name="connsiteX228" fmla="*/ 3885247 w 5559551"/>
                <a:gd name="connsiteY228" fmla="*/ 555031 h 4449479"/>
                <a:gd name="connsiteX229" fmla="*/ 3339417 w 5559551"/>
                <a:gd name="connsiteY229" fmla="*/ 555031 h 4449479"/>
                <a:gd name="connsiteX230" fmla="*/ 3339417 w 5559551"/>
                <a:gd name="connsiteY230" fmla="*/ 9249 h 4449479"/>
                <a:gd name="connsiteX231" fmla="*/ 3885247 w 5559551"/>
                <a:gd name="connsiteY231" fmla="*/ 9249 h 4449479"/>
                <a:gd name="connsiteX232" fmla="*/ 3885247 w 5559551"/>
                <a:gd name="connsiteY232" fmla="*/ 555031 h 4449479"/>
                <a:gd name="connsiteX233" fmla="*/ 3330178 w 5559551"/>
                <a:gd name="connsiteY233" fmla="*/ 555031 h 4449479"/>
                <a:gd name="connsiteX234" fmla="*/ 2784410 w 5559551"/>
                <a:gd name="connsiteY234" fmla="*/ 555031 h 4449479"/>
                <a:gd name="connsiteX235" fmla="*/ 2784410 w 5559551"/>
                <a:gd name="connsiteY235" fmla="*/ 9249 h 4449479"/>
                <a:gd name="connsiteX236" fmla="*/ 3330178 w 5559551"/>
                <a:gd name="connsiteY236" fmla="*/ 9249 h 4449479"/>
                <a:gd name="connsiteX237" fmla="*/ 3330178 w 5559551"/>
                <a:gd name="connsiteY237" fmla="*/ 555031 h 4449479"/>
                <a:gd name="connsiteX238" fmla="*/ 2775161 w 5559551"/>
                <a:gd name="connsiteY238" fmla="*/ 555031 h 4449479"/>
                <a:gd name="connsiteX239" fmla="*/ 2229379 w 5559551"/>
                <a:gd name="connsiteY239" fmla="*/ 555031 h 4449479"/>
                <a:gd name="connsiteX240" fmla="*/ 2229379 w 5559551"/>
                <a:gd name="connsiteY240" fmla="*/ 9249 h 4449479"/>
                <a:gd name="connsiteX241" fmla="*/ 2775161 w 5559551"/>
                <a:gd name="connsiteY241" fmla="*/ 9249 h 4449479"/>
                <a:gd name="connsiteX242" fmla="*/ 2775161 w 5559551"/>
                <a:gd name="connsiteY242" fmla="*/ 555031 h 4449479"/>
                <a:gd name="connsiteX243" fmla="*/ 2220130 w 5559551"/>
                <a:gd name="connsiteY243" fmla="*/ 555031 h 4449479"/>
                <a:gd name="connsiteX244" fmla="*/ 1674347 w 5559551"/>
                <a:gd name="connsiteY244" fmla="*/ 555031 h 4449479"/>
                <a:gd name="connsiteX245" fmla="*/ 1674347 w 5559551"/>
                <a:gd name="connsiteY245" fmla="*/ 9249 h 4449479"/>
                <a:gd name="connsiteX246" fmla="*/ 2220130 w 5559551"/>
                <a:gd name="connsiteY246" fmla="*/ 9249 h 4449479"/>
                <a:gd name="connsiteX247" fmla="*/ 2220130 w 5559551"/>
                <a:gd name="connsiteY247" fmla="*/ 555031 h 4449479"/>
                <a:gd name="connsiteX248" fmla="*/ 1665094 w 5559551"/>
                <a:gd name="connsiteY248" fmla="*/ 555031 h 4449479"/>
                <a:gd name="connsiteX249" fmla="*/ 1119311 w 5559551"/>
                <a:gd name="connsiteY249" fmla="*/ 555031 h 4449479"/>
                <a:gd name="connsiteX250" fmla="*/ 1119311 w 5559551"/>
                <a:gd name="connsiteY250" fmla="*/ 9249 h 4449479"/>
                <a:gd name="connsiteX251" fmla="*/ 1665094 w 5559551"/>
                <a:gd name="connsiteY251" fmla="*/ 9249 h 4449479"/>
                <a:gd name="connsiteX252" fmla="*/ 1665094 w 5559551"/>
                <a:gd name="connsiteY252" fmla="*/ 555031 h 4449479"/>
                <a:gd name="connsiteX253" fmla="*/ 1110063 w 5559551"/>
                <a:gd name="connsiteY253" fmla="*/ 555031 h 4449479"/>
                <a:gd name="connsiteX254" fmla="*/ 564280 w 5559551"/>
                <a:gd name="connsiteY254" fmla="*/ 555031 h 4449479"/>
                <a:gd name="connsiteX255" fmla="*/ 564280 w 5559551"/>
                <a:gd name="connsiteY255" fmla="*/ 9249 h 4449479"/>
                <a:gd name="connsiteX256" fmla="*/ 1110063 w 5559551"/>
                <a:gd name="connsiteY256" fmla="*/ 9249 h 4449479"/>
                <a:gd name="connsiteX257" fmla="*/ 1110063 w 5559551"/>
                <a:gd name="connsiteY257" fmla="*/ 555031 h 4449479"/>
                <a:gd name="connsiteX258" fmla="*/ 1110063 w 5559551"/>
                <a:gd name="connsiteY258" fmla="*/ 564280 h 4449479"/>
                <a:gd name="connsiteX259" fmla="*/ 1110063 w 5559551"/>
                <a:gd name="connsiteY259" fmla="*/ 1110063 h 4449479"/>
                <a:gd name="connsiteX260" fmla="*/ 564280 w 5559551"/>
                <a:gd name="connsiteY260" fmla="*/ 1110063 h 4449479"/>
                <a:gd name="connsiteX261" fmla="*/ 564280 w 5559551"/>
                <a:gd name="connsiteY261" fmla="*/ 564280 h 4449479"/>
                <a:gd name="connsiteX262" fmla="*/ 1110063 w 5559551"/>
                <a:gd name="connsiteY262" fmla="*/ 564280 h 4449479"/>
                <a:gd name="connsiteX263" fmla="*/ 1110063 w 5559551"/>
                <a:gd name="connsiteY263" fmla="*/ 1119316 h 4449479"/>
                <a:gd name="connsiteX264" fmla="*/ 1110063 w 5559551"/>
                <a:gd name="connsiteY264" fmla="*/ 1665099 h 4449479"/>
                <a:gd name="connsiteX265" fmla="*/ 564280 w 5559551"/>
                <a:gd name="connsiteY265" fmla="*/ 1665099 h 4449479"/>
                <a:gd name="connsiteX266" fmla="*/ 564280 w 5559551"/>
                <a:gd name="connsiteY266" fmla="*/ 1119316 h 4449479"/>
                <a:gd name="connsiteX267" fmla="*/ 1110063 w 5559551"/>
                <a:gd name="connsiteY267" fmla="*/ 1119316 h 4449479"/>
                <a:gd name="connsiteX268" fmla="*/ 1110063 w 5559551"/>
                <a:gd name="connsiteY268" fmla="*/ 1674347 h 4449479"/>
                <a:gd name="connsiteX269" fmla="*/ 1110063 w 5559551"/>
                <a:gd name="connsiteY269" fmla="*/ 2220130 h 4449479"/>
                <a:gd name="connsiteX270" fmla="*/ 564280 w 5559551"/>
                <a:gd name="connsiteY270" fmla="*/ 2220130 h 4449479"/>
                <a:gd name="connsiteX271" fmla="*/ 564280 w 5559551"/>
                <a:gd name="connsiteY271" fmla="*/ 1674347 h 4449479"/>
                <a:gd name="connsiteX272" fmla="*/ 1110063 w 5559551"/>
                <a:gd name="connsiteY272" fmla="*/ 1674347 h 4449479"/>
                <a:gd name="connsiteX273" fmla="*/ 1110063 w 5559551"/>
                <a:gd name="connsiteY273" fmla="*/ 2229379 h 4449479"/>
                <a:gd name="connsiteX274" fmla="*/ 1110063 w 5559551"/>
                <a:gd name="connsiteY274" fmla="*/ 2775161 h 4449479"/>
                <a:gd name="connsiteX275" fmla="*/ 564280 w 5559551"/>
                <a:gd name="connsiteY275" fmla="*/ 2775161 h 4449479"/>
                <a:gd name="connsiteX276" fmla="*/ 564280 w 5559551"/>
                <a:gd name="connsiteY276" fmla="*/ 2229379 h 4449479"/>
                <a:gd name="connsiteX277" fmla="*/ 1110063 w 5559551"/>
                <a:gd name="connsiteY277" fmla="*/ 2229379 h 4449479"/>
                <a:gd name="connsiteX278" fmla="*/ 1110063 w 5559551"/>
                <a:gd name="connsiteY278" fmla="*/ 2784410 h 4449479"/>
                <a:gd name="connsiteX279" fmla="*/ 1110063 w 5559551"/>
                <a:gd name="connsiteY279" fmla="*/ 3330192 h 4449479"/>
                <a:gd name="connsiteX280" fmla="*/ 564280 w 5559551"/>
                <a:gd name="connsiteY280" fmla="*/ 3330192 h 4449479"/>
                <a:gd name="connsiteX281" fmla="*/ 564280 w 5559551"/>
                <a:gd name="connsiteY281" fmla="*/ 2784410 h 4449479"/>
                <a:gd name="connsiteX282" fmla="*/ 1110063 w 5559551"/>
                <a:gd name="connsiteY282" fmla="*/ 2784410 h 4449479"/>
                <a:gd name="connsiteX283" fmla="*/ 1110063 w 5559551"/>
                <a:gd name="connsiteY283" fmla="*/ 3339441 h 4449479"/>
                <a:gd name="connsiteX284" fmla="*/ 1110063 w 5559551"/>
                <a:gd name="connsiteY284" fmla="*/ 3885224 h 4449479"/>
                <a:gd name="connsiteX285" fmla="*/ 564280 w 5559551"/>
                <a:gd name="connsiteY285" fmla="*/ 3885224 h 4449479"/>
                <a:gd name="connsiteX286" fmla="*/ 564280 w 5559551"/>
                <a:gd name="connsiteY286" fmla="*/ 3339441 h 4449479"/>
                <a:gd name="connsiteX287" fmla="*/ 1110063 w 5559551"/>
                <a:gd name="connsiteY287" fmla="*/ 3339441 h 4449479"/>
                <a:gd name="connsiteX288" fmla="*/ 1110063 w 5559551"/>
                <a:gd name="connsiteY288" fmla="*/ 3894473 h 4449479"/>
                <a:gd name="connsiteX289" fmla="*/ 1110063 w 5559551"/>
                <a:gd name="connsiteY289" fmla="*/ 4440241 h 4449479"/>
                <a:gd name="connsiteX290" fmla="*/ 564280 w 5559551"/>
                <a:gd name="connsiteY290" fmla="*/ 4440241 h 4449479"/>
                <a:gd name="connsiteX291" fmla="*/ 564280 w 5559551"/>
                <a:gd name="connsiteY291" fmla="*/ 3894473 h 4449479"/>
                <a:gd name="connsiteX292" fmla="*/ 1110063 w 5559551"/>
                <a:gd name="connsiteY292" fmla="*/ 3894473 h 4449479"/>
                <a:gd name="connsiteX293" fmla="*/ 1119316 w 5559551"/>
                <a:gd name="connsiteY293" fmla="*/ 3894473 h 4449479"/>
                <a:gd name="connsiteX294" fmla="*/ 1665099 w 5559551"/>
                <a:gd name="connsiteY294" fmla="*/ 3894473 h 4449479"/>
                <a:gd name="connsiteX295" fmla="*/ 1665099 w 5559551"/>
                <a:gd name="connsiteY295" fmla="*/ 4440241 h 4449479"/>
                <a:gd name="connsiteX296" fmla="*/ 1119316 w 5559551"/>
                <a:gd name="connsiteY296" fmla="*/ 4440241 h 4449479"/>
                <a:gd name="connsiteX297" fmla="*/ 1119316 w 5559551"/>
                <a:gd name="connsiteY297" fmla="*/ 3894473 h 4449479"/>
                <a:gd name="connsiteX298" fmla="*/ 1674347 w 5559551"/>
                <a:gd name="connsiteY298" fmla="*/ 3894473 h 4449479"/>
                <a:gd name="connsiteX299" fmla="*/ 2220130 w 5559551"/>
                <a:gd name="connsiteY299" fmla="*/ 3894473 h 4449479"/>
                <a:gd name="connsiteX300" fmla="*/ 2220130 w 5559551"/>
                <a:gd name="connsiteY300" fmla="*/ 4440241 h 4449479"/>
                <a:gd name="connsiteX301" fmla="*/ 1674347 w 5559551"/>
                <a:gd name="connsiteY301" fmla="*/ 4440241 h 4449479"/>
                <a:gd name="connsiteX302" fmla="*/ 1674347 w 5559551"/>
                <a:gd name="connsiteY302" fmla="*/ 3894473 h 4449479"/>
                <a:gd name="connsiteX303" fmla="*/ 2229379 w 5559551"/>
                <a:gd name="connsiteY303" fmla="*/ 3894473 h 4449479"/>
                <a:gd name="connsiteX304" fmla="*/ 2775161 w 5559551"/>
                <a:gd name="connsiteY304" fmla="*/ 3894473 h 4449479"/>
                <a:gd name="connsiteX305" fmla="*/ 2775161 w 5559551"/>
                <a:gd name="connsiteY305" fmla="*/ 4440241 h 4449479"/>
                <a:gd name="connsiteX306" fmla="*/ 2229379 w 5559551"/>
                <a:gd name="connsiteY306" fmla="*/ 4440241 h 4449479"/>
                <a:gd name="connsiteX307" fmla="*/ 2229379 w 5559551"/>
                <a:gd name="connsiteY307" fmla="*/ 3894473 h 4449479"/>
                <a:gd name="connsiteX308" fmla="*/ 2784410 w 5559551"/>
                <a:gd name="connsiteY308" fmla="*/ 3894473 h 4449479"/>
                <a:gd name="connsiteX309" fmla="*/ 3330178 w 5559551"/>
                <a:gd name="connsiteY309" fmla="*/ 3894473 h 4449479"/>
                <a:gd name="connsiteX310" fmla="*/ 3330178 w 5559551"/>
                <a:gd name="connsiteY310" fmla="*/ 4440241 h 4449479"/>
                <a:gd name="connsiteX311" fmla="*/ 2784410 w 5559551"/>
                <a:gd name="connsiteY311" fmla="*/ 4440241 h 4449479"/>
                <a:gd name="connsiteX312" fmla="*/ 2784410 w 5559551"/>
                <a:gd name="connsiteY312" fmla="*/ 3894473 h 4449479"/>
                <a:gd name="connsiteX313" fmla="*/ 2784410 w 5559551"/>
                <a:gd name="connsiteY313" fmla="*/ 3894473 h 4449479"/>
                <a:gd name="connsiteX314" fmla="*/ 3339417 w 5559551"/>
                <a:gd name="connsiteY314" fmla="*/ 3894473 h 4449479"/>
                <a:gd name="connsiteX315" fmla="*/ 3885247 w 5559551"/>
                <a:gd name="connsiteY315" fmla="*/ 3894473 h 4449479"/>
                <a:gd name="connsiteX316" fmla="*/ 3885247 w 5559551"/>
                <a:gd name="connsiteY316" fmla="*/ 4440241 h 4449479"/>
                <a:gd name="connsiteX317" fmla="*/ 3339417 w 5559551"/>
                <a:gd name="connsiteY317" fmla="*/ 4440241 h 4449479"/>
                <a:gd name="connsiteX318" fmla="*/ 3339417 w 5559551"/>
                <a:gd name="connsiteY318" fmla="*/ 3894473 h 4449479"/>
                <a:gd name="connsiteX319" fmla="*/ 3894487 w 5559551"/>
                <a:gd name="connsiteY319" fmla="*/ 3894473 h 4449479"/>
                <a:gd name="connsiteX320" fmla="*/ 4440269 w 5559551"/>
                <a:gd name="connsiteY320" fmla="*/ 3894473 h 4449479"/>
                <a:gd name="connsiteX321" fmla="*/ 4440269 w 5559551"/>
                <a:gd name="connsiteY321" fmla="*/ 4440241 h 4449479"/>
                <a:gd name="connsiteX322" fmla="*/ 3894487 w 5559551"/>
                <a:gd name="connsiteY322" fmla="*/ 4440241 h 4449479"/>
                <a:gd name="connsiteX323" fmla="*/ 3894487 w 5559551"/>
                <a:gd name="connsiteY323" fmla="*/ 3894473 h 4449479"/>
                <a:gd name="connsiteX324" fmla="*/ 4449509 w 5559551"/>
                <a:gd name="connsiteY324" fmla="*/ 3894473 h 4449479"/>
                <a:gd name="connsiteX325" fmla="*/ 4995291 w 5559551"/>
                <a:gd name="connsiteY325" fmla="*/ 3894473 h 4449479"/>
                <a:gd name="connsiteX326" fmla="*/ 4995291 w 5559551"/>
                <a:gd name="connsiteY326" fmla="*/ 4440241 h 4449479"/>
                <a:gd name="connsiteX327" fmla="*/ 4449509 w 5559551"/>
                <a:gd name="connsiteY327" fmla="*/ 4440241 h 4449479"/>
                <a:gd name="connsiteX328" fmla="*/ 4449509 w 5559551"/>
                <a:gd name="connsiteY328" fmla="*/ 3894473 h 4449479"/>
                <a:gd name="connsiteX329" fmla="*/ 4449509 w 5559551"/>
                <a:gd name="connsiteY329" fmla="*/ 3885224 h 4449479"/>
                <a:gd name="connsiteX330" fmla="*/ 4449509 w 5559551"/>
                <a:gd name="connsiteY330" fmla="*/ 3339441 h 4449479"/>
                <a:gd name="connsiteX331" fmla="*/ 4995291 w 5559551"/>
                <a:gd name="connsiteY331" fmla="*/ 3339441 h 4449479"/>
                <a:gd name="connsiteX332" fmla="*/ 4995291 w 5559551"/>
                <a:gd name="connsiteY332" fmla="*/ 3885224 h 4449479"/>
                <a:gd name="connsiteX333" fmla="*/ 4449509 w 5559551"/>
                <a:gd name="connsiteY333" fmla="*/ 3885224 h 4449479"/>
                <a:gd name="connsiteX334" fmla="*/ 5004530 w 5559551"/>
                <a:gd name="connsiteY334" fmla="*/ 3339441 h 4449479"/>
                <a:gd name="connsiteX335" fmla="*/ 5550313 w 5559551"/>
                <a:gd name="connsiteY335" fmla="*/ 3339441 h 4449479"/>
                <a:gd name="connsiteX336" fmla="*/ 5550313 w 5559551"/>
                <a:gd name="connsiteY336" fmla="*/ 3885224 h 4449479"/>
                <a:gd name="connsiteX337" fmla="*/ 5004530 w 5559551"/>
                <a:gd name="connsiteY337" fmla="*/ 3885224 h 4449479"/>
                <a:gd name="connsiteX338" fmla="*/ 5004530 w 5559551"/>
                <a:gd name="connsiteY338" fmla="*/ 3339441 h 4449479"/>
                <a:gd name="connsiteX339" fmla="*/ 5004530 w 5559551"/>
                <a:gd name="connsiteY339" fmla="*/ 3330192 h 4449479"/>
                <a:gd name="connsiteX340" fmla="*/ 5004530 w 5559551"/>
                <a:gd name="connsiteY340" fmla="*/ 2784410 h 4449479"/>
                <a:gd name="connsiteX341" fmla="*/ 5550313 w 5559551"/>
                <a:gd name="connsiteY341" fmla="*/ 2784410 h 4449479"/>
                <a:gd name="connsiteX342" fmla="*/ 5550313 w 5559551"/>
                <a:gd name="connsiteY342" fmla="*/ 3330192 h 4449479"/>
                <a:gd name="connsiteX343" fmla="*/ 5004530 w 5559551"/>
                <a:gd name="connsiteY343" fmla="*/ 3330192 h 4449479"/>
                <a:gd name="connsiteX344" fmla="*/ 5004530 w 5559551"/>
                <a:gd name="connsiteY344" fmla="*/ 2775161 h 4449479"/>
                <a:gd name="connsiteX345" fmla="*/ 5004530 w 5559551"/>
                <a:gd name="connsiteY345" fmla="*/ 2229379 h 4449479"/>
                <a:gd name="connsiteX346" fmla="*/ 5550313 w 5559551"/>
                <a:gd name="connsiteY346" fmla="*/ 2229379 h 4449479"/>
                <a:gd name="connsiteX347" fmla="*/ 5550313 w 5559551"/>
                <a:gd name="connsiteY347" fmla="*/ 2775161 h 4449479"/>
                <a:gd name="connsiteX348" fmla="*/ 5004530 w 5559551"/>
                <a:gd name="connsiteY348" fmla="*/ 2775161 h 4449479"/>
                <a:gd name="connsiteX349" fmla="*/ 5004530 w 5559551"/>
                <a:gd name="connsiteY349" fmla="*/ 2220130 h 4449479"/>
                <a:gd name="connsiteX350" fmla="*/ 5004530 w 5559551"/>
                <a:gd name="connsiteY350" fmla="*/ 1674347 h 4449479"/>
                <a:gd name="connsiteX351" fmla="*/ 5550313 w 5559551"/>
                <a:gd name="connsiteY351" fmla="*/ 1674347 h 4449479"/>
                <a:gd name="connsiteX352" fmla="*/ 5550313 w 5559551"/>
                <a:gd name="connsiteY352" fmla="*/ 2220130 h 4449479"/>
                <a:gd name="connsiteX353" fmla="*/ 5004530 w 5559551"/>
                <a:gd name="connsiteY353" fmla="*/ 2220130 h 4449479"/>
                <a:gd name="connsiteX354" fmla="*/ 5004530 w 5559551"/>
                <a:gd name="connsiteY354" fmla="*/ 1665094 h 4449479"/>
                <a:gd name="connsiteX355" fmla="*/ 5004530 w 5559551"/>
                <a:gd name="connsiteY355" fmla="*/ 1119311 h 4449479"/>
                <a:gd name="connsiteX356" fmla="*/ 5550313 w 5559551"/>
                <a:gd name="connsiteY356" fmla="*/ 1119311 h 4449479"/>
                <a:gd name="connsiteX357" fmla="*/ 5550313 w 5559551"/>
                <a:gd name="connsiteY357" fmla="*/ 1665094 h 4449479"/>
                <a:gd name="connsiteX358" fmla="*/ 5004530 w 5559551"/>
                <a:gd name="connsiteY358" fmla="*/ 1665094 h 4449479"/>
                <a:gd name="connsiteX359" fmla="*/ 5004530 w 5559551"/>
                <a:gd name="connsiteY359" fmla="*/ 1110063 h 4449479"/>
                <a:gd name="connsiteX360" fmla="*/ 5004530 w 5559551"/>
                <a:gd name="connsiteY360" fmla="*/ 564280 h 4449479"/>
                <a:gd name="connsiteX361" fmla="*/ 5550313 w 5559551"/>
                <a:gd name="connsiteY361" fmla="*/ 564280 h 4449479"/>
                <a:gd name="connsiteX362" fmla="*/ 5550313 w 5559551"/>
                <a:gd name="connsiteY362" fmla="*/ 1110063 h 4449479"/>
                <a:gd name="connsiteX363" fmla="*/ 5004530 w 5559551"/>
                <a:gd name="connsiteY363" fmla="*/ 1110063 h 4449479"/>
                <a:gd name="connsiteX364" fmla="*/ 9249 w 5559551"/>
                <a:gd name="connsiteY364" fmla="*/ 9249 h 4449479"/>
                <a:gd name="connsiteX365" fmla="*/ 555031 w 5559551"/>
                <a:gd name="connsiteY365" fmla="*/ 9249 h 4449479"/>
                <a:gd name="connsiteX366" fmla="*/ 555031 w 5559551"/>
                <a:gd name="connsiteY366" fmla="*/ 555031 h 4449479"/>
                <a:gd name="connsiteX367" fmla="*/ 9249 w 5559551"/>
                <a:gd name="connsiteY367" fmla="*/ 555031 h 4449479"/>
                <a:gd name="connsiteX368" fmla="*/ 9249 w 5559551"/>
                <a:gd name="connsiteY368" fmla="*/ 9249 h 4449479"/>
                <a:gd name="connsiteX369" fmla="*/ 9249 w 5559551"/>
                <a:gd name="connsiteY369" fmla="*/ 564280 h 4449479"/>
                <a:gd name="connsiteX370" fmla="*/ 555031 w 5559551"/>
                <a:gd name="connsiteY370" fmla="*/ 564280 h 4449479"/>
                <a:gd name="connsiteX371" fmla="*/ 555031 w 5559551"/>
                <a:gd name="connsiteY371" fmla="*/ 1110063 h 4449479"/>
                <a:gd name="connsiteX372" fmla="*/ 9249 w 5559551"/>
                <a:gd name="connsiteY372" fmla="*/ 1110063 h 4449479"/>
                <a:gd name="connsiteX373" fmla="*/ 9249 w 5559551"/>
                <a:gd name="connsiteY373" fmla="*/ 564280 h 4449479"/>
                <a:gd name="connsiteX374" fmla="*/ 9249 w 5559551"/>
                <a:gd name="connsiteY374" fmla="*/ 1119316 h 4449479"/>
                <a:gd name="connsiteX375" fmla="*/ 555031 w 5559551"/>
                <a:gd name="connsiteY375" fmla="*/ 1119316 h 4449479"/>
                <a:gd name="connsiteX376" fmla="*/ 555031 w 5559551"/>
                <a:gd name="connsiteY376" fmla="*/ 1665099 h 4449479"/>
                <a:gd name="connsiteX377" fmla="*/ 9249 w 5559551"/>
                <a:gd name="connsiteY377" fmla="*/ 1665099 h 4449479"/>
                <a:gd name="connsiteX378" fmla="*/ 9249 w 5559551"/>
                <a:gd name="connsiteY378" fmla="*/ 1119316 h 4449479"/>
                <a:gd name="connsiteX379" fmla="*/ 9249 w 5559551"/>
                <a:gd name="connsiteY379" fmla="*/ 1674347 h 4449479"/>
                <a:gd name="connsiteX380" fmla="*/ 555031 w 5559551"/>
                <a:gd name="connsiteY380" fmla="*/ 1674347 h 4449479"/>
                <a:gd name="connsiteX381" fmla="*/ 555031 w 5559551"/>
                <a:gd name="connsiteY381" fmla="*/ 2220130 h 4449479"/>
                <a:gd name="connsiteX382" fmla="*/ 9249 w 5559551"/>
                <a:gd name="connsiteY382" fmla="*/ 2220130 h 4449479"/>
                <a:gd name="connsiteX383" fmla="*/ 9249 w 5559551"/>
                <a:gd name="connsiteY383" fmla="*/ 1674347 h 4449479"/>
                <a:gd name="connsiteX384" fmla="*/ 9249 w 5559551"/>
                <a:gd name="connsiteY384" fmla="*/ 2229379 h 4449479"/>
                <a:gd name="connsiteX385" fmla="*/ 555031 w 5559551"/>
                <a:gd name="connsiteY385" fmla="*/ 2229379 h 4449479"/>
                <a:gd name="connsiteX386" fmla="*/ 555031 w 5559551"/>
                <a:gd name="connsiteY386" fmla="*/ 2775161 h 4449479"/>
                <a:gd name="connsiteX387" fmla="*/ 9249 w 5559551"/>
                <a:gd name="connsiteY387" fmla="*/ 2775161 h 4449479"/>
                <a:gd name="connsiteX388" fmla="*/ 9249 w 5559551"/>
                <a:gd name="connsiteY388" fmla="*/ 2229379 h 4449479"/>
                <a:gd name="connsiteX389" fmla="*/ 9249 w 5559551"/>
                <a:gd name="connsiteY389" fmla="*/ 2784410 h 4449479"/>
                <a:gd name="connsiteX390" fmla="*/ 555031 w 5559551"/>
                <a:gd name="connsiteY390" fmla="*/ 2784410 h 4449479"/>
                <a:gd name="connsiteX391" fmla="*/ 555031 w 5559551"/>
                <a:gd name="connsiteY391" fmla="*/ 3330192 h 4449479"/>
                <a:gd name="connsiteX392" fmla="*/ 9249 w 5559551"/>
                <a:gd name="connsiteY392" fmla="*/ 3330192 h 4449479"/>
                <a:gd name="connsiteX393" fmla="*/ 9249 w 5559551"/>
                <a:gd name="connsiteY393" fmla="*/ 2784410 h 4449479"/>
                <a:gd name="connsiteX394" fmla="*/ 9249 w 5559551"/>
                <a:gd name="connsiteY394" fmla="*/ 3339441 h 4449479"/>
                <a:gd name="connsiteX395" fmla="*/ 555031 w 5559551"/>
                <a:gd name="connsiteY395" fmla="*/ 3339441 h 4449479"/>
                <a:gd name="connsiteX396" fmla="*/ 555031 w 5559551"/>
                <a:gd name="connsiteY396" fmla="*/ 3885224 h 4449479"/>
                <a:gd name="connsiteX397" fmla="*/ 9249 w 5559551"/>
                <a:gd name="connsiteY397" fmla="*/ 3885224 h 4449479"/>
                <a:gd name="connsiteX398" fmla="*/ 9249 w 5559551"/>
                <a:gd name="connsiteY398" fmla="*/ 3339441 h 4449479"/>
                <a:gd name="connsiteX399" fmla="*/ 9249 w 5559551"/>
                <a:gd name="connsiteY399" fmla="*/ 3894473 h 4449479"/>
                <a:gd name="connsiteX400" fmla="*/ 555031 w 5559551"/>
                <a:gd name="connsiteY400" fmla="*/ 3894473 h 4449479"/>
                <a:gd name="connsiteX401" fmla="*/ 555031 w 5559551"/>
                <a:gd name="connsiteY401" fmla="*/ 4440241 h 4449479"/>
                <a:gd name="connsiteX402" fmla="*/ 9249 w 5559551"/>
                <a:gd name="connsiteY402" fmla="*/ 4440241 h 4449479"/>
                <a:gd name="connsiteX403" fmla="*/ 9249 w 5559551"/>
                <a:gd name="connsiteY403" fmla="*/ 3894473 h 4449479"/>
                <a:gd name="connsiteX404" fmla="*/ 5004530 w 5559551"/>
                <a:gd name="connsiteY404" fmla="*/ 4440241 h 4449479"/>
                <a:gd name="connsiteX405" fmla="*/ 5004530 w 5559551"/>
                <a:gd name="connsiteY405" fmla="*/ 3894473 h 4449479"/>
                <a:gd name="connsiteX406" fmla="*/ 5550313 w 5559551"/>
                <a:gd name="connsiteY406" fmla="*/ 3894473 h 4449479"/>
                <a:gd name="connsiteX407" fmla="*/ 5550313 w 5559551"/>
                <a:gd name="connsiteY407" fmla="*/ 4440241 h 4449479"/>
                <a:gd name="connsiteX408" fmla="*/ 5004530 w 5559551"/>
                <a:gd name="connsiteY408" fmla="*/ 4440241 h 444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5559551" h="4449479">
                  <a:moveTo>
                    <a:pt x="0" y="0"/>
                  </a:moveTo>
                  <a:lnTo>
                    <a:pt x="0" y="4449480"/>
                  </a:lnTo>
                  <a:lnTo>
                    <a:pt x="5559552" y="4449480"/>
                  </a:lnTo>
                  <a:lnTo>
                    <a:pt x="5559552" y="0"/>
                  </a:lnTo>
                  <a:lnTo>
                    <a:pt x="0" y="0"/>
                  </a:lnTo>
                  <a:close/>
                  <a:moveTo>
                    <a:pt x="5550313" y="555031"/>
                  </a:moveTo>
                  <a:lnTo>
                    <a:pt x="5004530" y="555031"/>
                  </a:lnTo>
                  <a:lnTo>
                    <a:pt x="5004530" y="9249"/>
                  </a:lnTo>
                  <a:lnTo>
                    <a:pt x="5550313" y="9249"/>
                  </a:lnTo>
                  <a:lnTo>
                    <a:pt x="5550313" y="555031"/>
                  </a:lnTo>
                  <a:close/>
                  <a:moveTo>
                    <a:pt x="2775161" y="2229379"/>
                  </a:moveTo>
                  <a:lnTo>
                    <a:pt x="2775161" y="2775161"/>
                  </a:lnTo>
                  <a:lnTo>
                    <a:pt x="2229379" y="2775161"/>
                  </a:lnTo>
                  <a:lnTo>
                    <a:pt x="2229379" y="2229379"/>
                  </a:lnTo>
                  <a:lnTo>
                    <a:pt x="2775161" y="2229379"/>
                  </a:lnTo>
                  <a:close/>
                  <a:moveTo>
                    <a:pt x="2229379" y="2220130"/>
                  </a:moveTo>
                  <a:lnTo>
                    <a:pt x="2229379" y="1674347"/>
                  </a:lnTo>
                  <a:lnTo>
                    <a:pt x="2775161" y="1674347"/>
                  </a:lnTo>
                  <a:lnTo>
                    <a:pt x="2775161" y="2220130"/>
                  </a:lnTo>
                  <a:lnTo>
                    <a:pt x="2229379" y="2220130"/>
                  </a:lnTo>
                  <a:close/>
                  <a:moveTo>
                    <a:pt x="2784410" y="2229379"/>
                  </a:moveTo>
                  <a:lnTo>
                    <a:pt x="3330178" y="2229379"/>
                  </a:lnTo>
                  <a:lnTo>
                    <a:pt x="3330178" y="2775161"/>
                  </a:lnTo>
                  <a:lnTo>
                    <a:pt x="2784410" y="2775161"/>
                  </a:lnTo>
                  <a:lnTo>
                    <a:pt x="2784410" y="2229379"/>
                  </a:lnTo>
                  <a:lnTo>
                    <a:pt x="2784410" y="2229379"/>
                  </a:lnTo>
                  <a:close/>
                  <a:moveTo>
                    <a:pt x="2784410" y="2220130"/>
                  </a:moveTo>
                  <a:lnTo>
                    <a:pt x="2784410" y="1674347"/>
                  </a:lnTo>
                  <a:lnTo>
                    <a:pt x="3330178" y="1674347"/>
                  </a:lnTo>
                  <a:lnTo>
                    <a:pt x="3330178" y="2220130"/>
                  </a:lnTo>
                  <a:lnTo>
                    <a:pt x="2784410" y="2220130"/>
                  </a:lnTo>
                  <a:close/>
                  <a:moveTo>
                    <a:pt x="3339417" y="1674347"/>
                  </a:moveTo>
                  <a:lnTo>
                    <a:pt x="3885247" y="1674347"/>
                  </a:lnTo>
                  <a:lnTo>
                    <a:pt x="3885247" y="2220130"/>
                  </a:lnTo>
                  <a:lnTo>
                    <a:pt x="3339417" y="2220130"/>
                  </a:lnTo>
                  <a:lnTo>
                    <a:pt x="3339417" y="1674347"/>
                  </a:lnTo>
                  <a:close/>
                  <a:moveTo>
                    <a:pt x="3339417" y="1665094"/>
                  </a:moveTo>
                  <a:lnTo>
                    <a:pt x="3339417" y="1119311"/>
                  </a:lnTo>
                  <a:lnTo>
                    <a:pt x="3885247" y="1119311"/>
                  </a:lnTo>
                  <a:lnTo>
                    <a:pt x="3885247" y="1665094"/>
                  </a:lnTo>
                  <a:lnTo>
                    <a:pt x="3339417" y="1665094"/>
                  </a:lnTo>
                  <a:close/>
                  <a:moveTo>
                    <a:pt x="3330178" y="1665094"/>
                  </a:moveTo>
                  <a:lnTo>
                    <a:pt x="2784410" y="1665094"/>
                  </a:lnTo>
                  <a:lnTo>
                    <a:pt x="2784410" y="1119311"/>
                  </a:lnTo>
                  <a:lnTo>
                    <a:pt x="3330178" y="1119311"/>
                  </a:lnTo>
                  <a:lnTo>
                    <a:pt x="3330178" y="1665094"/>
                  </a:lnTo>
                  <a:close/>
                  <a:moveTo>
                    <a:pt x="2775161" y="1665094"/>
                  </a:moveTo>
                  <a:lnTo>
                    <a:pt x="2229379" y="1665094"/>
                  </a:lnTo>
                  <a:lnTo>
                    <a:pt x="2229379" y="1119311"/>
                  </a:lnTo>
                  <a:lnTo>
                    <a:pt x="2775161" y="1119311"/>
                  </a:lnTo>
                  <a:lnTo>
                    <a:pt x="2775161" y="1665094"/>
                  </a:lnTo>
                  <a:close/>
                  <a:moveTo>
                    <a:pt x="2220130" y="1665094"/>
                  </a:moveTo>
                  <a:lnTo>
                    <a:pt x="1674347" y="1665094"/>
                  </a:lnTo>
                  <a:lnTo>
                    <a:pt x="1674347" y="1119311"/>
                  </a:lnTo>
                  <a:lnTo>
                    <a:pt x="2220130" y="1119311"/>
                  </a:lnTo>
                  <a:lnTo>
                    <a:pt x="2220130" y="1665094"/>
                  </a:lnTo>
                  <a:close/>
                  <a:moveTo>
                    <a:pt x="2220130" y="1674347"/>
                  </a:moveTo>
                  <a:lnTo>
                    <a:pt x="2220130" y="2220130"/>
                  </a:lnTo>
                  <a:lnTo>
                    <a:pt x="1674347" y="2220130"/>
                  </a:lnTo>
                  <a:lnTo>
                    <a:pt x="1674347" y="1674347"/>
                  </a:lnTo>
                  <a:lnTo>
                    <a:pt x="2220130" y="1674347"/>
                  </a:lnTo>
                  <a:close/>
                  <a:moveTo>
                    <a:pt x="2220130" y="2229379"/>
                  </a:moveTo>
                  <a:lnTo>
                    <a:pt x="2220130" y="2775161"/>
                  </a:lnTo>
                  <a:lnTo>
                    <a:pt x="1674347" y="2775161"/>
                  </a:lnTo>
                  <a:lnTo>
                    <a:pt x="1674347" y="2229379"/>
                  </a:lnTo>
                  <a:lnTo>
                    <a:pt x="2220130" y="2229379"/>
                  </a:lnTo>
                  <a:close/>
                  <a:moveTo>
                    <a:pt x="2220130" y="2784410"/>
                  </a:moveTo>
                  <a:lnTo>
                    <a:pt x="2220130" y="3330192"/>
                  </a:lnTo>
                  <a:lnTo>
                    <a:pt x="1674347" y="3330192"/>
                  </a:lnTo>
                  <a:lnTo>
                    <a:pt x="1674347" y="2784410"/>
                  </a:lnTo>
                  <a:lnTo>
                    <a:pt x="2220130" y="2784410"/>
                  </a:lnTo>
                  <a:close/>
                  <a:moveTo>
                    <a:pt x="2229379" y="2784410"/>
                  </a:moveTo>
                  <a:lnTo>
                    <a:pt x="2775161" y="2784410"/>
                  </a:lnTo>
                  <a:lnTo>
                    <a:pt x="2775161" y="3330192"/>
                  </a:lnTo>
                  <a:lnTo>
                    <a:pt x="2229379" y="3330192"/>
                  </a:lnTo>
                  <a:lnTo>
                    <a:pt x="2229379" y="2784410"/>
                  </a:lnTo>
                  <a:close/>
                  <a:moveTo>
                    <a:pt x="2784410" y="2784410"/>
                  </a:moveTo>
                  <a:lnTo>
                    <a:pt x="3330178" y="2784410"/>
                  </a:lnTo>
                  <a:lnTo>
                    <a:pt x="3330178" y="3330192"/>
                  </a:lnTo>
                  <a:lnTo>
                    <a:pt x="2784410" y="3330192"/>
                  </a:lnTo>
                  <a:lnTo>
                    <a:pt x="2784410" y="2784410"/>
                  </a:lnTo>
                  <a:lnTo>
                    <a:pt x="2784410" y="2784410"/>
                  </a:lnTo>
                  <a:close/>
                  <a:moveTo>
                    <a:pt x="3339417" y="2784410"/>
                  </a:moveTo>
                  <a:lnTo>
                    <a:pt x="3885247" y="2784410"/>
                  </a:lnTo>
                  <a:lnTo>
                    <a:pt x="3885247" y="3330192"/>
                  </a:lnTo>
                  <a:lnTo>
                    <a:pt x="3339417" y="3330192"/>
                  </a:lnTo>
                  <a:lnTo>
                    <a:pt x="3339417" y="2784410"/>
                  </a:lnTo>
                  <a:close/>
                  <a:moveTo>
                    <a:pt x="3339417" y="2775161"/>
                  </a:moveTo>
                  <a:lnTo>
                    <a:pt x="3339417" y="2229379"/>
                  </a:lnTo>
                  <a:lnTo>
                    <a:pt x="3885247" y="2229379"/>
                  </a:lnTo>
                  <a:lnTo>
                    <a:pt x="3885247" y="2775161"/>
                  </a:lnTo>
                  <a:lnTo>
                    <a:pt x="3339417" y="2775161"/>
                  </a:lnTo>
                  <a:close/>
                  <a:moveTo>
                    <a:pt x="3894487" y="2229379"/>
                  </a:moveTo>
                  <a:lnTo>
                    <a:pt x="4440269" y="2229379"/>
                  </a:lnTo>
                  <a:lnTo>
                    <a:pt x="4440269" y="2775161"/>
                  </a:lnTo>
                  <a:lnTo>
                    <a:pt x="3894487" y="2775161"/>
                  </a:lnTo>
                  <a:lnTo>
                    <a:pt x="3894487" y="2229379"/>
                  </a:lnTo>
                  <a:close/>
                  <a:moveTo>
                    <a:pt x="3894487" y="2220130"/>
                  </a:moveTo>
                  <a:lnTo>
                    <a:pt x="3894487" y="1674347"/>
                  </a:lnTo>
                  <a:lnTo>
                    <a:pt x="4440269" y="1674347"/>
                  </a:lnTo>
                  <a:lnTo>
                    <a:pt x="4440269" y="2220130"/>
                  </a:lnTo>
                  <a:lnTo>
                    <a:pt x="3894487" y="2220130"/>
                  </a:lnTo>
                  <a:close/>
                  <a:moveTo>
                    <a:pt x="3894487" y="1665094"/>
                  </a:moveTo>
                  <a:lnTo>
                    <a:pt x="3894487" y="1119311"/>
                  </a:lnTo>
                  <a:lnTo>
                    <a:pt x="4440269" y="1119311"/>
                  </a:lnTo>
                  <a:lnTo>
                    <a:pt x="4440269" y="1665094"/>
                  </a:lnTo>
                  <a:lnTo>
                    <a:pt x="3894487" y="1665094"/>
                  </a:lnTo>
                  <a:close/>
                  <a:moveTo>
                    <a:pt x="3894487" y="1110063"/>
                  </a:moveTo>
                  <a:lnTo>
                    <a:pt x="3894487" y="564280"/>
                  </a:lnTo>
                  <a:lnTo>
                    <a:pt x="4440269" y="564280"/>
                  </a:lnTo>
                  <a:lnTo>
                    <a:pt x="4440269" y="1110063"/>
                  </a:lnTo>
                  <a:lnTo>
                    <a:pt x="3894487" y="1110063"/>
                  </a:lnTo>
                  <a:close/>
                  <a:moveTo>
                    <a:pt x="3885247" y="1110063"/>
                  </a:moveTo>
                  <a:lnTo>
                    <a:pt x="3339417" y="1110063"/>
                  </a:lnTo>
                  <a:lnTo>
                    <a:pt x="3339417" y="564280"/>
                  </a:lnTo>
                  <a:lnTo>
                    <a:pt x="3885247" y="564280"/>
                  </a:lnTo>
                  <a:lnTo>
                    <a:pt x="3885247" y="1110063"/>
                  </a:lnTo>
                  <a:close/>
                  <a:moveTo>
                    <a:pt x="3330178" y="1110063"/>
                  </a:moveTo>
                  <a:lnTo>
                    <a:pt x="2784410" y="1110063"/>
                  </a:lnTo>
                  <a:lnTo>
                    <a:pt x="2784410" y="564280"/>
                  </a:lnTo>
                  <a:lnTo>
                    <a:pt x="3330178" y="564280"/>
                  </a:lnTo>
                  <a:lnTo>
                    <a:pt x="3330178" y="1110063"/>
                  </a:lnTo>
                  <a:close/>
                  <a:moveTo>
                    <a:pt x="2775161" y="1110063"/>
                  </a:moveTo>
                  <a:lnTo>
                    <a:pt x="2229379" y="1110063"/>
                  </a:lnTo>
                  <a:lnTo>
                    <a:pt x="2229379" y="564280"/>
                  </a:lnTo>
                  <a:lnTo>
                    <a:pt x="2775161" y="564280"/>
                  </a:lnTo>
                  <a:lnTo>
                    <a:pt x="2775161" y="1110063"/>
                  </a:lnTo>
                  <a:close/>
                  <a:moveTo>
                    <a:pt x="2220130" y="1110063"/>
                  </a:moveTo>
                  <a:lnTo>
                    <a:pt x="1674347" y="1110063"/>
                  </a:lnTo>
                  <a:lnTo>
                    <a:pt x="1674347" y="564280"/>
                  </a:lnTo>
                  <a:lnTo>
                    <a:pt x="2220130" y="564280"/>
                  </a:lnTo>
                  <a:lnTo>
                    <a:pt x="2220130" y="1110063"/>
                  </a:lnTo>
                  <a:close/>
                  <a:moveTo>
                    <a:pt x="1665094" y="1110063"/>
                  </a:moveTo>
                  <a:lnTo>
                    <a:pt x="1119311" y="1110063"/>
                  </a:lnTo>
                  <a:lnTo>
                    <a:pt x="1119311" y="564280"/>
                  </a:lnTo>
                  <a:lnTo>
                    <a:pt x="1665094" y="564280"/>
                  </a:lnTo>
                  <a:lnTo>
                    <a:pt x="1665094" y="1110063"/>
                  </a:lnTo>
                  <a:close/>
                  <a:moveTo>
                    <a:pt x="1665094" y="1119316"/>
                  </a:moveTo>
                  <a:lnTo>
                    <a:pt x="1665094" y="1665099"/>
                  </a:lnTo>
                  <a:lnTo>
                    <a:pt x="1119311" y="1665099"/>
                  </a:lnTo>
                  <a:lnTo>
                    <a:pt x="1119311" y="1119316"/>
                  </a:lnTo>
                  <a:lnTo>
                    <a:pt x="1665094" y="1119316"/>
                  </a:lnTo>
                  <a:close/>
                  <a:moveTo>
                    <a:pt x="1665094" y="1674347"/>
                  </a:moveTo>
                  <a:lnTo>
                    <a:pt x="1665094" y="2220130"/>
                  </a:lnTo>
                  <a:lnTo>
                    <a:pt x="1119311" y="2220130"/>
                  </a:lnTo>
                  <a:lnTo>
                    <a:pt x="1119311" y="1674347"/>
                  </a:lnTo>
                  <a:lnTo>
                    <a:pt x="1665094" y="1674347"/>
                  </a:lnTo>
                  <a:close/>
                  <a:moveTo>
                    <a:pt x="1665094" y="2229379"/>
                  </a:moveTo>
                  <a:lnTo>
                    <a:pt x="1665094" y="2775161"/>
                  </a:lnTo>
                  <a:lnTo>
                    <a:pt x="1119311" y="2775161"/>
                  </a:lnTo>
                  <a:lnTo>
                    <a:pt x="1119311" y="2229379"/>
                  </a:lnTo>
                  <a:lnTo>
                    <a:pt x="1665094" y="2229379"/>
                  </a:lnTo>
                  <a:close/>
                  <a:moveTo>
                    <a:pt x="1665094" y="2784410"/>
                  </a:moveTo>
                  <a:lnTo>
                    <a:pt x="1665094" y="3330192"/>
                  </a:lnTo>
                  <a:lnTo>
                    <a:pt x="1119311" y="3330192"/>
                  </a:lnTo>
                  <a:lnTo>
                    <a:pt x="1119311" y="2784410"/>
                  </a:lnTo>
                  <a:lnTo>
                    <a:pt x="1665094" y="2784410"/>
                  </a:lnTo>
                  <a:close/>
                  <a:moveTo>
                    <a:pt x="1665094" y="3339441"/>
                  </a:moveTo>
                  <a:lnTo>
                    <a:pt x="1665094" y="3885224"/>
                  </a:lnTo>
                  <a:lnTo>
                    <a:pt x="1119311" y="3885224"/>
                  </a:lnTo>
                  <a:lnTo>
                    <a:pt x="1119311" y="3339441"/>
                  </a:lnTo>
                  <a:lnTo>
                    <a:pt x="1665094" y="3339441"/>
                  </a:lnTo>
                  <a:close/>
                  <a:moveTo>
                    <a:pt x="1674347" y="3339441"/>
                  </a:moveTo>
                  <a:lnTo>
                    <a:pt x="2220130" y="3339441"/>
                  </a:lnTo>
                  <a:lnTo>
                    <a:pt x="2220130" y="3885224"/>
                  </a:lnTo>
                  <a:lnTo>
                    <a:pt x="1674347" y="3885224"/>
                  </a:lnTo>
                  <a:lnTo>
                    <a:pt x="1674347" y="3339441"/>
                  </a:lnTo>
                  <a:close/>
                  <a:moveTo>
                    <a:pt x="2229379" y="3339441"/>
                  </a:moveTo>
                  <a:lnTo>
                    <a:pt x="2775161" y="3339441"/>
                  </a:lnTo>
                  <a:lnTo>
                    <a:pt x="2775161" y="3885224"/>
                  </a:lnTo>
                  <a:lnTo>
                    <a:pt x="2229379" y="3885224"/>
                  </a:lnTo>
                  <a:lnTo>
                    <a:pt x="2229379" y="3339441"/>
                  </a:lnTo>
                  <a:close/>
                  <a:moveTo>
                    <a:pt x="2784410" y="3339441"/>
                  </a:moveTo>
                  <a:lnTo>
                    <a:pt x="3330178" y="3339441"/>
                  </a:lnTo>
                  <a:lnTo>
                    <a:pt x="3330178" y="3885224"/>
                  </a:lnTo>
                  <a:lnTo>
                    <a:pt x="2784410" y="3885224"/>
                  </a:lnTo>
                  <a:lnTo>
                    <a:pt x="2784410" y="3339441"/>
                  </a:lnTo>
                  <a:lnTo>
                    <a:pt x="2784410" y="3339441"/>
                  </a:lnTo>
                  <a:close/>
                  <a:moveTo>
                    <a:pt x="3339417" y="3339441"/>
                  </a:moveTo>
                  <a:lnTo>
                    <a:pt x="3885247" y="3339441"/>
                  </a:lnTo>
                  <a:lnTo>
                    <a:pt x="3885247" y="3885224"/>
                  </a:lnTo>
                  <a:lnTo>
                    <a:pt x="3339417" y="3885224"/>
                  </a:lnTo>
                  <a:lnTo>
                    <a:pt x="3339417" y="3339441"/>
                  </a:lnTo>
                  <a:close/>
                  <a:moveTo>
                    <a:pt x="3894487" y="3339441"/>
                  </a:moveTo>
                  <a:lnTo>
                    <a:pt x="4440269" y="3339441"/>
                  </a:lnTo>
                  <a:lnTo>
                    <a:pt x="4440269" y="3885224"/>
                  </a:lnTo>
                  <a:lnTo>
                    <a:pt x="3894487" y="3885224"/>
                  </a:lnTo>
                  <a:lnTo>
                    <a:pt x="3894487" y="3339441"/>
                  </a:lnTo>
                  <a:close/>
                  <a:moveTo>
                    <a:pt x="3894487" y="3330192"/>
                  </a:moveTo>
                  <a:lnTo>
                    <a:pt x="3894487" y="2784410"/>
                  </a:lnTo>
                  <a:lnTo>
                    <a:pt x="4440269" y="2784410"/>
                  </a:lnTo>
                  <a:lnTo>
                    <a:pt x="4440269" y="3330192"/>
                  </a:lnTo>
                  <a:lnTo>
                    <a:pt x="3894487" y="3330192"/>
                  </a:lnTo>
                  <a:close/>
                  <a:moveTo>
                    <a:pt x="4449509" y="2784410"/>
                  </a:moveTo>
                  <a:lnTo>
                    <a:pt x="4995291" y="2784410"/>
                  </a:lnTo>
                  <a:lnTo>
                    <a:pt x="4995291" y="3330192"/>
                  </a:lnTo>
                  <a:lnTo>
                    <a:pt x="4449509" y="3330192"/>
                  </a:lnTo>
                  <a:lnTo>
                    <a:pt x="4449509" y="2784410"/>
                  </a:lnTo>
                  <a:close/>
                  <a:moveTo>
                    <a:pt x="4449509" y="2775161"/>
                  </a:moveTo>
                  <a:lnTo>
                    <a:pt x="4449509" y="2229379"/>
                  </a:lnTo>
                  <a:lnTo>
                    <a:pt x="4995291" y="2229379"/>
                  </a:lnTo>
                  <a:lnTo>
                    <a:pt x="4995291" y="2775161"/>
                  </a:lnTo>
                  <a:lnTo>
                    <a:pt x="4449509" y="2775161"/>
                  </a:lnTo>
                  <a:close/>
                  <a:moveTo>
                    <a:pt x="4449509" y="2220130"/>
                  </a:moveTo>
                  <a:lnTo>
                    <a:pt x="4449509" y="1674347"/>
                  </a:lnTo>
                  <a:lnTo>
                    <a:pt x="4995291" y="1674347"/>
                  </a:lnTo>
                  <a:lnTo>
                    <a:pt x="4995291" y="2220130"/>
                  </a:lnTo>
                  <a:lnTo>
                    <a:pt x="4449509" y="2220130"/>
                  </a:lnTo>
                  <a:close/>
                  <a:moveTo>
                    <a:pt x="4449509" y="1665094"/>
                  </a:moveTo>
                  <a:lnTo>
                    <a:pt x="4449509" y="1119311"/>
                  </a:lnTo>
                  <a:lnTo>
                    <a:pt x="4995291" y="1119311"/>
                  </a:lnTo>
                  <a:lnTo>
                    <a:pt x="4995291" y="1665094"/>
                  </a:lnTo>
                  <a:lnTo>
                    <a:pt x="4449509" y="1665094"/>
                  </a:lnTo>
                  <a:close/>
                  <a:moveTo>
                    <a:pt x="4449509" y="1110063"/>
                  </a:moveTo>
                  <a:lnTo>
                    <a:pt x="4449509" y="564280"/>
                  </a:lnTo>
                  <a:lnTo>
                    <a:pt x="4995291" y="564280"/>
                  </a:lnTo>
                  <a:lnTo>
                    <a:pt x="4995291" y="1110063"/>
                  </a:lnTo>
                  <a:lnTo>
                    <a:pt x="4449509" y="1110063"/>
                  </a:lnTo>
                  <a:close/>
                  <a:moveTo>
                    <a:pt x="4449509" y="555031"/>
                  </a:moveTo>
                  <a:lnTo>
                    <a:pt x="4449509" y="9249"/>
                  </a:lnTo>
                  <a:lnTo>
                    <a:pt x="4995291" y="9249"/>
                  </a:lnTo>
                  <a:lnTo>
                    <a:pt x="4995291" y="555031"/>
                  </a:lnTo>
                  <a:lnTo>
                    <a:pt x="4449509" y="555031"/>
                  </a:lnTo>
                  <a:close/>
                  <a:moveTo>
                    <a:pt x="4440269" y="555031"/>
                  </a:moveTo>
                  <a:lnTo>
                    <a:pt x="3894487" y="555031"/>
                  </a:lnTo>
                  <a:lnTo>
                    <a:pt x="3894487" y="9249"/>
                  </a:lnTo>
                  <a:lnTo>
                    <a:pt x="4440269" y="9249"/>
                  </a:lnTo>
                  <a:lnTo>
                    <a:pt x="4440269" y="555031"/>
                  </a:lnTo>
                  <a:close/>
                  <a:moveTo>
                    <a:pt x="3885247" y="555031"/>
                  </a:moveTo>
                  <a:lnTo>
                    <a:pt x="3339417" y="555031"/>
                  </a:lnTo>
                  <a:lnTo>
                    <a:pt x="3339417" y="9249"/>
                  </a:lnTo>
                  <a:lnTo>
                    <a:pt x="3885247" y="9249"/>
                  </a:lnTo>
                  <a:lnTo>
                    <a:pt x="3885247" y="555031"/>
                  </a:lnTo>
                  <a:close/>
                  <a:moveTo>
                    <a:pt x="3330178" y="555031"/>
                  </a:moveTo>
                  <a:lnTo>
                    <a:pt x="2784410" y="555031"/>
                  </a:lnTo>
                  <a:lnTo>
                    <a:pt x="2784410" y="9249"/>
                  </a:lnTo>
                  <a:lnTo>
                    <a:pt x="3330178" y="9249"/>
                  </a:lnTo>
                  <a:lnTo>
                    <a:pt x="3330178" y="555031"/>
                  </a:lnTo>
                  <a:close/>
                  <a:moveTo>
                    <a:pt x="2775161" y="555031"/>
                  </a:moveTo>
                  <a:lnTo>
                    <a:pt x="2229379" y="555031"/>
                  </a:lnTo>
                  <a:lnTo>
                    <a:pt x="2229379" y="9249"/>
                  </a:lnTo>
                  <a:lnTo>
                    <a:pt x="2775161" y="9249"/>
                  </a:lnTo>
                  <a:lnTo>
                    <a:pt x="2775161" y="555031"/>
                  </a:lnTo>
                  <a:close/>
                  <a:moveTo>
                    <a:pt x="2220130" y="555031"/>
                  </a:moveTo>
                  <a:lnTo>
                    <a:pt x="1674347" y="555031"/>
                  </a:lnTo>
                  <a:lnTo>
                    <a:pt x="1674347" y="9249"/>
                  </a:lnTo>
                  <a:lnTo>
                    <a:pt x="2220130" y="9249"/>
                  </a:lnTo>
                  <a:lnTo>
                    <a:pt x="2220130" y="555031"/>
                  </a:lnTo>
                  <a:close/>
                  <a:moveTo>
                    <a:pt x="1665094" y="555031"/>
                  </a:moveTo>
                  <a:lnTo>
                    <a:pt x="1119311" y="555031"/>
                  </a:lnTo>
                  <a:lnTo>
                    <a:pt x="1119311" y="9249"/>
                  </a:lnTo>
                  <a:lnTo>
                    <a:pt x="1665094" y="9249"/>
                  </a:lnTo>
                  <a:lnTo>
                    <a:pt x="1665094" y="555031"/>
                  </a:lnTo>
                  <a:close/>
                  <a:moveTo>
                    <a:pt x="1110063" y="555031"/>
                  </a:moveTo>
                  <a:lnTo>
                    <a:pt x="564280" y="555031"/>
                  </a:lnTo>
                  <a:lnTo>
                    <a:pt x="564280" y="9249"/>
                  </a:lnTo>
                  <a:lnTo>
                    <a:pt x="1110063" y="9249"/>
                  </a:lnTo>
                  <a:lnTo>
                    <a:pt x="1110063" y="555031"/>
                  </a:lnTo>
                  <a:close/>
                  <a:moveTo>
                    <a:pt x="1110063" y="564280"/>
                  </a:moveTo>
                  <a:lnTo>
                    <a:pt x="1110063" y="1110063"/>
                  </a:lnTo>
                  <a:lnTo>
                    <a:pt x="564280" y="1110063"/>
                  </a:lnTo>
                  <a:lnTo>
                    <a:pt x="564280" y="564280"/>
                  </a:lnTo>
                  <a:lnTo>
                    <a:pt x="1110063" y="564280"/>
                  </a:lnTo>
                  <a:close/>
                  <a:moveTo>
                    <a:pt x="1110063" y="1119316"/>
                  </a:moveTo>
                  <a:lnTo>
                    <a:pt x="1110063" y="1665099"/>
                  </a:lnTo>
                  <a:lnTo>
                    <a:pt x="564280" y="1665099"/>
                  </a:lnTo>
                  <a:lnTo>
                    <a:pt x="564280" y="1119316"/>
                  </a:lnTo>
                  <a:lnTo>
                    <a:pt x="1110063" y="1119316"/>
                  </a:lnTo>
                  <a:close/>
                  <a:moveTo>
                    <a:pt x="1110063" y="1674347"/>
                  </a:moveTo>
                  <a:lnTo>
                    <a:pt x="1110063" y="2220130"/>
                  </a:lnTo>
                  <a:lnTo>
                    <a:pt x="564280" y="2220130"/>
                  </a:lnTo>
                  <a:lnTo>
                    <a:pt x="564280" y="1674347"/>
                  </a:lnTo>
                  <a:lnTo>
                    <a:pt x="1110063" y="1674347"/>
                  </a:lnTo>
                  <a:close/>
                  <a:moveTo>
                    <a:pt x="1110063" y="2229379"/>
                  </a:moveTo>
                  <a:lnTo>
                    <a:pt x="1110063" y="2775161"/>
                  </a:lnTo>
                  <a:lnTo>
                    <a:pt x="564280" y="2775161"/>
                  </a:lnTo>
                  <a:lnTo>
                    <a:pt x="564280" y="2229379"/>
                  </a:lnTo>
                  <a:lnTo>
                    <a:pt x="1110063" y="2229379"/>
                  </a:lnTo>
                  <a:close/>
                  <a:moveTo>
                    <a:pt x="1110063" y="2784410"/>
                  </a:moveTo>
                  <a:lnTo>
                    <a:pt x="1110063" y="3330192"/>
                  </a:lnTo>
                  <a:lnTo>
                    <a:pt x="564280" y="3330192"/>
                  </a:lnTo>
                  <a:lnTo>
                    <a:pt x="564280" y="2784410"/>
                  </a:lnTo>
                  <a:lnTo>
                    <a:pt x="1110063" y="2784410"/>
                  </a:lnTo>
                  <a:close/>
                  <a:moveTo>
                    <a:pt x="1110063" y="3339441"/>
                  </a:moveTo>
                  <a:lnTo>
                    <a:pt x="1110063" y="3885224"/>
                  </a:lnTo>
                  <a:lnTo>
                    <a:pt x="564280" y="3885224"/>
                  </a:lnTo>
                  <a:lnTo>
                    <a:pt x="564280" y="3339441"/>
                  </a:lnTo>
                  <a:lnTo>
                    <a:pt x="1110063" y="3339441"/>
                  </a:lnTo>
                  <a:close/>
                  <a:moveTo>
                    <a:pt x="1110063" y="3894473"/>
                  </a:moveTo>
                  <a:lnTo>
                    <a:pt x="1110063" y="4440241"/>
                  </a:lnTo>
                  <a:lnTo>
                    <a:pt x="564280" y="4440241"/>
                  </a:lnTo>
                  <a:lnTo>
                    <a:pt x="564280" y="3894473"/>
                  </a:lnTo>
                  <a:lnTo>
                    <a:pt x="1110063" y="3894473"/>
                  </a:lnTo>
                  <a:close/>
                  <a:moveTo>
                    <a:pt x="1119316" y="3894473"/>
                  </a:moveTo>
                  <a:lnTo>
                    <a:pt x="1665099" y="3894473"/>
                  </a:lnTo>
                  <a:lnTo>
                    <a:pt x="1665099" y="4440241"/>
                  </a:lnTo>
                  <a:lnTo>
                    <a:pt x="1119316" y="4440241"/>
                  </a:lnTo>
                  <a:lnTo>
                    <a:pt x="1119316" y="3894473"/>
                  </a:lnTo>
                  <a:close/>
                  <a:moveTo>
                    <a:pt x="1674347" y="3894473"/>
                  </a:moveTo>
                  <a:lnTo>
                    <a:pt x="2220130" y="3894473"/>
                  </a:lnTo>
                  <a:lnTo>
                    <a:pt x="2220130" y="4440241"/>
                  </a:lnTo>
                  <a:lnTo>
                    <a:pt x="1674347" y="4440241"/>
                  </a:lnTo>
                  <a:lnTo>
                    <a:pt x="1674347" y="3894473"/>
                  </a:lnTo>
                  <a:close/>
                  <a:moveTo>
                    <a:pt x="2229379" y="3894473"/>
                  </a:moveTo>
                  <a:lnTo>
                    <a:pt x="2775161" y="3894473"/>
                  </a:lnTo>
                  <a:lnTo>
                    <a:pt x="2775161" y="4440241"/>
                  </a:lnTo>
                  <a:lnTo>
                    <a:pt x="2229379" y="4440241"/>
                  </a:lnTo>
                  <a:lnTo>
                    <a:pt x="2229379" y="3894473"/>
                  </a:lnTo>
                  <a:close/>
                  <a:moveTo>
                    <a:pt x="2784410" y="3894473"/>
                  </a:moveTo>
                  <a:lnTo>
                    <a:pt x="3330178" y="3894473"/>
                  </a:lnTo>
                  <a:lnTo>
                    <a:pt x="3330178" y="4440241"/>
                  </a:lnTo>
                  <a:lnTo>
                    <a:pt x="2784410" y="4440241"/>
                  </a:lnTo>
                  <a:lnTo>
                    <a:pt x="2784410" y="3894473"/>
                  </a:lnTo>
                  <a:lnTo>
                    <a:pt x="2784410" y="3894473"/>
                  </a:lnTo>
                  <a:close/>
                  <a:moveTo>
                    <a:pt x="3339417" y="3894473"/>
                  </a:moveTo>
                  <a:lnTo>
                    <a:pt x="3885247" y="3894473"/>
                  </a:lnTo>
                  <a:lnTo>
                    <a:pt x="3885247" y="4440241"/>
                  </a:lnTo>
                  <a:lnTo>
                    <a:pt x="3339417" y="4440241"/>
                  </a:lnTo>
                  <a:lnTo>
                    <a:pt x="3339417" y="3894473"/>
                  </a:lnTo>
                  <a:close/>
                  <a:moveTo>
                    <a:pt x="3894487" y="3894473"/>
                  </a:moveTo>
                  <a:lnTo>
                    <a:pt x="4440269" y="3894473"/>
                  </a:lnTo>
                  <a:lnTo>
                    <a:pt x="4440269" y="4440241"/>
                  </a:lnTo>
                  <a:lnTo>
                    <a:pt x="3894487" y="4440241"/>
                  </a:lnTo>
                  <a:lnTo>
                    <a:pt x="3894487" y="3894473"/>
                  </a:lnTo>
                  <a:close/>
                  <a:moveTo>
                    <a:pt x="4449509" y="3894473"/>
                  </a:moveTo>
                  <a:lnTo>
                    <a:pt x="4995291" y="3894473"/>
                  </a:lnTo>
                  <a:lnTo>
                    <a:pt x="4995291" y="4440241"/>
                  </a:lnTo>
                  <a:lnTo>
                    <a:pt x="4449509" y="4440241"/>
                  </a:lnTo>
                  <a:lnTo>
                    <a:pt x="4449509" y="3894473"/>
                  </a:lnTo>
                  <a:close/>
                  <a:moveTo>
                    <a:pt x="4449509" y="3885224"/>
                  </a:moveTo>
                  <a:lnTo>
                    <a:pt x="4449509" y="3339441"/>
                  </a:lnTo>
                  <a:lnTo>
                    <a:pt x="4995291" y="3339441"/>
                  </a:lnTo>
                  <a:lnTo>
                    <a:pt x="4995291" y="3885224"/>
                  </a:lnTo>
                  <a:lnTo>
                    <a:pt x="4449509" y="3885224"/>
                  </a:lnTo>
                  <a:close/>
                  <a:moveTo>
                    <a:pt x="5004530" y="3339441"/>
                  </a:moveTo>
                  <a:lnTo>
                    <a:pt x="5550313" y="3339441"/>
                  </a:lnTo>
                  <a:lnTo>
                    <a:pt x="5550313" y="3885224"/>
                  </a:lnTo>
                  <a:lnTo>
                    <a:pt x="5004530" y="3885224"/>
                  </a:lnTo>
                  <a:lnTo>
                    <a:pt x="5004530" y="3339441"/>
                  </a:lnTo>
                  <a:close/>
                  <a:moveTo>
                    <a:pt x="5004530" y="3330192"/>
                  </a:moveTo>
                  <a:lnTo>
                    <a:pt x="5004530" y="2784410"/>
                  </a:lnTo>
                  <a:lnTo>
                    <a:pt x="5550313" y="2784410"/>
                  </a:lnTo>
                  <a:lnTo>
                    <a:pt x="5550313" y="3330192"/>
                  </a:lnTo>
                  <a:lnTo>
                    <a:pt x="5004530" y="3330192"/>
                  </a:lnTo>
                  <a:close/>
                  <a:moveTo>
                    <a:pt x="5004530" y="2775161"/>
                  </a:moveTo>
                  <a:lnTo>
                    <a:pt x="5004530" y="2229379"/>
                  </a:lnTo>
                  <a:lnTo>
                    <a:pt x="5550313" y="2229379"/>
                  </a:lnTo>
                  <a:lnTo>
                    <a:pt x="5550313" y="2775161"/>
                  </a:lnTo>
                  <a:lnTo>
                    <a:pt x="5004530" y="2775161"/>
                  </a:lnTo>
                  <a:close/>
                  <a:moveTo>
                    <a:pt x="5004530" y="2220130"/>
                  </a:moveTo>
                  <a:lnTo>
                    <a:pt x="5004530" y="1674347"/>
                  </a:lnTo>
                  <a:lnTo>
                    <a:pt x="5550313" y="1674347"/>
                  </a:lnTo>
                  <a:lnTo>
                    <a:pt x="5550313" y="2220130"/>
                  </a:lnTo>
                  <a:lnTo>
                    <a:pt x="5004530" y="2220130"/>
                  </a:lnTo>
                  <a:close/>
                  <a:moveTo>
                    <a:pt x="5004530" y="1665094"/>
                  </a:moveTo>
                  <a:lnTo>
                    <a:pt x="5004530" y="1119311"/>
                  </a:lnTo>
                  <a:lnTo>
                    <a:pt x="5550313" y="1119311"/>
                  </a:lnTo>
                  <a:lnTo>
                    <a:pt x="5550313" y="1665094"/>
                  </a:lnTo>
                  <a:lnTo>
                    <a:pt x="5004530" y="1665094"/>
                  </a:lnTo>
                  <a:close/>
                  <a:moveTo>
                    <a:pt x="5004530" y="1110063"/>
                  </a:moveTo>
                  <a:lnTo>
                    <a:pt x="5004530" y="564280"/>
                  </a:lnTo>
                  <a:lnTo>
                    <a:pt x="5550313" y="564280"/>
                  </a:lnTo>
                  <a:lnTo>
                    <a:pt x="5550313" y="1110063"/>
                  </a:lnTo>
                  <a:lnTo>
                    <a:pt x="5004530" y="1110063"/>
                  </a:lnTo>
                  <a:close/>
                  <a:moveTo>
                    <a:pt x="9249" y="9249"/>
                  </a:moveTo>
                  <a:lnTo>
                    <a:pt x="555031" y="9249"/>
                  </a:lnTo>
                  <a:lnTo>
                    <a:pt x="555031" y="555031"/>
                  </a:lnTo>
                  <a:lnTo>
                    <a:pt x="9249" y="555031"/>
                  </a:lnTo>
                  <a:lnTo>
                    <a:pt x="9249" y="9249"/>
                  </a:lnTo>
                  <a:close/>
                  <a:moveTo>
                    <a:pt x="9249" y="564280"/>
                  </a:moveTo>
                  <a:lnTo>
                    <a:pt x="555031" y="564280"/>
                  </a:lnTo>
                  <a:lnTo>
                    <a:pt x="555031" y="1110063"/>
                  </a:lnTo>
                  <a:lnTo>
                    <a:pt x="9249" y="1110063"/>
                  </a:lnTo>
                  <a:lnTo>
                    <a:pt x="9249" y="564280"/>
                  </a:lnTo>
                  <a:close/>
                  <a:moveTo>
                    <a:pt x="9249" y="1119316"/>
                  </a:moveTo>
                  <a:lnTo>
                    <a:pt x="555031" y="1119316"/>
                  </a:lnTo>
                  <a:lnTo>
                    <a:pt x="555031" y="1665099"/>
                  </a:lnTo>
                  <a:lnTo>
                    <a:pt x="9249" y="1665099"/>
                  </a:lnTo>
                  <a:lnTo>
                    <a:pt x="9249" y="1119316"/>
                  </a:lnTo>
                  <a:close/>
                  <a:moveTo>
                    <a:pt x="9249" y="1674347"/>
                  </a:moveTo>
                  <a:lnTo>
                    <a:pt x="555031" y="1674347"/>
                  </a:lnTo>
                  <a:lnTo>
                    <a:pt x="555031" y="2220130"/>
                  </a:lnTo>
                  <a:lnTo>
                    <a:pt x="9249" y="2220130"/>
                  </a:lnTo>
                  <a:lnTo>
                    <a:pt x="9249" y="1674347"/>
                  </a:lnTo>
                  <a:close/>
                  <a:moveTo>
                    <a:pt x="9249" y="2229379"/>
                  </a:moveTo>
                  <a:lnTo>
                    <a:pt x="555031" y="2229379"/>
                  </a:lnTo>
                  <a:lnTo>
                    <a:pt x="555031" y="2775161"/>
                  </a:lnTo>
                  <a:lnTo>
                    <a:pt x="9249" y="2775161"/>
                  </a:lnTo>
                  <a:lnTo>
                    <a:pt x="9249" y="2229379"/>
                  </a:lnTo>
                  <a:close/>
                  <a:moveTo>
                    <a:pt x="9249" y="2784410"/>
                  </a:moveTo>
                  <a:lnTo>
                    <a:pt x="555031" y="2784410"/>
                  </a:lnTo>
                  <a:lnTo>
                    <a:pt x="555031" y="3330192"/>
                  </a:lnTo>
                  <a:lnTo>
                    <a:pt x="9249" y="3330192"/>
                  </a:lnTo>
                  <a:lnTo>
                    <a:pt x="9249" y="2784410"/>
                  </a:lnTo>
                  <a:close/>
                  <a:moveTo>
                    <a:pt x="9249" y="3339441"/>
                  </a:moveTo>
                  <a:lnTo>
                    <a:pt x="555031" y="3339441"/>
                  </a:lnTo>
                  <a:lnTo>
                    <a:pt x="555031" y="3885224"/>
                  </a:lnTo>
                  <a:lnTo>
                    <a:pt x="9249" y="3885224"/>
                  </a:lnTo>
                  <a:lnTo>
                    <a:pt x="9249" y="3339441"/>
                  </a:lnTo>
                  <a:close/>
                  <a:moveTo>
                    <a:pt x="9249" y="3894473"/>
                  </a:moveTo>
                  <a:lnTo>
                    <a:pt x="555031" y="3894473"/>
                  </a:lnTo>
                  <a:lnTo>
                    <a:pt x="555031" y="4440241"/>
                  </a:lnTo>
                  <a:lnTo>
                    <a:pt x="9249" y="4440241"/>
                  </a:lnTo>
                  <a:lnTo>
                    <a:pt x="9249" y="3894473"/>
                  </a:lnTo>
                  <a:close/>
                  <a:moveTo>
                    <a:pt x="5004530" y="4440241"/>
                  </a:moveTo>
                  <a:lnTo>
                    <a:pt x="5004530" y="3894473"/>
                  </a:lnTo>
                  <a:lnTo>
                    <a:pt x="5550313" y="3894473"/>
                  </a:lnTo>
                  <a:lnTo>
                    <a:pt x="5550313" y="4440241"/>
                  </a:lnTo>
                  <a:lnTo>
                    <a:pt x="5004530" y="4440241"/>
                  </a:lnTo>
                  <a:close/>
                </a:path>
              </a:pathLst>
            </a:custGeom>
            <a:solidFill>
              <a:srgbClr val="E6E6E6"/>
            </a:solidFill>
            <a:ln w="4763" cap="flat">
              <a:solidFill>
                <a:sysClr val="window" lastClr="FFFFFF">
                  <a:lumMod val="85000"/>
                </a:sys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Trebuchet MS" panose="020B0603020202020204"/>
              </a:endParaRPr>
            </a:p>
          </p:txBody>
        </p:sp>
      </p:grpSp>
      <p:sp>
        <p:nvSpPr>
          <p:cNvPr id="2" name="Title 1">
            <a:extLst>
              <a:ext uri="{FF2B5EF4-FFF2-40B4-BE49-F238E27FC236}">
                <a16:creationId xmlns:a16="http://schemas.microsoft.com/office/drawing/2014/main" id="{722A18FB-B607-B418-86FC-09529385E374}"/>
              </a:ext>
            </a:extLst>
          </p:cNvPr>
          <p:cNvSpPr>
            <a:spLocks noGrp="1"/>
          </p:cNvSpPr>
          <p:nvPr>
            <p:ph type="title"/>
          </p:nvPr>
        </p:nvSpPr>
        <p:spPr/>
        <p:txBody>
          <a:bodyPr/>
          <a:lstStyle/>
          <a:p>
            <a:r>
              <a:rPr lang="en-GB" dirty="0"/>
              <a:t>Who Is Correct? Why?</a:t>
            </a:r>
          </a:p>
        </p:txBody>
      </p:sp>
      <p:grpSp>
        <p:nvGrpSpPr>
          <p:cNvPr id="6" name="Group 5">
            <a:extLst>
              <a:ext uri="{FF2B5EF4-FFF2-40B4-BE49-F238E27FC236}">
                <a16:creationId xmlns:a16="http://schemas.microsoft.com/office/drawing/2014/main" id="{E4814139-5B7C-45FF-DCB4-06FFCFA1B5FA}"/>
              </a:ext>
            </a:extLst>
          </p:cNvPr>
          <p:cNvGrpSpPr/>
          <p:nvPr/>
        </p:nvGrpSpPr>
        <p:grpSpPr>
          <a:xfrm>
            <a:off x="247784" y="1238924"/>
            <a:ext cx="1234023" cy="3955798"/>
            <a:chOff x="446485" y="0"/>
            <a:chExt cx="1592964" cy="5058920"/>
          </a:xfrm>
        </p:grpSpPr>
        <p:pic>
          <p:nvPicPr>
            <p:cNvPr id="7" name="Graphic 6" descr="Girl crossing her arms">
              <a:extLst>
                <a:ext uri="{FF2B5EF4-FFF2-40B4-BE49-F238E27FC236}">
                  <a16:creationId xmlns:a16="http://schemas.microsoft.com/office/drawing/2014/main" id="{F3F8CD55-D744-A542-1256-60B34D795F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746" y="463035"/>
              <a:ext cx="1523703" cy="4595885"/>
            </a:xfrm>
            <a:prstGeom prst="rect">
              <a:avLst/>
            </a:prstGeom>
          </p:spPr>
        </p:pic>
        <p:pic>
          <p:nvPicPr>
            <p:cNvPr id="11" name="Graphic 10" descr="A woman's face">
              <a:extLst>
                <a:ext uri="{FF2B5EF4-FFF2-40B4-BE49-F238E27FC236}">
                  <a16:creationId xmlns:a16="http://schemas.microsoft.com/office/drawing/2014/main" id="{A20AC683-2A8B-14AE-DB8A-86AADB71D2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3476" y="275638"/>
              <a:ext cx="352747" cy="374794"/>
            </a:xfrm>
            <a:prstGeom prst="rect">
              <a:avLst/>
            </a:prstGeom>
          </p:spPr>
        </p:pic>
        <p:pic>
          <p:nvPicPr>
            <p:cNvPr id="14" name="Graphic 13" descr="A headscarf">
              <a:extLst>
                <a:ext uri="{FF2B5EF4-FFF2-40B4-BE49-F238E27FC236}">
                  <a16:creationId xmlns:a16="http://schemas.microsoft.com/office/drawing/2014/main" id="{404F1965-0E03-E461-CF45-3FF536BAAD4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6485" y="0"/>
              <a:ext cx="904875" cy="1019175"/>
            </a:xfrm>
            <a:prstGeom prst="rect">
              <a:avLst/>
            </a:prstGeom>
          </p:spPr>
        </p:pic>
      </p:grpSp>
      <p:grpSp>
        <p:nvGrpSpPr>
          <p:cNvPr id="16" name="Group 15">
            <a:extLst>
              <a:ext uri="{FF2B5EF4-FFF2-40B4-BE49-F238E27FC236}">
                <a16:creationId xmlns:a16="http://schemas.microsoft.com/office/drawing/2014/main" id="{28B430EE-66BB-CDC9-F039-E2E976BF1824}"/>
              </a:ext>
            </a:extLst>
          </p:cNvPr>
          <p:cNvGrpSpPr/>
          <p:nvPr/>
        </p:nvGrpSpPr>
        <p:grpSpPr>
          <a:xfrm flipH="1">
            <a:off x="7603508" y="1446705"/>
            <a:ext cx="1155940" cy="3748017"/>
            <a:chOff x="6972154" y="654551"/>
            <a:chExt cx="1155940" cy="3748017"/>
          </a:xfrm>
        </p:grpSpPr>
        <p:grpSp>
          <p:nvGrpSpPr>
            <p:cNvPr id="20" name="Group 19">
              <a:extLst>
                <a:ext uri="{FF2B5EF4-FFF2-40B4-BE49-F238E27FC236}">
                  <a16:creationId xmlns:a16="http://schemas.microsoft.com/office/drawing/2014/main" id="{C9380CC2-A183-126D-2506-70932CA1C19E}"/>
                </a:ext>
              </a:extLst>
            </p:cNvPr>
            <p:cNvGrpSpPr/>
            <p:nvPr/>
          </p:nvGrpSpPr>
          <p:grpSpPr>
            <a:xfrm>
              <a:off x="6972154" y="654551"/>
              <a:ext cx="1155940" cy="3748017"/>
              <a:chOff x="5400675" y="892994"/>
              <a:chExt cx="1390650" cy="4436243"/>
            </a:xfrm>
          </p:grpSpPr>
          <p:pic>
            <p:nvPicPr>
              <p:cNvPr id="23" name="Graphic 22" descr="A man with prosthetic leg">
                <a:extLst>
                  <a:ext uri="{FF2B5EF4-FFF2-40B4-BE49-F238E27FC236}">
                    <a16:creationId xmlns:a16="http://schemas.microsoft.com/office/drawing/2014/main" id="{CEF02508-B752-E7E3-F02E-EDC8059CE9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00675" y="1528762"/>
                <a:ext cx="1390650" cy="3800475"/>
              </a:xfrm>
              <a:prstGeom prst="rect">
                <a:avLst/>
              </a:prstGeom>
            </p:spPr>
          </p:pic>
          <p:pic>
            <p:nvPicPr>
              <p:cNvPr id="24" name="Graphic 23" descr="Boy with twisted hair">
                <a:extLst>
                  <a:ext uri="{FF2B5EF4-FFF2-40B4-BE49-F238E27FC236}">
                    <a16:creationId xmlns:a16="http://schemas.microsoft.com/office/drawing/2014/main" id="{F34AB2D0-4DB6-B06B-ED0D-9AB75B7BBF2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729250" y="892994"/>
                <a:ext cx="666750" cy="771525"/>
              </a:xfrm>
              <a:prstGeom prst="rect">
                <a:avLst/>
              </a:prstGeom>
            </p:spPr>
          </p:pic>
          <p:pic>
            <p:nvPicPr>
              <p:cNvPr id="25" name="Graphic 24" descr="Smiling face with teeth">
                <a:extLst>
                  <a:ext uri="{FF2B5EF4-FFF2-40B4-BE49-F238E27FC236}">
                    <a16:creationId xmlns:a16="http://schemas.microsoft.com/office/drawing/2014/main" id="{A8586641-01A5-D721-04D9-B3BB6109041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014459" y="1201677"/>
                <a:ext cx="304800" cy="333375"/>
              </a:xfrm>
              <a:prstGeom prst="rect">
                <a:avLst/>
              </a:prstGeom>
            </p:spPr>
          </p:pic>
        </p:grpSp>
        <p:pic>
          <p:nvPicPr>
            <p:cNvPr id="21" name="Graphic 20" descr="Small round eyeglasses">
              <a:extLst>
                <a:ext uri="{FF2B5EF4-FFF2-40B4-BE49-F238E27FC236}">
                  <a16:creationId xmlns:a16="http://schemas.microsoft.com/office/drawing/2014/main" id="{1B14537E-09BE-D66D-5CE0-DF4A881C82E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21865" y="932407"/>
              <a:ext cx="468465" cy="171529"/>
            </a:xfrm>
            <a:prstGeom prst="rect">
              <a:avLst/>
            </a:prstGeom>
          </p:spPr>
        </p:pic>
      </p:grpSp>
      <p:sp>
        <p:nvSpPr>
          <p:cNvPr id="27" name="TextBox 26">
            <a:extLst>
              <a:ext uri="{FF2B5EF4-FFF2-40B4-BE49-F238E27FC236}">
                <a16:creationId xmlns:a16="http://schemas.microsoft.com/office/drawing/2014/main" id="{2161CE3D-6C4A-0210-8A1C-D12241BC8D5F}"/>
              </a:ext>
            </a:extLst>
          </p:cNvPr>
          <p:cNvSpPr txBox="1"/>
          <p:nvPr/>
        </p:nvSpPr>
        <p:spPr>
          <a:xfrm>
            <a:off x="357842" y="5213855"/>
            <a:ext cx="1123966" cy="369332"/>
          </a:xfrm>
          <a:prstGeom prst="rect">
            <a:avLst/>
          </a:prstGeom>
          <a:noFill/>
        </p:spPr>
        <p:txBody>
          <a:bodyPr wrap="square">
            <a:spAutoFit/>
          </a:bodyPr>
          <a:lstStyle/>
          <a:p>
            <a:r>
              <a:rPr lang="en-GB" dirty="0">
                <a:latin typeface="Modern Love" panose="04090805081005020601" pitchFamily="82" charset="0"/>
                <a:cs typeface="Dreaming Outloud Script Pro" panose="020F0502020204030204" pitchFamily="66" charset="0"/>
              </a:rPr>
              <a:t>Basma</a:t>
            </a:r>
          </a:p>
        </p:txBody>
      </p:sp>
      <p:sp>
        <p:nvSpPr>
          <p:cNvPr id="28" name="TextBox 27">
            <a:extLst>
              <a:ext uri="{FF2B5EF4-FFF2-40B4-BE49-F238E27FC236}">
                <a16:creationId xmlns:a16="http://schemas.microsoft.com/office/drawing/2014/main" id="{7D647CB4-D9FE-338B-8669-B9A4D0ACDF94}"/>
              </a:ext>
            </a:extLst>
          </p:cNvPr>
          <p:cNvSpPr txBox="1"/>
          <p:nvPr/>
        </p:nvSpPr>
        <p:spPr>
          <a:xfrm>
            <a:off x="7764899" y="5213855"/>
            <a:ext cx="1132447" cy="369332"/>
          </a:xfrm>
          <a:prstGeom prst="rect">
            <a:avLst/>
          </a:prstGeom>
          <a:noFill/>
        </p:spPr>
        <p:txBody>
          <a:bodyPr wrap="square">
            <a:spAutoFit/>
          </a:bodyPr>
          <a:lstStyle/>
          <a:p>
            <a:r>
              <a:rPr lang="en-GB" dirty="0">
                <a:latin typeface="Bradley Hand ITC" panose="03070402050302030203" pitchFamily="66" charset="0"/>
                <a:cs typeface="Dreaming Outloud Script Pro" panose="020F0502020204030204" pitchFamily="66" charset="0"/>
              </a:rPr>
              <a:t>Nathan</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B487746-C4D4-6076-5746-C9954816ABFD}"/>
                  </a:ext>
                </a:extLst>
              </p:cNvPr>
              <p:cNvSpPr txBox="1"/>
              <p:nvPr/>
            </p:nvSpPr>
            <p:spPr>
              <a:xfrm>
                <a:off x="2627256" y="693092"/>
                <a:ext cx="388948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solidFill>
                      <a:schemeClr val="tx1"/>
                    </a:solidFill>
                    <a:cs typeface="Calibri" panose="020F0502020204030204" pitchFamily="34" charset="0"/>
                  </a:rPr>
                  <a:t>Calculate </a:t>
                </a:r>
                <a14:m>
                  <m:oMath xmlns:m="http://schemas.openxmlformats.org/officeDocument/2006/math">
                    <m:r>
                      <a:rPr lang="en-GB" sz="2000" b="0" i="1" smtClean="0">
                        <a:solidFill>
                          <a:schemeClr val="tx1"/>
                        </a:solidFill>
                        <a:latin typeface="Cambria Math" panose="02040503050406030204" pitchFamily="18" charset="0"/>
                        <a:cs typeface="Calibri" panose="020F0502020204030204" pitchFamily="34" charset="0"/>
                      </a:rPr>
                      <m:t>−</m:t>
                    </m:r>
                    <m:sSup>
                      <m:sSupPr>
                        <m:ctrlPr>
                          <a:rPr lang="en-GB" sz="2000" b="0" i="1" smtClean="0">
                            <a:solidFill>
                              <a:schemeClr val="tx1"/>
                            </a:solidFill>
                            <a:latin typeface="Cambria Math" panose="02040503050406030204" pitchFamily="18" charset="0"/>
                            <a:cs typeface="Calibri" panose="020F0502020204030204" pitchFamily="34" charset="0"/>
                          </a:rPr>
                        </m:ctrlPr>
                      </m:sSupPr>
                      <m:e>
                        <m:r>
                          <a:rPr lang="en-GB" sz="2000" b="0" i="1" smtClean="0">
                            <a:solidFill>
                              <a:schemeClr val="tx1"/>
                            </a:solidFill>
                            <a:latin typeface="Cambria Math" panose="02040503050406030204" pitchFamily="18" charset="0"/>
                            <a:cs typeface="Calibri" panose="020F0502020204030204" pitchFamily="34" charset="0"/>
                          </a:rPr>
                          <m:t>5</m:t>
                        </m:r>
                      </m:e>
                      <m:sup>
                        <m:r>
                          <a:rPr lang="en-GB" sz="2000" b="0" i="1" smtClean="0">
                            <a:solidFill>
                              <a:schemeClr val="tx1"/>
                            </a:solidFill>
                            <a:latin typeface="Cambria Math" panose="02040503050406030204" pitchFamily="18" charset="0"/>
                            <a:cs typeface="Calibri" panose="020F0502020204030204" pitchFamily="34" charset="0"/>
                          </a:rPr>
                          <m:t>−1</m:t>
                        </m:r>
                      </m:sup>
                    </m:sSup>
                  </m:oMath>
                </a14:m>
                <a:endParaRPr lang="en-US" sz="2000" dirty="0">
                  <a:solidFill>
                    <a:schemeClr val="tx1"/>
                  </a:solidFill>
                  <a:cs typeface="Calibri" panose="020F0502020204030204" pitchFamily="34" charset="0"/>
                </a:endParaRPr>
              </a:p>
            </p:txBody>
          </p:sp>
        </mc:Choice>
        <mc:Fallback xmlns="">
          <p:sp>
            <p:nvSpPr>
              <p:cNvPr id="30" name="TextBox 29">
                <a:extLst>
                  <a:ext uri="{FF2B5EF4-FFF2-40B4-BE49-F238E27FC236}">
                    <a16:creationId xmlns:a16="http://schemas.microsoft.com/office/drawing/2014/main" id="{DB487746-C4D4-6076-5746-C9954816ABFD}"/>
                  </a:ext>
                </a:extLst>
              </p:cNvPr>
              <p:cNvSpPr txBox="1">
                <a:spLocks noRot="1" noChangeAspect="1" noMove="1" noResize="1" noEditPoints="1" noAdjustHandles="1" noChangeArrowheads="1" noChangeShapeType="1" noTextEdit="1"/>
              </p:cNvSpPr>
              <p:nvPr/>
            </p:nvSpPr>
            <p:spPr>
              <a:xfrm>
                <a:off x="2627256" y="693092"/>
                <a:ext cx="3889486" cy="400110"/>
              </a:xfrm>
              <a:prstGeom prst="rect">
                <a:avLst/>
              </a:prstGeom>
              <a:blipFill>
                <a:blip r:embed="rId17"/>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grpSp>
        <p:nvGrpSpPr>
          <p:cNvPr id="32" name="Group 31">
            <a:extLst>
              <a:ext uri="{FF2B5EF4-FFF2-40B4-BE49-F238E27FC236}">
                <a16:creationId xmlns:a16="http://schemas.microsoft.com/office/drawing/2014/main" id="{D7790180-57E4-8B3A-659E-0ABCDF0B163C}"/>
              </a:ext>
            </a:extLst>
          </p:cNvPr>
          <p:cNvGrpSpPr/>
          <p:nvPr/>
        </p:nvGrpSpPr>
        <p:grpSpPr>
          <a:xfrm>
            <a:off x="1535461" y="1307818"/>
            <a:ext cx="2847433" cy="2246463"/>
            <a:chOff x="2664639" y="2694860"/>
            <a:chExt cx="5588409" cy="4489541"/>
          </a:xfrm>
        </p:grpSpPr>
        <p:sp>
          <p:nvSpPr>
            <p:cNvPr id="33" name="Free-form: Shape 97">
              <a:extLst>
                <a:ext uri="{FF2B5EF4-FFF2-40B4-BE49-F238E27FC236}">
                  <a16:creationId xmlns:a16="http://schemas.microsoft.com/office/drawing/2014/main" id="{DA9C3A74-72AD-659E-8CAF-92CE966B6F22}"/>
                </a:ext>
              </a:extLst>
            </p:cNvPr>
            <p:cNvSpPr/>
            <p:nvPr/>
          </p:nvSpPr>
          <p:spPr>
            <a:xfrm>
              <a:off x="2674513" y="2694860"/>
              <a:ext cx="5578535" cy="4470244"/>
            </a:xfrm>
            <a:custGeom>
              <a:avLst/>
              <a:gdLst>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9144000" h="5143500">
                  <a:moveTo>
                    <a:pt x="0" y="0"/>
                  </a:moveTo>
                  <a:lnTo>
                    <a:pt x="9144000" y="0"/>
                  </a:lnTo>
                  <a:lnTo>
                    <a:pt x="9144000" y="5143500"/>
                  </a:lnTo>
                  <a:lnTo>
                    <a:pt x="0" y="5143500"/>
                  </a:lnTo>
                  <a:close/>
                </a:path>
              </a:pathLst>
            </a:custGeom>
            <a:solidFill>
              <a:srgbClr val="F2F2F2"/>
            </a:solidFill>
            <a:ln w="476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Trebuchet MS" panose="020B0603020202020204"/>
              </a:endParaRPr>
            </a:p>
          </p:txBody>
        </p:sp>
        <p:sp>
          <p:nvSpPr>
            <p:cNvPr id="36" name="Free-form: Shape 98">
              <a:extLst>
                <a:ext uri="{FF2B5EF4-FFF2-40B4-BE49-F238E27FC236}">
                  <a16:creationId xmlns:a16="http://schemas.microsoft.com/office/drawing/2014/main" id="{9D9BE98F-C3C2-604A-7EE7-646F93187E43}"/>
                </a:ext>
              </a:extLst>
            </p:cNvPr>
            <p:cNvSpPr/>
            <p:nvPr/>
          </p:nvSpPr>
          <p:spPr>
            <a:xfrm>
              <a:off x="2664639" y="2734922"/>
              <a:ext cx="5559551" cy="4449479"/>
            </a:xfrm>
            <a:custGeom>
              <a:avLst/>
              <a:gdLst>
                <a:gd name="connsiteX0" fmla="*/ 0 w 5559551"/>
                <a:gd name="connsiteY0" fmla="*/ 0 h 4449479"/>
                <a:gd name="connsiteX1" fmla="*/ 0 w 5559551"/>
                <a:gd name="connsiteY1" fmla="*/ 4449480 h 4449479"/>
                <a:gd name="connsiteX2" fmla="*/ 5559552 w 5559551"/>
                <a:gd name="connsiteY2" fmla="*/ 4449480 h 4449479"/>
                <a:gd name="connsiteX3" fmla="*/ 5559552 w 5559551"/>
                <a:gd name="connsiteY3" fmla="*/ 0 h 4449479"/>
                <a:gd name="connsiteX4" fmla="*/ 0 w 5559551"/>
                <a:gd name="connsiteY4" fmla="*/ 0 h 4449479"/>
                <a:gd name="connsiteX5" fmla="*/ 5550313 w 5559551"/>
                <a:gd name="connsiteY5" fmla="*/ 555031 h 4449479"/>
                <a:gd name="connsiteX6" fmla="*/ 5004530 w 5559551"/>
                <a:gd name="connsiteY6" fmla="*/ 555031 h 4449479"/>
                <a:gd name="connsiteX7" fmla="*/ 5004530 w 5559551"/>
                <a:gd name="connsiteY7" fmla="*/ 9249 h 4449479"/>
                <a:gd name="connsiteX8" fmla="*/ 5550313 w 5559551"/>
                <a:gd name="connsiteY8" fmla="*/ 9249 h 4449479"/>
                <a:gd name="connsiteX9" fmla="*/ 5550313 w 5559551"/>
                <a:gd name="connsiteY9" fmla="*/ 555031 h 4449479"/>
                <a:gd name="connsiteX10" fmla="*/ 2775161 w 5559551"/>
                <a:gd name="connsiteY10" fmla="*/ 2229379 h 4449479"/>
                <a:gd name="connsiteX11" fmla="*/ 2775161 w 5559551"/>
                <a:gd name="connsiteY11" fmla="*/ 2775161 h 4449479"/>
                <a:gd name="connsiteX12" fmla="*/ 2229379 w 5559551"/>
                <a:gd name="connsiteY12" fmla="*/ 2775161 h 4449479"/>
                <a:gd name="connsiteX13" fmla="*/ 2229379 w 5559551"/>
                <a:gd name="connsiteY13" fmla="*/ 2229379 h 4449479"/>
                <a:gd name="connsiteX14" fmla="*/ 2775161 w 5559551"/>
                <a:gd name="connsiteY14" fmla="*/ 2229379 h 4449479"/>
                <a:gd name="connsiteX15" fmla="*/ 2229379 w 5559551"/>
                <a:gd name="connsiteY15" fmla="*/ 2220130 h 4449479"/>
                <a:gd name="connsiteX16" fmla="*/ 2229379 w 5559551"/>
                <a:gd name="connsiteY16" fmla="*/ 1674347 h 4449479"/>
                <a:gd name="connsiteX17" fmla="*/ 2775161 w 5559551"/>
                <a:gd name="connsiteY17" fmla="*/ 1674347 h 4449479"/>
                <a:gd name="connsiteX18" fmla="*/ 2775161 w 5559551"/>
                <a:gd name="connsiteY18" fmla="*/ 2220130 h 4449479"/>
                <a:gd name="connsiteX19" fmla="*/ 2229379 w 5559551"/>
                <a:gd name="connsiteY19" fmla="*/ 2220130 h 4449479"/>
                <a:gd name="connsiteX20" fmla="*/ 2784410 w 5559551"/>
                <a:gd name="connsiteY20" fmla="*/ 2229379 h 4449479"/>
                <a:gd name="connsiteX21" fmla="*/ 3330178 w 5559551"/>
                <a:gd name="connsiteY21" fmla="*/ 2229379 h 4449479"/>
                <a:gd name="connsiteX22" fmla="*/ 3330178 w 5559551"/>
                <a:gd name="connsiteY22" fmla="*/ 2775161 h 4449479"/>
                <a:gd name="connsiteX23" fmla="*/ 2784410 w 5559551"/>
                <a:gd name="connsiteY23" fmla="*/ 2775161 h 4449479"/>
                <a:gd name="connsiteX24" fmla="*/ 2784410 w 5559551"/>
                <a:gd name="connsiteY24" fmla="*/ 2229379 h 4449479"/>
                <a:gd name="connsiteX25" fmla="*/ 2784410 w 5559551"/>
                <a:gd name="connsiteY25" fmla="*/ 2229379 h 4449479"/>
                <a:gd name="connsiteX26" fmla="*/ 2784410 w 5559551"/>
                <a:gd name="connsiteY26" fmla="*/ 2220130 h 4449479"/>
                <a:gd name="connsiteX27" fmla="*/ 2784410 w 5559551"/>
                <a:gd name="connsiteY27" fmla="*/ 1674347 h 4449479"/>
                <a:gd name="connsiteX28" fmla="*/ 3330178 w 5559551"/>
                <a:gd name="connsiteY28" fmla="*/ 1674347 h 4449479"/>
                <a:gd name="connsiteX29" fmla="*/ 3330178 w 5559551"/>
                <a:gd name="connsiteY29" fmla="*/ 2220130 h 4449479"/>
                <a:gd name="connsiteX30" fmla="*/ 2784410 w 5559551"/>
                <a:gd name="connsiteY30" fmla="*/ 2220130 h 4449479"/>
                <a:gd name="connsiteX31" fmla="*/ 3339417 w 5559551"/>
                <a:gd name="connsiteY31" fmla="*/ 1674347 h 4449479"/>
                <a:gd name="connsiteX32" fmla="*/ 3885247 w 5559551"/>
                <a:gd name="connsiteY32" fmla="*/ 1674347 h 4449479"/>
                <a:gd name="connsiteX33" fmla="*/ 3885247 w 5559551"/>
                <a:gd name="connsiteY33" fmla="*/ 2220130 h 4449479"/>
                <a:gd name="connsiteX34" fmla="*/ 3339417 w 5559551"/>
                <a:gd name="connsiteY34" fmla="*/ 2220130 h 4449479"/>
                <a:gd name="connsiteX35" fmla="*/ 3339417 w 5559551"/>
                <a:gd name="connsiteY35" fmla="*/ 1674347 h 4449479"/>
                <a:gd name="connsiteX36" fmla="*/ 3339417 w 5559551"/>
                <a:gd name="connsiteY36" fmla="*/ 1665094 h 4449479"/>
                <a:gd name="connsiteX37" fmla="*/ 3339417 w 5559551"/>
                <a:gd name="connsiteY37" fmla="*/ 1119311 h 4449479"/>
                <a:gd name="connsiteX38" fmla="*/ 3885247 w 5559551"/>
                <a:gd name="connsiteY38" fmla="*/ 1119311 h 4449479"/>
                <a:gd name="connsiteX39" fmla="*/ 3885247 w 5559551"/>
                <a:gd name="connsiteY39" fmla="*/ 1665094 h 4449479"/>
                <a:gd name="connsiteX40" fmla="*/ 3339417 w 5559551"/>
                <a:gd name="connsiteY40" fmla="*/ 1665094 h 4449479"/>
                <a:gd name="connsiteX41" fmla="*/ 3330178 w 5559551"/>
                <a:gd name="connsiteY41" fmla="*/ 1665094 h 4449479"/>
                <a:gd name="connsiteX42" fmla="*/ 2784410 w 5559551"/>
                <a:gd name="connsiteY42" fmla="*/ 1665094 h 4449479"/>
                <a:gd name="connsiteX43" fmla="*/ 2784410 w 5559551"/>
                <a:gd name="connsiteY43" fmla="*/ 1119311 h 4449479"/>
                <a:gd name="connsiteX44" fmla="*/ 3330178 w 5559551"/>
                <a:gd name="connsiteY44" fmla="*/ 1119311 h 4449479"/>
                <a:gd name="connsiteX45" fmla="*/ 3330178 w 5559551"/>
                <a:gd name="connsiteY45" fmla="*/ 1665094 h 4449479"/>
                <a:gd name="connsiteX46" fmla="*/ 2775161 w 5559551"/>
                <a:gd name="connsiteY46" fmla="*/ 1665094 h 4449479"/>
                <a:gd name="connsiteX47" fmla="*/ 2229379 w 5559551"/>
                <a:gd name="connsiteY47" fmla="*/ 1665094 h 4449479"/>
                <a:gd name="connsiteX48" fmla="*/ 2229379 w 5559551"/>
                <a:gd name="connsiteY48" fmla="*/ 1119311 h 4449479"/>
                <a:gd name="connsiteX49" fmla="*/ 2775161 w 5559551"/>
                <a:gd name="connsiteY49" fmla="*/ 1119311 h 4449479"/>
                <a:gd name="connsiteX50" fmla="*/ 2775161 w 5559551"/>
                <a:gd name="connsiteY50" fmla="*/ 1665094 h 4449479"/>
                <a:gd name="connsiteX51" fmla="*/ 2220130 w 5559551"/>
                <a:gd name="connsiteY51" fmla="*/ 1665094 h 4449479"/>
                <a:gd name="connsiteX52" fmla="*/ 1674347 w 5559551"/>
                <a:gd name="connsiteY52" fmla="*/ 1665094 h 4449479"/>
                <a:gd name="connsiteX53" fmla="*/ 1674347 w 5559551"/>
                <a:gd name="connsiteY53" fmla="*/ 1119311 h 4449479"/>
                <a:gd name="connsiteX54" fmla="*/ 2220130 w 5559551"/>
                <a:gd name="connsiteY54" fmla="*/ 1119311 h 4449479"/>
                <a:gd name="connsiteX55" fmla="*/ 2220130 w 5559551"/>
                <a:gd name="connsiteY55" fmla="*/ 1665094 h 4449479"/>
                <a:gd name="connsiteX56" fmla="*/ 2220130 w 5559551"/>
                <a:gd name="connsiteY56" fmla="*/ 1674347 h 4449479"/>
                <a:gd name="connsiteX57" fmla="*/ 2220130 w 5559551"/>
                <a:gd name="connsiteY57" fmla="*/ 2220130 h 4449479"/>
                <a:gd name="connsiteX58" fmla="*/ 1674347 w 5559551"/>
                <a:gd name="connsiteY58" fmla="*/ 2220130 h 4449479"/>
                <a:gd name="connsiteX59" fmla="*/ 1674347 w 5559551"/>
                <a:gd name="connsiteY59" fmla="*/ 1674347 h 4449479"/>
                <a:gd name="connsiteX60" fmla="*/ 2220130 w 5559551"/>
                <a:gd name="connsiteY60" fmla="*/ 1674347 h 4449479"/>
                <a:gd name="connsiteX61" fmla="*/ 2220130 w 5559551"/>
                <a:gd name="connsiteY61" fmla="*/ 2229379 h 4449479"/>
                <a:gd name="connsiteX62" fmla="*/ 2220130 w 5559551"/>
                <a:gd name="connsiteY62" fmla="*/ 2775161 h 4449479"/>
                <a:gd name="connsiteX63" fmla="*/ 1674347 w 5559551"/>
                <a:gd name="connsiteY63" fmla="*/ 2775161 h 4449479"/>
                <a:gd name="connsiteX64" fmla="*/ 1674347 w 5559551"/>
                <a:gd name="connsiteY64" fmla="*/ 2229379 h 4449479"/>
                <a:gd name="connsiteX65" fmla="*/ 2220130 w 5559551"/>
                <a:gd name="connsiteY65" fmla="*/ 2229379 h 4449479"/>
                <a:gd name="connsiteX66" fmla="*/ 2220130 w 5559551"/>
                <a:gd name="connsiteY66" fmla="*/ 2784410 h 4449479"/>
                <a:gd name="connsiteX67" fmla="*/ 2220130 w 5559551"/>
                <a:gd name="connsiteY67" fmla="*/ 3330192 h 4449479"/>
                <a:gd name="connsiteX68" fmla="*/ 1674347 w 5559551"/>
                <a:gd name="connsiteY68" fmla="*/ 3330192 h 4449479"/>
                <a:gd name="connsiteX69" fmla="*/ 1674347 w 5559551"/>
                <a:gd name="connsiteY69" fmla="*/ 2784410 h 4449479"/>
                <a:gd name="connsiteX70" fmla="*/ 2220130 w 5559551"/>
                <a:gd name="connsiteY70" fmla="*/ 2784410 h 4449479"/>
                <a:gd name="connsiteX71" fmla="*/ 2229379 w 5559551"/>
                <a:gd name="connsiteY71" fmla="*/ 2784410 h 4449479"/>
                <a:gd name="connsiteX72" fmla="*/ 2775161 w 5559551"/>
                <a:gd name="connsiteY72" fmla="*/ 2784410 h 4449479"/>
                <a:gd name="connsiteX73" fmla="*/ 2775161 w 5559551"/>
                <a:gd name="connsiteY73" fmla="*/ 3330192 h 4449479"/>
                <a:gd name="connsiteX74" fmla="*/ 2229379 w 5559551"/>
                <a:gd name="connsiteY74" fmla="*/ 3330192 h 4449479"/>
                <a:gd name="connsiteX75" fmla="*/ 2229379 w 5559551"/>
                <a:gd name="connsiteY75" fmla="*/ 2784410 h 4449479"/>
                <a:gd name="connsiteX76" fmla="*/ 2784410 w 5559551"/>
                <a:gd name="connsiteY76" fmla="*/ 2784410 h 4449479"/>
                <a:gd name="connsiteX77" fmla="*/ 3330178 w 5559551"/>
                <a:gd name="connsiteY77" fmla="*/ 2784410 h 4449479"/>
                <a:gd name="connsiteX78" fmla="*/ 3330178 w 5559551"/>
                <a:gd name="connsiteY78" fmla="*/ 3330192 h 4449479"/>
                <a:gd name="connsiteX79" fmla="*/ 2784410 w 5559551"/>
                <a:gd name="connsiteY79" fmla="*/ 3330192 h 4449479"/>
                <a:gd name="connsiteX80" fmla="*/ 2784410 w 5559551"/>
                <a:gd name="connsiteY80" fmla="*/ 2784410 h 4449479"/>
                <a:gd name="connsiteX81" fmla="*/ 2784410 w 5559551"/>
                <a:gd name="connsiteY81" fmla="*/ 2784410 h 4449479"/>
                <a:gd name="connsiteX82" fmla="*/ 3339417 w 5559551"/>
                <a:gd name="connsiteY82" fmla="*/ 2784410 h 4449479"/>
                <a:gd name="connsiteX83" fmla="*/ 3885247 w 5559551"/>
                <a:gd name="connsiteY83" fmla="*/ 2784410 h 4449479"/>
                <a:gd name="connsiteX84" fmla="*/ 3885247 w 5559551"/>
                <a:gd name="connsiteY84" fmla="*/ 3330192 h 4449479"/>
                <a:gd name="connsiteX85" fmla="*/ 3339417 w 5559551"/>
                <a:gd name="connsiteY85" fmla="*/ 3330192 h 4449479"/>
                <a:gd name="connsiteX86" fmla="*/ 3339417 w 5559551"/>
                <a:gd name="connsiteY86" fmla="*/ 2784410 h 4449479"/>
                <a:gd name="connsiteX87" fmla="*/ 3339417 w 5559551"/>
                <a:gd name="connsiteY87" fmla="*/ 2775161 h 4449479"/>
                <a:gd name="connsiteX88" fmla="*/ 3339417 w 5559551"/>
                <a:gd name="connsiteY88" fmla="*/ 2229379 h 4449479"/>
                <a:gd name="connsiteX89" fmla="*/ 3885247 w 5559551"/>
                <a:gd name="connsiteY89" fmla="*/ 2229379 h 4449479"/>
                <a:gd name="connsiteX90" fmla="*/ 3885247 w 5559551"/>
                <a:gd name="connsiteY90" fmla="*/ 2775161 h 4449479"/>
                <a:gd name="connsiteX91" fmla="*/ 3339417 w 5559551"/>
                <a:gd name="connsiteY91" fmla="*/ 2775161 h 4449479"/>
                <a:gd name="connsiteX92" fmla="*/ 3894487 w 5559551"/>
                <a:gd name="connsiteY92" fmla="*/ 2229379 h 4449479"/>
                <a:gd name="connsiteX93" fmla="*/ 4440269 w 5559551"/>
                <a:gd name="connsiteY93" fmla="*/ 2229379 h 4449479"/>
                <a:gd name="connsiteX94" fmla="*/ 4440269 w 5559551"/>
                <a:gd name="connsiteY94" fmla="*/ 2775161 h 4449479"/>
                <a:gd name="connsiteX95" fmla="*/ 3894487 w 5559551"/>
                <a:gd name="connsiteY95" fmla="*/ 2775161 h 4449479"/>
                <a:gd name="connsiteX96" fmla="*/ 3894487 w 5559551"/>
                <a:gd name="connsiteY96" fmla="*/ 2229379 h 4449479"/>
                <a:gd name="connsiteX97" fmla="*/ 3894487 w 5559551"/>
                <a:gd name="connsiteY97" fmla="*/ 2220130 h 4449479"/>
                <a:gd name="connsiteX98" fmla="*/ 3894487 w 5559551"/>
                <a:gd name="connsiteY98" fmla="*/ 1674347 h 4449479"/>
                <a:gd name="connsiteX99" fmla="*/ 4440269 w 5559551"/>
                <a:gd name="connsiteY99" fmla="*/ 1674347 h 4449479"/>
                <a:gd name="connsiteX100" fmla="*/ 4440269 w 5559551"/>
                <a:gd name="connsiteY100" fmla="*/ 2220130 h 4449479"/>
                <a:gd name="connsiteX101" fmla="*/ 3894487 w 5559551"/>
                <a:gd name="connsiteY101" fmla="*/ 2220130 h 4449479"/>
                <a:gd name="connsiteX102" fmla="*/ 3894487 w 5559551"/>
                <a:gd name="connsiteY102" fmla="*/ 1665094 h 4449479"/>
                <a:gd name="connsiteX103" fmla="*/ 3894487 w 5559551"/>
                <a:gd name="connsiteY103" fmla="*/ 1119311 h 4449479"/>
                <a:gd name="connsiteX104" fmla="*/ 4440269 w 5559551"/>
                <a:gd name="connsiteY104" fmla="*/ 1119311 h 4449479"/>
                <a:gd name="connsiteX105" fmla="*/ 4440269 w 5559551"/>
                <a:gd name="connsiteY105" fmla="*/ 1665094 h 4449479"/>
                <a:gd name="connsiteX106" fmla="*/ 3894487 w 5559551"/>
                <a:gd name="connsiteY106" fmla="*/ 1665094 h 4449479"/>
                <a:gd name="connsiteX107" fmla="*/ 3894487 w 5559551"/>
                <a:gd name="connsiteY107" fmla="*/ 1110063 h 4449479"/>
                <a:gd name="connsiteX108" fmla="*/ 3894487 w 5559551"/>
                <a:gd name="connsiteY108" fmla="*/ 564280 h 4449479"/>
                <a:gd name="connsiteX109" fmla="*/ 4440269 w 5559551"/>
                <a:gd name="connsiteY109" fmla="*/ 564280 h 4449479"/>
                <a:gd name="connsiteX110" fmla="*/ 4440269 w 5559551"/>
                <a:gd name="connsiteY110" fmla="*/ 1110063 h 4449479"/>
                <a:gd name="connsiteX111" fmla="*/ 3894487 w 5559551"/>
                <a:gd name="connsiteY111" fmla="*/ 1110063 h 4449479"/>
                <a:gd name="connsiteX112" fmla="*/ 3885247 w 5559551"/>
                <a:gd name="connsiteY112" fmla="*/ 1110063 h 4449479"/>
                <a:gd name="connsiteX113" fmla="*/ 3339417 w 5559551"/>
                <a:gd name="connsiteY113" fmla="*/ 1110063 h 4449479"/>
                <a:gd name="connsiteX114" fmla="*/ 3339417 w 5559551"/>
                <a:gd name="connsiteY114" fmla="*/ 564280 h 4449479"/>
                <a:gd name="connsiteX115" fmla="*/ 3885247 w 5559551"/>
                <a:gd name="connsiteY115" fmla="*/ 564280 h 4449479"/>
                <a:gd name="connsiteX116" fmla="*/ 3885247 w 5559551"/>
                <a:gd name="connsiteY116" fmla="*/ 1110063 h 4449479"/>
                <a:gd name="connsiteX117" fmla="*/ 3330178 w 5559551"/>
                <a:gd name="connsiteY117" fmla="*/ 1110063 h 4449479"/>
                <a:gd name="connsiteX118" fmla="*/ 2784410 w 5559551"/>
                <a:gd name="connsiteY118" fmla="*/ 1110063 h 4449479"/>
                <a:gd name="connsiteX119" fmla="*/ 2784410 w 5559551"/>
                <a:gd name="connsiteY119" fmla="*/ 564280 h 4449479"/>
                <a:gd name="connsiteX120" fmla="*/ 3330178 w 5559551"/>
                <a:gd name="connsiteY120" fmla="*/ 564280 h 4449479"/>
                <a:gd name="connsiteX121" fmla="*/ 3330178 w 5559551"/>
                <a:gd name="connsiteY121" fmla="*/ 1110063 h 4449479"/>
                <a:gd name="connsiteX122" fmla="*/ 2775161 w 5559551"/>
                <a:gd name="connsiteY122" fmla="*/ 1110063 h 4449479"/>
                <a:gd name="connsiteX123" fmla="*/ 2229379 w 5559551"/>
                <a:gd name="connsiteY123" fmla="*/ 1110063 h 4449479"/>
                <a:gd name="connsiteX124" fmla="*/ 2229379 w 5559551"/>
                <a:gd name="connsiteY124" fmla="*/ 564280 h 4449479"/>
                <a:gd name="connsiteX125" fmla="*/ 2775161 w 5559551"/>
                <a:gd name="connsiteY125" fmla="*/ 564280 h 4449479"/>
                <a:gd name="connsiteX126" fmla="*/ 2775161 w 5559551"/>
                <a:gd name="connsiteY126" fmla="*/ 1110063 h 4449479"/>
                <a:gd name="connsiteX127" fmla="*/ 2220130 w 5559551"/>
                <a:gd name="connsiteY127" fmla="*/ 1110063 h 4449479"/>
                <a:gd name="connsiteX128" fmla="*/ 1674347 w 5559551"/>
                <a:gd name="connsiteY128" fmla="*/ 1110063 h 4449479"/>
                <a:gd name="connsiteX129" fmla="*/ 1674347 w 5559551"/>
                <a:gd name="connsiteY129" fmla="*/ 564280 h 4449479"/>
                <a:gd name="connsiteX130" fmla="*/ 2220130 w 5559551"/>
                <a:gd name="connsiteY130" fmla="*/ 564280 h 4449479"/>
                <a:gd name="connsiteX131" fmla="*/ 2220130 w 5559551"/>
                <a:gd name="connsiteY131" fmla="*/ 1110063 h 4449479"/>
                <a:gd name="connsiteX132" fmla="*/ 1665094 w 5559551"/>
                <a:gd name="connsiteY132" fmla="*/ 1110063 h 4449479"/>
                <a:gd name="connsiteX133" fmla="*/ 1119311 w 5559551"/>
                <a:gd name="connsiteY133" fmla="*/ 1110063 h 4449479"/>
                <a:gd name="connsiteX134" fmla="*/ 1119311 w 5559551"/>
                <a:gd name="connsiteY134" fmla="*/ 564280 h 4449479"/>
                <a:gd name="connsiteX135" fmla="*/ 1665094 w 5559551"/>
                <a:gd name="connsiteY135" fmla="*/ 564280 h 4449479"/>
                <a:gd name="connsiteX136" fmla="*/ 1665094 w 5559551"/>
                <a:gd name="connsiteY136" fmla="*/ 1110063 h 4449479"/>
                <a:gd name="connsiteX137" fmla="*/ 1665094 w 5559551"/>
                <a:gd name="connsiteY137" fmla="*/ 1119316 h 4449479"/>
                <a:gd name="connsiteX138" fmla="*/ 1665094 w 5559551"/>
                <a:gd name="connsiteY138" fmla="*/ 1665099 h 4449479"/>
                <a:gd name="connsiteX139" fmla="*/ 1119311 w 5559551"/>
                <a:gd name="connsiteY139" fmla="*/ 1665099 h 4449479"/>
                <a:gd name="connsiteX140" fmla="*/ 1119311 w 5559551"/>
                <a:gd name="connsiteY140" fmla="*/ 1119316 h 4449479"/>
                <a:gd name="connsiteX141" fmla="*/ 1665094 w 5559551"/>
                <a:gd name="connsiteY141" fmla="*/ 1119316 h 4449479"/>
                <a:gd name="connsiteX142" fmla="*/ 1665094 w 5559551"/>
                <a:gd name="connsiteY142" fmla="*/ 1674347 h 4449479"/>
                <a:gd name="connsiteX143" fmla="*/ 1665094 w 5559551"/>
                <a:gd name="connsiteY143" fmla="*/ 2220130 h 4449479"/>
                <a:gd name="connsiteX144" fmla="*/ 1119311 w 5559551"/>
                <a:gd name="connsiteY144" fmla="*/ 2220130 h 4449479"/>
                <a:gd name="connsiteX145" fmla="*/ 1119311 w 5559551"/>
                <a:gd name="connsiteY145" fmla="*/ 1674347 h 4449479"/>
                <a:gd name="connsiteX146" fmla="*/ 1665094 w 5559551"/>
                <a:gd name="connsiteY146" fmla="*/ 1674347 h 4449479"/>
                <a:gd name="connsiteX147" fmla="*/ 1665094 w 5559551"/>
                <a:gd name="connsiteY147" fmla="*/ 2229379 h 4449479"/>
                <a:gd name="connsiteX148" fmla="*/ 1665094 w 5559551"/>
                <a:gd name="connsiteY148" fmla="*/ 2775161 h 4449479"/>
                <a:gd name="connsiteX149" fmla="*/ 1119311 w 5559551"/>
                <a:gd name="connsiteY149" fmla="*/ 2775161 h 4449479"/>
                <a:gd name="connsiteX150" fmla="*/ 1119311 w 5559551"/>
                <a:gd name="connsiteY150" fmla="*/ 2229379 h 4449479"/>
                <a:gd name="connsiteX151" fmla="*/ 1665094 w 5559551"/>
                <a:gd name="connsiteY151" fmla="*/ 2229379 h 4449479"/>
                <a:gd name="connsiteX152" fmla="*/ 1665094 w 5559551"/>
                <a:gd name="connsiteY152" fmla="*/ 2784410 h 4449479"/>
                <a:gd name="connsiteX153" fmla="*/ 1665094 w 5559551"/>
                <a:gd name="connsiteY153" fmla="*/ 3330192 h 4449479"/>
                <a:gd name="connsiteX154" fmla="*/ 1119311 w 5559551"/>
                <a:gd name="connsiteY154" fmla="*/ 3330192 h 4449479"/>
                <a:gd name="connsiteX155" fmla="*/ 1119311 w 5559551"/>
                <a:gd name="connsiteY155" fmla="*/ 2784410 h 4449479"/>
                <a:gd name="connsiteX156" fmla="*/ 1665094 w 5559551"/>
                <a:gd name="connsiteY156" fmla="*/ 2784410 h 4449479"/>
                <a:gd name="connsiteX157" fmla="*/ 1665094 w 5559551"/>
                <a:gd name="connsiteY157" fmla="*/ 3339441 h 4449479"/>
                <a:gd name="connsiteX158" fmla="*/ 1665094 w 5559551"/>
                <a:gd name="connsiteY158" fmla="*/ 3885224 h 4449479"/>
                <a:gd name="connsiteX159" fmla="*/ 1119311 w 5559551"/>
                <a:gd name="connsiteY159" fmla="*/ 3885224 h 4449479"/>
                <a:gd name="connsiteX160" fmla="*/ 1119311 w 5559551"/>
                <a:gd name="connsiteY160" fmla="*/ 3339441 h 4449479"/>
                <a:gd name="connsiteX161" fmla="*/ 1665094 w 5559551"/>
                <a:gd name="connsiteY161" fmla="*/ 3339441 h 4449479"/>
                <a:gd name="connsiteX162" fmla="*/ 1674347 w 5559551"/>
                <a:gd name="connsiteY162" fmla="*/ 3339441 h 4449479"/>
                <a:gd name="connsiteX163" fmla="*/ 2220130 w 5559551"/>
                <a:gd name="connsiteY163" fmla="*/ 3339441 h 4449479"/>
                <a:gd name="connsiteX164" fmla="*/ 2220130 w 5559551"/>
                <a:gd name="connsiteY164" fmla="*/ 3885224 h 4449479"/>
                <a:gd name="connsiteX165" fmla="*/ 1674347 w 5559551"/>
                <a:gd name="connsiteY165" fmla="*/ 3885224 h 4449479"/>
                <a:gd name="connsiteX166" fmla="*/ 1674347 w 5559551"/>
                <a:gd name="connsiteY166" fmla="*/ 3339441 h 4449479"/>
                <a:gd name="connsiteX167" fmla="*/ 2229379 w 5559551"/>
                <a:gd name="connsiteY167" fmla="*/ 3339441 h 4449479"/>
                <a:gd name="connsiteX168" fmla="*/ 2775161 w 5559551"/>
                <a:gd name="connsiteY168" fmla="*/ 3339441 h 4449479"/>
                <a:gd name="connsiteX169" fmla="*/ 2775161 w 5559551"/>
                <a:gd name="connsiteY169" fmla="*/ 3885224 h 4449479"/>
                <a:gd name="connsiteX170" fmla="*/ 2229379 w 5559551"/>
                <a:gd name="connsiteY170" fmla="*/ 3885224 h 4449479"/>
                <a:gd name="connsiteX171" fmla="*/ 2229379 w 5559551"/>
                <a:gd name="connsiteY171" fmla="*/ 3339441 h 4449479"/>
                <a:gd name="connsiteX172" fmla="*/ 2784410 w 5559551"/>
                <a:gd name="connsiteY172" fmla="*/ 3339441 h 4449479"/>
                <a:gd name="connsiteX173" fmla="*/ 3330178 w 5559551"/>
                <a:gd name="connsiteY173" fmla="*/ 3339441 h 4449479"/>
                <a:gd name="connsiteX174" fmla="*/ 3330178 w 5559551"/>
                <a:gd name="connsiteY174" fmla="*/ 3885224 h 4449479"/>
                <a:gd name="connsiteX175" fmla="*/ 2784410 w 5559551"/>
                <a:gd name="connsiteY175" fmla="*/ 3885224 h 4449479"/>
                <a:gd name="connsiteX176" fmla="*/ 2784410 w 5559551"/>
                <a:gd name="connsiteY176" fmla="*/ 3339441 h 4449479"/>
                <a:gd name="connsiteX177" fmla="*/ 2784410 w 5559551"/>
                <a:gd name="connsiteY177" fmla="*/ 3339441 h 4449479"/>
                <a:gd name="connsiteX178" fmla="*/ 3339417 w 5559551"/>
                <a:gd name="connsiteY178" fmla="*/ 3339441 h 4449479"/>
                <a:gd name="connsiteX179" fmla="*/ 3885247 w 5559551"/>
                <a:gd name="connsiteY179" fmla="*/ 3339441 h 4449479"/>
                <a:gd name="connsiteX180" fmla="*/ 3885247 w 5559551"/>
                <a:gd name="connsiteY180" fmla="*/ 3885224 h 4449479"/>
                <a:gd name="connsiteX181" fmla="*/ 3339417 w 5559551"/>
                <a:gd name="connsiteY181" fmla="*/ 3885224 h 4449479"/>
                <a:gd name="connsiteX182" fmla="*/ 3339417 w 5559551"/>
                <a:gd name="connsiteY182" fmla="*/ 3339441 h 4449479"/>
                <a:gd name="connsiteX183" fmla="*/ 3894487 w 5559551"/>
                <a:gd name="connsiteY183" fmla="*/ 3339441 h 4449479"/>
                <a:gd name="connsiteX184" fmla="*/ 4440269 w 5559551"/>
                <a:gd name="connsiteY184" fmla="*/ 3339441 h 4449479"/>
                <a:gd name="connsiteX185" fmla="*/ 4440269 w 5559551"/>
                <a:gd name="connsiteY185" fmla="*/ 3885224 h 4449479"/>
                <a:gd name="connsiteX186" fmla="*/ 3894487 w 5559551"/>
                <a:gd name="connsiteY186" fmla="*/ 3885224 h 4449479"/>
                <a:gd name="connsiteX187" fmla="*/ 3894487 w 5559551"/>
                <a:gd name="connsiteY187" fmla="*/ 3339441 h 4449479"/>
                <a:gd name="connsiteX188" fmla="*/ 3894487 w 5559551"/>
                <a:gd name="connsiteY188" fmla="*/ 3330192 h 4449479"/>
                <a:gd name="connsiteX189" fmla="*/ 3894487 w 5559551"/>
                <a:gd name="connsiteY189" fmla="*/ 2784410 h 4449479"/>
                <a:gd name="connsiteX190" fmla="*/ 4440269 w 5559551"/>
                <a:gd name="connsiteY190" fmla="*/ 2784410 h 4449479"/>
                <a:gd name="connsiteX191" fmla="*/ 4440269 w 5559551"/>
                <a:gd name="connsiteY191" fmla="*/ 3330192 h 4449479"/>
                <a:gd name="connsiteX192" fmla="*/ 3894487 w 5559551"/>
                <a:gd name="connsiteY192" fmla="*/ 3330192 h 4449479"/>
                <a:gd name="connsiteX193" fmla="*/ 4449509 w 5559551"/>
                <a:gd name="connsiteY193" fmla="*/ 2784410 h 4449479"/>
                <a:gd name="connsiteX194" fmla="*/ 4995291 w 5559551"/>
                <a:gd name="connsiteY194" fmla="*/ 2784410 h 4449479"/>
                <a:gd name="connsiteX195" fmla="*/ 4995291 w 5559551"/>
                <a:gd name="connsiteY195" fmla="*/ 3330192 h 4449479"/>
                <a:gd name="connsiteX196" fmla="*/ 4449509 w 5559551"/>
                <a:gd name="connsiteY196" fmla="*/ 3330192 h 4449479"/>
                <a:gd name="connsiteX197" fmla="*/ 4449509 w 5559551"/>
                <a:gd name="connsiteY197" fmla="*/ 2784410 h 4449479"/>
                <a:gd name="connsiteX198" fmla="*/ 4449509 w 5559551"/>
                <a:gd name="connsiteY198" fmla="*/ 2775161 h 4449479"/>
                <a:gd name="connsiteX199" fmla="*/ 4449509 w 5559551"/>
                <a:gd name="connsiteY199" fmla="*/ 2229379 h 4449479"/>
                <a:gd name="connsiteX200" fmla="*/ 4995291 w 5559551"/>
                <a:gd name="connsiteY200" fmla="*/ 2229379 h 4449479"/>
                <a:gd name="connsiteX201" fmla="*/ 4995291 w 5559551"/>
                <a:gd name="connsiteY201" fmla="*/ 2775161 h 4449479"/>
                <a:gd name="connsiteX202" fmla="*/ 4449509 w 5559551"/>
                <a:gd name="connsiteY202" fmla="*/ 2775161 h 4449479"/>
                <a:gd name="connsiteX203" fmla="*/ 4449509 w 5559551"/>
                <a:gd name="connsiteY203" fmla="*/ 2220130 h 4449479"/>
                <a:gd name="connsiteX204" fmla="*/ 4449509 w 5559551"/>
                <a:gd name="connsiteY204" fmla="*/ 1674347 h 4449479"/>
                <a:gd name="connsiteX205" fmla="*/ 4995291 w 5559551"/>
                <a:gd name="connsiteY205" fmla="*/ 1674347 h 4449479"/>
                <a:gd name="connsiteX206" fmla="*/ 4995291 w 5559551"/>
                <a:gd name="connsiteY206" fmla="*/ 2220130 h 4449479"/>
                <a:gd name="connsiteX207" fmla="*/ 4449509 w 5559551"/>
                <a:gd name="connsiteY207" fmla="*/ 2220130 h 4449479"/>
                <a:gd name="connsiteX208" fmla="*/ 4449509 w 5559551"/>
                <a:gd name="connsiteY208" fmla="*/ 1665094 h 4449479"/>
                <a:gd name="connsiteX209" fmla="*/ 4449509 w 5559551"/>
                <a:gd name="connsiteY209" fmla="*/ 1119311 h 4449479"/>
                <a:gd name="connsiteX210" fmla="*/ 4995291 w 5559551"/>
                <a:gd name="connsiteY210" fmla="*/ 1119311 h 4449479"/>
                <a:gd name="connsiteX211" fmla="*/ 4995291 w 5559551"/>
                <a:gd name="connsiteY211" fmla="*/ 1665094 h 4449479"/>
                <a:gd name="connsiteX212" fmla="*/ 4449509 w 5559551"/>
                <a:gd name="connsiteY212" fmla="*/ 1665094 h 4449479"/>
                <a:gd name="connsiteX213" fmla="*/ 4449509 w 5559551"/>
                <a:gd name="connsiteY213" fmla="*/ 1110063 h 4449479"/>
                <a:gd name="connsiteX214" fmla="*/ 4449509 w 5559551"/>
                <a:gd name="connsiteY214" fmla="*/ 564280 h 4449479"/>
                <a:gd name="connsiteX215" fmla="*/ 4995291 w 5559551"/>
                <a:gd name="connsiteY215" fmla="*/ 564280 h 4449479"/>
                <a:gd name="connsiteX216" fmla="*/ 4995291 w 5559551"/>
                <a:gd name="connsiteY216" fmla="*/ 1110063 h 4449479"/>
                <a:gd name="connsiteX217" fmla="*/ 4449509 w 5559551"/>
                <a:gd name="connsiteY217" fmla="*/ 1110063 h 4449479"/>
                <a:gd name="connsiteX218" fmla="*/ 4449509 w 5559551"/>
                <a:gd name="connsiteY218" fmla="*/ 555031 h 4449479"/>
                <a:gd name="connsiteX219" fmla="*/ 4449509 w 5559551"/>
                <a:gd name="connsiteY219" fmla="*/ 9249 h 4449479"/>
                <a:gd name="connsiteX220" fmla="*/ 4995291 w 5559551"/>
                <a:gd name="connsiteY220" fmla="*/ 9249 h 4449479"/>
                <a:gd name="connsiteX221" fmla="*/ 4995291 w 5559551"/>
                <a:gd name="connsiteY221" fmla="*/ 555031 h 4449479"/>
                <a:gd name="connsiteX222" fmla="*/ 4449509 w 5559551"/>
                <a:gd name="connsiteY222" fmla="*/ 555031 h 4449479"/>
                <a:gd name="connsiteX223" fmla="*/ 4440269 w 5559551"/>
                <a:gd name="connsiteY223" fmla="*/ 555031 h 4449479"/>
                <a:gd name="connsiteX224" fmla="*/ 3894487 w 5559551"/>
                <a:gd name="connsiteY224" fmla="*/ 555031 h 4449479"/>
                <a:gd name="connsiteX225" fmla="*/ 3894487 w 5559551"/>
                <a:gd name="connsiteY225" fmla="*/ 9249 h 4449479"/>
                <a:gd name="connsiteX226" fmla="*/ 4440269 w 5559551"/>
                <a:gd name="connsiteY226" fmla="*/ 9249 h 4449479"/>
                <a:gd name="connsiteX227" fmla="*/ 4440269 w 5559551"/>
                <a:gd name="connsiteY227" fmla="*/ 555031 h 4449479"/>
                <a:gd name="connsiteX228" fmla="*/ 3885247 w 5559551"/>
                <a:gd name="connsiteY228" fmla="*/ 555031 h 4449479"/>
                <a:gd name="connsiteX229" fmla="*/ 3339417 w 5559551"/>
                <a:gd name="connsiteY229" fmla="*/ 555031 h 4449479"/>
                <a:gd name="connsiteX230" fmla="*/ 3339417 w 5559551"/>
                <a:gd name="connsiteY230" fmla="*/ 9249 h 4449479"/>
                <a:gd name="connsiteX231" fmla="*/ 3885247 w 5559551"/>
                <a:gd name="connsiteY231" fmla="*/ 9249 h 4449479"/>
                <a:gd name="connsiteX232" fmla="*/ 3885247 w 5559551"/>
                <a:gd name="connsiteY232" fmla="*/ 555031 h 4449479"/>
                <a:gd name="connsiteX233" fmla="*/ 3330178 w 5559551"/>
                <a:gd name="connsiteY233" fmla="*/ 555031 h 4449479"/>
                <a:gd name="connsiteX234" fmla="*/ 2784410 w 5559551"/>
                <a:gd name="connsiteY234" fmla="*/ 555031 h 4449479"/>
                <a:gd name="connsiteX235" fmla="*/ 2784410 w 5559551"/>
                <a:gd name="connsiteY235" fmla="*/ 9249 h 4449479"/>
                <a:gd name="connsiteX236" fmla="*/ 3330178 w 5559551"/>
                <a:gd name="connsiteY236" fmla="*/ 9249 h 4449479"/>
                <a:gd name="connsiteX237" fmla="*/ 3330178 w 5559551"/>
                <a:gd name="connsiteY237" fmla="*/ 555031 h 4449479"/>
                <a:gd name="connsiteX238" fmla="*/ 2775161 w 5559551"/>
                <a:gd name="connsiteY238" fmla="*/ 555031 h 4449479"/>
                <a:gd name="connsiteX239" fmla="*/ 2229379 w 5559551"/>
                <a:gd name="connsiteY239" fmla="*/ 555031 h 4449479"/>
                <a:gd name="connsiteX240" fmla="*/ 2229379 w 5559551"/>
                <a:gd name="connsiteY240" fmla="*/ 9249 h 4449479"/>
                <a:gd name="connsiteX241" fmla="*/ 2775161 w 5559551"/>
                <a:gd name="connsiteY241" fmla="*/ 9249 h 4449479"/>
                <a:gd name="connsiteX242" fmla="*/ 2775161 w 5559551"/>
                <a:gd name="connsiteY242" fmla="*/ 555031 h 4449479"/>
                <a:gd name="connsiteX243" fmla="*/ 2220130 w 5559551"/>
                <a:gd name="connsiteY243" fmla="*/ 555031 h 4449479"/>
                <a:gd name="connsiteX244" fmla="*/ 1674347 w 5559551"/>
                <a:gd name="connsiteY244" fmla="*/ 555031 h 4449479"/>
                <a:gd name="connsiteX245" fmla="*/ 1674347 w 5559551"/>
                <a:gd name="connsiteY245" fmla="*/ 9249 h 4449479"/>
                <a:gd name="connsiteX246" fmla="*/ 2220130 w 5559551"/>
                <a:gd name="connsiteY246" fmla="*/ 9249 h 4449479"/>
                <a:gd name="connsiteX247" fmla="*/ 2220130 w 5559551"/>
                <a:gd name="connsiteY247" fmla="*/ 555031 h 4449479"/>
                <a:gd name="connsiteX248" fmla="*/ 1665094 w 5559551"/>
                <a:gd name="connsiteY248" fmla="*/ 555031 h 4449479"/>
                <a:gd name="connsiteX249" fmla="*/ 1119311 w 5559551"/>
                <a:gd name="connsiteY249" fmla="*/ 555031 h 4449479"/>
                <a:gd name="connsiteX250" fmla="*/ 1119311 w 5559551"/>
                <a:gd name="connsiteY250" fmla="*/ 9249 h 4449479"/>
                <a:gd name="connsiteX251" fmla="*/ 1665094 w 5559551"/>
                <a:gd name="connsiteY251" fmla="*/ 9249 h 4449479"/>
                <a:gd name="connsiteX252" fmla="*/ 1665094 w 5559551"/>
                <a:gd name="connsiteY252" fmla="*/ 555031 h 4449479"/>
                <a:gd name="connsiteX253" fmla="*/ 1110063 w 5559551"/>
                <a:gd name="connsiteY253" fmla="*/ 555031 h 4449479"/>
                <a:gd name="connsiteX254" fmla="*/ 564280 w 5559551"/>
                <a:gd name="connsiteY254" fmla="*/ 555031 h 4449479"/>
                <a:gd name="connsiteX255" fmla="*/ 564280 w 5559551"/>
                <a:gd name="connsiteY255" fmla="*/ 9249 h 4449479"/>
                <a:gd name="connsiteX256" fmla="*/ 1110063 w 5559551"/>
                <a:gd name="connsiteY256" fmla="*/ 9249 h 4449479"/>
                <a:gd name="connsiteX257" fmla="*/ 1110063 w 5559551"/>
                <a:gd name="connsiteY257" fmla="*/ 555031 h 4449479"/>
                <a:gd name="connsiteX258" fmla="*/ 1110063 w 5559551"/>
                <a:gd name="connsiteY258" fmla="*/ 564280 h 4449479"/>
                <a:gd name="connsiteX259" fmla="*/ 1110063 w 5559551"/>
                <a:gd name="connsiteY259" fmla="*/ 1110063 h 4449479"/>
                <a:gd name="connsiteX260" fmla="*/ 564280 w 5559551"/>
                <a:gd name="connsiteY260" fmla="*/ 1110063 h 4449479"/>
                <a:gd name="connsiteX261" fmla="*/ 564280 w 5559551"/>
                <a:gd name="connsiteY261" fmla="*/ 564280 h 4449479"/>
                <a:gd name="connsiteX262" fmla="*/ 1110063 w 5559551"/>
                <a:gd name="connsiteY262" fmla="*/ 564280 h 4449479"/>
                <a:gd name="connsiteX263" fmla="*/ 1110063 w 5559551"/>
                <a:gd name="connsiteY263" fmla="*/ 1119316 h 4449479"/>
                <a:gd name="connsiteX264" fmla="*/ 1110063 w 5559551"/>
                <a:gd name="connsiteY264" fmla="*/ 1665099 h 4449479"/>
                <a:gd name="connsiteX265" fmla="*/ 564280 w 5559551"/>
                <a:gd name="connsiteY265" fmla="*/ 1665099 h 4449479"/>
                <a:gd name="connsiteX266" fmla="*/ 564280 w 5559551"/>
                <a:gd name="connsiteY266" fmla="*/ 1119316 h 4449479"/>
                <a:gd name="connsiteX267" fmla="*/ 1110063 w 5559551"/>
                <a:gd name="connsiteY267" fmla="*/ 1119316 h 4449479"/>
                <a:gd name="connsiteX268" fmla="*/ 1110063 w 5559551"/>
                <a:gd name="connsiteY268" fmla="*/ 1674347 h 4449479"/>
                <a:gd name="connsiteX269" fmla="*/ 1110063 w 5559551"/>
                <a:gd name="connsiteY269" fmla="*/ 2220130 h 4449479"/>
                <a:gd name="connsiteX270" fmla="*/ 564280 w 5559551"/>
                <a:gd name="connsiteY270" fmla="*/ 2220130 h 4449479"/>
                <a:gd name="connsiteX271" fmla="*/ 564280 w 5559551"/>
                <a:gd name="connsiteY271" fmla="*/ 1674347 h 4449479"/>
                <a:gd name="connsiteX272" fmla="*/ 1110063 w 5559551"/>
                <a:gd name="connsiteY272" fmla="*/ 1674347 h 4449479"/>
                <a:gd name="connsiteX273" fmla="*/ 1110063 w 5559551"/>
                <a:gd name="connsiteY273" fmla="*/ 2229379 h 4449479"/>
                <a:gd name="connsiteX274" fmla="*/ 1110063 w 5559551"/>
                <a:gd name="connsiteY274" fmla="*/ 2775161 h 4449479"/>
                <a:gd name="connsiteX275" fmla="*/ 564280 w 5559551"/>
                <a:gd name="connsiteY275" fmla="*/ 2775161 h 4449479"/>
                <a:gd name="connsiteX276" fmla="*/ 564280 w 5559551"/>
                <a:gd name="connsiteY276" fmla="*/ 2229379 h 4449479"/>
                <a:gd name="connsiteX277" fmla="*/ 1110063 w 5559551"/>
                <a:gd name="connsiteY277" fmla="*/ 2229379 h 4449479"/>
                <a:gd name="connsiteX278" fmla="*/ 1110063 w 5559551"/>
                <a:gd name="connsiteY278" fmla="*/ 2784410 h 4449479"/>
                <a:gd name="connsiteX279" fmla="*/ 1110063 w 5559551"/>
                <a:gd name="connsiteY279" fmla="*/ 3330192 h 4449479"/>
                <a:gd name="connsiteX280" fmla="*/ 564280 w 5559551"/>
                <a:gd name="connsiteY280" fmla="*/ 3330192 h 4449479"/>
                <a:gd name="connsiteX281" fmla="*/ 564280 w 5559551"/>
                <a:gd name="connsiteY281" fmla="*/ 2784410 h 4449479"/>
                <a:gd name="connsiteX282" fmla="*/ 1110063 w 5559551"/>
                <a:gd name="connsiteY282" fmla="*/ 2784410 h 4449479"/>
                <a:gd name="connsiteX283" fmla="*/ 1110063 w 5559551"/>
                <a:gd name="connsiteY283" fmla="*/ 3339441 h 4449479"/>
                <a:gd name="connsiteX284" fmla="*/ 1110063 w 5559551"/>
                <a:gd name="connsiteY284" fmla="*/ 3885224 h 4449479"/>
                <a:gd name="connsiteX285" fmla="*/ 564280 w 5559551"/>
                <a:gd name="connsiteY285" fmla="*/ 3885224 h 4449479"/>
                <a:gd name="connsiteX286" fmla="*/ 564280 w 5559551"/>
                <a:gd name="connsiteY286" fmla="*/ 3339441 h 4449479"/>
                <a:gd name="connsiteX287" fmla="*/ 1110063 w 5559551"/>
                <a:gd name="connsiteY287" fmla="*/ 3339441 h 4449479"/>
                <a:gd name="connsiteX288" fmla="*/ 1110063 w 5559551"/>
                <a:gd name="connsiteY288" fmla="*/ 3894473 h 4449479"/>
                <a:gd name="connsiteX289" fmla="*/ 1110063 w 5559551"/>
                <a:gd name="connsiteY289" fmla="*/ 4440241 h 4449479"/>
                <a:gd name="connsiteX290" fmla="*/ 564280 w 5559551"/>
                <a:gd name="connsiteY290" fmla="*/ 4440241 h 4449479"/>
                <a:gd name="connsiteX291" fmla="*/ 564280 w 5559551"/>
                <a:gd name="connsiteY291" fmla="*/ 3894473 h 4449479"/>
                <a:gd name="connsiteX292" fmla="*/ 1110063 w 5559551"/>
                <a:gd name="connsiteY292" fmla="*/ 3894473 h 4449479"/>
                <a:gd name="connsiteX293" fmla="*/ 1119316 w 5559551"/>
                <a:gd name="connsiteY293" fmla="*/ 3894473 h 4449479"/>
                <a:gd name="connsiteX294" fmla="*/ 1665099 w 5559551"/>
                <a:gd name="connsiteY294" fmla="*/ 3894473 h 4449479"/>
                <a:gd name="connsiteX295" fmla="*/ 1665099 w 5559551"/>
                <a:gd name="connsiteY295" fmla="*/ 4440241 h 4449479"/>
                <a:gd name="connsiteX296" fmla="*/ 1119316 w 5559551"/>
                <a:gd name="connsiteY296" fmla="*/ 4440241 h 4449479"/>
                <a:gd name="connsiteX297" fmla="*/ 1119316 w 5559551"/>
                <a:gd name="connsiteY297" fmla="*/ 3894473 h 4449479"/>
                <a:gd name="connsiteX298" fmla="*/ 1674347 w 5559551"/>
                <a:gd name="connsiteY298" fmla="*/ 3894473 h 4449479"/>
                <a:gd name="connsiteX299" fmla="*/ 2220130 w 5559551"/>
                <a:gd name="connsiteY299" fmla="*/ 3894473 h 4449479"/>
                <a:gd name="connsiteX300" fmla="*/ 2220130 w 5559551"/>
                <a:gd name="connsiteY300" fmla="*/ 4440241 h 4449479"/>
                <a:gd name="connsiteX301" fmla="*/ 1674347 w 5559551"/>
                <a:gd name="connsiteY301" fmla="*/ 4440241 h 4449479"/>
                <a:gd name="connsiteX302" fmla="*/ 1674347 w 5559551"/>
                <a:gd name="connsiteY302" fmla="*/ 3894473 h 4449479"/>
                <a:gd name="connsiteX303" fmla="*/ 2229379 w 5559551"/>
                <a:gd name="connsiteY303" fmla="*/ 3894473 h 4449479"/>
                <a:gd name="connsiteX304" fmla="*/ 2775161 w 5559551"/>
                <a:gd name="connsiteY304" fmla="*/ 3894473 h 4449479"/>
                <a:gd name="connsiteX305" fmla="*/ 2775161 w 5559551"/>
                <a:gd name="connsiteY305" fmla="*/ 4440241 h 4449479"/>
                <a:gd name="connsiteX306" fmla="*/ 2229379 w 5559551"/>
                <a:gd name="connsiteY306" fmla="*/ 4440241 h 4449479"/>
                <a:gd name="connsiteX307" fmla="*/ 2229379 w 5559551"/>
                <a:gd name="connsiteY307" fmla="*/ 3894473 h 4449479"/>
                <a:gd name="connsiteX308" fmla="*/ 2784410 w 5559551"/>
                <a:gd name="connsiteY308" fmla="*/ 3894473 h 4449479"/>
                <a:gd name="connsiteX309" fmla="*/ 3330178 w 5559551"/>
                <a:gd name="connsiteY309" fmla="*/ 3894473 h 4449479"/>
                <a:gd name="connsiteX310" fmla="*/ 3330178 w 5559551"/>
                <a:gd name="connsiteY310" fmla="*/ 4440241 h 4449479"/>
                <a:gd name="connsiteX311" fmla="*/ 2784410 w 5559551"/>
                <a:gd name="connsiteY311" fmla="*/ 4440241 h 4449479"/>
                <a:gd name="connsiteX312" fmla="*/ 2784410 w 5559551"/>
                <a:gd name="connsiteY312" fmla="*/ 3894473 h 4449479"/>
                <a:gd name="connsiteX313" fmla="*/ 2784410 w 5559551"/>
                <a:gd name="connsiteY313" fmla="*/ 3894473 h 4449479"/>
                <a:gd name="connsiteX314" fmla="*/ 3339417 w 5559551"/>
                <a:gd name="connsiteY314" fmla="*/ 3894473 h 4449479"/>
                <a:gd name="connsiteX315" fmla="*/ 3885247 w 5559551"/>
                <a:gd name="connsiteY315" fmla="*/ 3894473 h 4449479"/>
                <a:gd name="connsiteX316" fmla="*/ 3885247 w 5559551"/>
                <a:gd name="connsiteY316" fmla="*/ 4440241 h 4449479"/>
                <a:gd name="connsiteX317" fmla="*/ 3339417 w 5559551"/>
                <a:gd name="connsiteY317" fmla="*/ 4440241 h 4449479"/>
                <a:gd name="connsiteX318" fmla="*/ 3339417 w 5559551"/>
                <a:gd name="connsiteY318" fmla="*/ 3894473 h 4449479"/>
                <a:gd name="connsiteX319" fmla="*/ 3894487 w 5559551"/>
                <a:gd name="connsiteY319" fmla="*/ 3894473 h 4449479"/>
                <a:gd name="connsiteX320" fmla="*/ 4440269 w 5559551"/>
                <a:gd name="connsiteY320" fmla="*/ 3894473 h 4449479"/>
                <a:gd name="connsiteX321" fmla="*/ 4440269 w 5559551"/>
                <a:gd name="connsiteY321" fmla="*/ 4440241 h 4449479"/>
                <a:gd name="connsiteX322" fmla="*/ 3894487 w 5559551"/>
                <a:gd name="connsiteY322" fmla="*/ 4440241 h 4449479"/>
                <a:gd name="connsiteX323" fmla="*/ 3894487 w 5559551"/>
                <a:gd name="connsiteY323" fmla="*/ 3894473 h 4449479"/>
                <a:gd name="connsiteX324" fmla="*/ 4449509 w 5559551"/>
                <a:gd name="connsiteY324" fmla="*/ 3894473 h 4449479"/>
                <a:gd name="connsiteX325" fmla="*/ 4995291 w 5559551"/>
                <a:gd name="connsiteY325" fmla="*/ 3894473 h 4449479"/>
                <a:gd name="connsiteX326" fmla="*/ 4995291 w 5559551"/>
                <a:gd name="connsiteY326" fmla="*/ 4440241 h 4449479"/>
                <a:gd name="connsiteX327" fmla="*/ 4449509 w 5559551"/>
                <a:gd name="connsiteY327" fmla="*/ 4440241 h 4449479"/>
                <a:gd name="connsiteX328" fmla="*/ 4449509 w 5559551"/>
                <a:gd name="connsiteY328" fmla="*/ 3894473 h 4449479"/>
                <a:gd name="connsiteX329" fmla="*/ 4449509 w 5559551"/>
                <a:gd name="connsiteY329" fmla="*/ 3885224 h 4449479"/>
                <a:gd name="connsiteX330" fmla="*/ 4449509 w 5559551"/>
                <a:gd name="connsiteY330" fmla="*/ 3339441 h 4449479"/>
                <a:gd name="connsiteX331" fmla="*/ 4995291 w 5559551"/>
                <a:gd name="connsiteY331" fmla="*/ 3339441 h 4449479"/>
                <a:gd name="connsiteX332" fmla="*/ 4995291 w 5559551"/>
                <a:gd name="connsiteY332" fmla="*/ 3885224 h 4449479"/>
                <a:gd name="connsiteX333" fmla="*/ 4449509 w 5559551"/>
                <a:gd name="connsiteY333" fmla="*/ 3885224 h 4449479"/>
                <a:gd name="connsiteX334" fmla="*/ 5004530 w 5559551"/>
                <a:gd name="connsiteY334" fmla="*/ 3339441 h 4449479"/>
                <a:gd name="connsiteX335" fmla="*/ 5550313 w 5559551"/>
                <a:gd name="connsiteY335" fmla="*/ 3339441 h 4449479"/>
                <a:gd name="connsiteX336" fmla="*/ 5550313 w 5559551"/>
                <a:gd name="connsiteY336" fmla="*/ 3885224 h 4449479"/>
                <a:gd name="connsiteX337" fmla="*/ 5004530 w 5559551"/>
                <a:gd name="connsiteY337" fmla="*/ 3885224 h 4449479"/>
                <a:gd name="connsiteX338" fmla="*/ 5004530 w 5559551"/>
                <a:gd name="connsiteY338" fmla="*/ 3339441 h 4449479"/>
                <a:gd name="connsiteX339" fmla="*/ 5004530 w 5559551"/>
                <a:gd name="connsiteY339" fmla="*/ 3330192 h 4449479"/>
                <a:gd name="connsiteX340" fmla="*/ 5004530 w 5559551"/>
                <a:gd name="connsiteY340" fmla="*/ 2784410 h 4449479"/>
                <a:gd name="connsiteX341" fmla="*/ 5550313 w 5559551"/>
                <a:gd name="connsiteY341" fmla="*/ 2784410 h 4449479"/>
                <a:gd name="connsiteX342" fmla="*/ 5550313 w 5559551"/>
                <a:gd name="connsiteY342" fmla="*/ 3330192 h 4449479"/>
                <a:gd name="connsiteX343" fmla="*/ 5004530 w 5559551"/>
                <a:gd name="connsiteY343" fmla="*/ 3330192 h 4449479"/>
                <a:gd name="connsiteX344" fmla="*/ 5004530 w 5559551"/>
                <a:gd name="connsiteY344" fmla="*/ 2775161 h 4449479"/>
                <a:gd name="connsiteX345" fmla="*/ 5004530 w 5559551"/>
                <a:gd name="connsiteY345" fmla="*/ 2229379 h 4449479"/>
                <a:gd name="connsiteX346" fmla="*/ 5550313 w 5559551"/>
                <a:gd name="connsiteY346" fmla="*/ 2229379 h 4449479"/>
                <a:gd name="connsiteX347" fmla="*/ 5550313 w 5559551"/>
                <a:gd name="connsiteY347" fmla="*/ 2775161 h 4449479"/>
                <a:gd name="connsiteX348" fmla="*/ 5004530 w 5559551"/>
                <a:gd name="connsiteY348" fmla="*/ 2775161 h 4449479"/>
                <a:gd name="connsiteX349" fmla="*/ 5004530 w 5559551"/>
                <a:gd name="connsiteY349" fmla="*/ 2220130 h 4449479"/>
                <a:gd name="connsiteX350" fmla="*/ 5004530 w 5559551"/>
                <a:gd name="connsiteY350" fmla="*/ 1674347 h 4449479"/>
                <a:gd name="connsiteX351" fmla="*/ 5550313 w 5559551"/>
                <a:gd name="connsiteY351" fmla="*/ 1674347 h 4449479"/>
                <a:gd name="connsiteX352" fmla="*/ 5550313 w 5559551"/>
                <a:gd name="connsiteY352" fmla="*/ 2220130 h 4449479"/>
                <a:gd name="connsiteX353" fmla="*/ 5004530 w 5559551"/>
                <a:gd name="connsiteY353" fmla="*/ 2220130 h 4449479"/>
                <a:gd name="connsiteX354" fmla="*/ 5004530 w 5559551"/>
                <a:gd name="connsiteY354" fmla="*/ 1665094 h 4449479"/>
                <a:gd name="connsiteX355" fmla="*/ 5004530 w 5559551"/>
                <a:gd name="connsiteY355" fmla="*/ 1119311 h 4449479"/>
                <a:gd name="connsiteX356" fmla="*/ 5550313 w 5559551"/>
                <a:gd name="connsiteY356" fmla="*/ 1119311 h 4449479"/>
                <a:gd name="connsiteX357" fmla="*/ 5550313 w 5559551"/>
                <a:gd name="connsiteY357" fmla="*/ 1665094 h 4449479"/>
                <a:gd name="connsiteX358" fmla="*/ 5004530 w 5559551"/>
                <a:gd name="connsiteY358" fmla="*/ 1665094 h 4449479"/>
                <a:gd name="connsiteX359" fmla="*/ 5004530 w 5559551"/>
                <a:gd name="connsiteY359" fmla="*/ 1110063 h 4449479"/>
                <a:gd name="connsiteX360" fmla="*/ 5004530 w 5559551"/>
                <a:gd name="connsiteY360" fmla="*/ 564280 h 4449479"/>
                <a:gd name="connsiteX361" fmla="*/ 5550313 w 5559551"/>
                <a:gd name="connsiteY361" fmla="*/ 564280 h 4449479"/>
                <a:gd name="connsiteX362" fmla="*/ 5550313 w 5559551"/>
                <a:gd name="connsiteY362" fmla="*/ 1110063 h 4449479"/>
                <a:gd name="connsiteX363" fmla="*/ 5004530 w 5559551"/>
                <a:gd name="connsiteY363" fmla="*/ 1110063 h 4449479"/>
                <a:gd name="connsiteX364" fmla="*/ 9249 w 5559551"/>
                <a:gd name="connsiteY364" fmla="*/ 9249 h 4449479"/>
                <a:gd name="connsiteX365" fmla="*/ 555031 w 5559551"/>
                <a:gd name="connsiteY365" fmla="*/ 9249 h 4449479"/>
                <a:gd name="connsiteX366" fmla="*/ 555031 w 5559551"/>
                <a:gd name="connsiteY366" fmla="*/ 555031 h 4449479"/>
                <a:gd name="connsiteX367" fmla="*/ 9249 w 5559551"/>
                <a:gd name="connsiteY367" fmla="*/ 555031 h 4449479"/>
                <a:gd name="connsiteX368" fmla="*/ 9249 w 5559551"/>
                <a:gd name="connsiteY368" fmla="*/ 9249 h 4449479"/>
                <a:gd name="connsiteX369" fmla="*/ 9249 w 5559551"/>
                <a:gd name="connsiteY369" fmla="*/ 564280 h 4449479"/>
                <a:gd name="connsiteX370" fmla="*/ 555031 w 5559551"/>
                <a:gd name="connsiteY370" fmla="*/ 564280 h 4449479"/>
                <a:gd name="connsiteX371" fmla="*/ 555031 w 5559551"/>
                <a:gd name="connsiteY371" fmla="*/ 1110063 h 4449479"/>
                <a:gd name="connsiteX372" fmla="*/ 9249 w 5559551"/>
                <a:gd name="connsiteY372" fmla="*/ 1110063 h 4449479"/>
                <a:gd name="connsiteX373" fmla="*/ 9249 w 5559551"/>
                <a:gd name="connsiteY373" fmla="*/ 564280 h 4449479"/>
                <a:gd name="connsiteX374" fmla="*/ 9249 w 5559551"/>
                <a:gd name="connsiteY374" fmla="*/ 1119316 h 4449479"/>
                <a:gd name="connsiteX375" fmla="*/ 555031 w 5559551"/>
                <a:gd name="connsiteY375" fmla="*/ 1119316 h 4449479"/>
                <a:gd name="connsiteX376" fmla="*/ 555031 w 5559551"/>
                <a:gd name="connsiteY376" fmla="*/ 1665099 h 4449479"/>
                <a:gd name="connsiteX377" fmla="*/ 9249 w 5559551"/>
                <a:gd name="connsiteY377" fmla="*/ 1665099 h 4449479"/>
                <a:gd name="connsiteX378" fmla="*/ 9249 w 5559551"/>
                <a:gd name="connsiteY378" fmla="*/ 1119316 h 4449479"/>
                <a:gd name="connsiteX379" fmla="*/ 9249 w 5559551"/>
                <a:gd name="connsiteY379" fmla="*/ 1674347 h 4449479"/>
                <a:gd name="connsiteX380" fmla="*/ 555031 w 5559551"/>
                <a:gd name="connsiteY380" fmla="*/ 1674347 h 4449479"/>
                <a:gd name="connsiteX381" fmla="*/ 555031 w 5559551"/>
                <a:gd name="connsiteY381" fmla="*/ 2220130 h 4449479"/>
                <a:gd name="connsiteX382" fmla="*/ 9249 w 5559551"/>
                <a:gd name="connsiteY382" fmla="*/ 2220130 h 4449479"/>
                <a:gd name="connsiteX383" fmla="*/ 9249 w 5559551"/>
                <a:gd name="connsiteY383" fmla="*/ 1674347 h 4449479"/>
                <a:gd name="connsiteX384" fmla="*/ 9249 w 5559551"/>
                <a:gd name="connsiteY384" fmla="*/ 2229379 h 4449479"/>
                <a:gd name="connsiteX385" fmla="*/ 555031 w 5559551"/>
                <a:gd name="connsiteY385" fmla="*/ 2229379 h 4449479"/>
                <a:gd name="connsiteX386" fmla="*/ 555031 w 5559551"/>
                <a:gd name="connsiteY386" fmla="*/ 2775161 h 4449479"/>
                <a:gd name="connsiteX387" fmla="*/ 9249 w 5559551"/>
                <a:gd name="connsiteY387" fmla="*/ 2775161 h 4449479"/>
                <a:gd name="connsiteX388" fmla="*/ 9249 w 5559551"/>
                <a:gd name="connsiteY388" fmla="*/ 2229379 h 4449479"/>
                <a:gd name="connsiteX389" fmla="*/ 9249 w 5559551"/>
                <a:gd name="connsiteY389" fmla="*/ 2784410 h 4449479"/>
                <a:gd name="connsiteX390" fmla="*/ 555031 w 5559551"/>
                <a:gd name="connsiteY390" fmla="*/ 2784410 h 4449479"/>
                <a:gd name="connsiteX391" fmla="*/ 555031 w 5559551"/>
                <a:gd name="connsiteY391" fmla="*/ 3330192 h 4449479"/>
                <a:gd name="connsiteX392" fmla="*/ 9249 w 5559551"/>
                <a:gd name="connsiteY392" fmla="*/ 3330192 h 4449479"/>
                <a:gd name="connsiteX393" fmla="*/ 9249 w 5559551"/>
                <a:gd name="connsiteY393" fmla="*/ 2784410 h 4449479"/>
                <a:gd name="connsiteX394" fmla="*/ 9249 w 5559551"/>
                <a:gd name="connsiteY394" fmla="*/ 3339441 h 4449479"/>
                <a:gd name="connsiteX395" fmla="*/ 555031 w 5559551"/>
                <a:gd name="connsiteY395" fmla="*/ 3339441 h 4449479"/>
                <a:gd name="connsiteX396" fmla="*/ 555031 w 5559551"/>
                <a:gd name="connsiteY396" fmla="*/ 3885224 h 4449479"/>
                <a:gd name="connsiteX397" fmla="*/ 9249 w 5559551"/>
                <a:gd name="connsiteY397" fmla="*/ 3885224 h 4449479"/>
                <a:gd name="connsiteX398" fmla="*/ 9249 w 5559551"/>
                <a:gd name="connsiteY398" fmla="*/ 3339441 h 4449479"/>
                <a:gd name="connsiteX399" fmla="*/ 9249 w 5559551"/>
                <a:gd name="connsiteY399" fmla="*/ 3894473 h 4449479"/>
                <a:gd name="connsiteX400" fmla="*/ 555031 w 5559551"/>
                <a:gd name="connsiteY400" fmla="*/ 3894473 h 4449479"/>
                <a:gd name="connsiteX401" fmla="*/ 555031 w 5559551"/>
                <a:gd name="connsiteY401" fmla="*/ 4440241 h 4449479"/>
                <a:gd name="connsiteX402" fmla="*/ 9249 w 5559551"/>
                <a:gd name="connsiteY402" fmla="*/ 4440241 h 4449479"/>
                <a:gd name="connsiteX403" fmla="*/ 9249 w 5559551"/>
                <a:gd name="connsiteY403" fmla="*/ 3894473 h 4449479"/>
                <a:gd name="connsiteX404" fmla="*/ 5004530 w 5559551"/>
                <a:gd name="connsiteY404" fmla="*/ 4440241 h 4449479"/>
                <a:gd name="connsiteX405" fmla="*/ 5004530 w 5559551"/>
                <a:gd name="connsiteY405" fmla="*/ 3894473 h 4449479"/>
                <a:gd name="connsiteX406" fmla="*/ 5550313 w 5559551"/>
                <a:gd name="connsiteY406" fmla="*/ 3894473 h 4449479"/>
                <a:gd name="connsiteX407" fmla="*/ 5550313 w 5559551"/>
                <a:gd name="connsiteY407" fmla="*/ 4440241 h 4449479"/>
                <a:gd name="connsiteX408" fmla="*/ 5004530 w 5559551"/>
                <a:gd name="connsiteY408" fmla="*/ 4440241 h 444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5559551" h="4449479">
                  <a:moveTo>
                    <a:pt x="0" y="0"/>
                  </a:moveTo>
                  <a:lnTo>
                    <a:pt x="0" y="4449480"/>
                  </a:lnTo>
                  <a:lnTo>
                    <a:pt x="5559552" y="4449480"/>
                  </a:lnTo>
                  <a:lnTo>
                    <a:pt x="5559552" y="0"/>
                  </a:lnTo>
                  <a:lnTo>
                    <a:pt x="0" y="0"/>
                  </a:lnTo>
                  <a:close/>
                  <a:moveTo>
                    <a:pt x="5550313" y="555031"/>
                  </a:moveTo>
                  <a:lnTo>
                    <a:pt x="5004530" y="555031"/>
                  </a:lnTo>
                  <a:lnTo>
                    <a:pt x="5004530" y="9249"/>
                  </a:lnTo>
                  <a:lnTo>
                    <a:pt x="5550313" y="9249"/>
                  </a:lnTo>
                  <a:lnTo>
                    <a:pt x="5550313" y="555031"/>
                  </a:lnTo>
                  <a:close/>
                  <a:moveTo>
                    <a:pt x="2775161" y="2229379"/>
                  </a:moveTo>
                  <a:lnTo>
                    <a:pt x="2775161" y="2775161"/>
                  </a:lnTo>
                  <a:lnTo>
                    <a:pt x="2229379" y="2775161"/>
                  </a:lnTo>
                  <a:lnTo>
                    <a:pt x="2229379" y="2229379"/>
                  </a:lnTo>
                  <a:lnTo>
                    <a:pt x="2775161" y="2229379"/>
                  </a:lnTo>
                  <a:close/>
                  <a:moveTo>
                    <a:pt x="2229379" y="2220130"/>
                  </a:moveTo>
                  <a:lnTo>
                    <a:pt x="2229379" y="1674347"/>
                  </a:lnTo>
                  <a:lnTo>
                    <a:pt x="2775161" y="1674347"/>
                  </a:lnTo>
                  <a:lnTo>
                    <a:pt x="2775161" y="2220130"/>
                  </a:lnTo>
                  <a:lnTo>
                    <a:pt x="2229379" y="2220130"/>
                  </a:lnTo>
                  <a:close/>
                  <a:moveTo>
                    <a:pt x="2784410" y="2229379"/>
                  </a:moveTo>
                  <a:lnTo>
                    <a:pt x="3330178" y="2229379"/>
                  </a:lnTo>
                  <a:lnTo>
                    <a:pt x="3330178" y="2775161"/>
                  </a:lnTo>
                  <a:lnTo>
                    <a:pt x="2784410" y="2775161"/>
                  </a:lnTo>
                  <a:lnTo>
                    <a:pt x="2784410" y="2229379"/>
                  </a:lnTo>
                  <a:lnTo>
                    <a:pt x="2784410" y="2229379"/>
                  </a:lnTo>
                  <a:close/>
                  <a:moveTo>
                    <a:pt x="2784410" y="2220130"/>
                  </a:moveTo>
                  <a:lnTo>
                    <a:pt x="2784410" y="1674347"/>
                  </a:lnTo>
                  <a:lnTo>
                    <a:pt x="3330178" y="1674347"/>
                  </a:lnTo>
                  <a:lnTo>
                    <a:pt x="3330178" y="2220130"/>
                  </a:lnTo>
                  <a:lnTo>
                    <a:pt x="2784410" y="2220130"/>
                  </a:lnTo>
                  <a:close/>
                  <a:moveTo>
                    <a:pt x="3339417" y="1674347"/>
                  </a:moveTo>
                  <a:lnTo>
                    <a:pt x="3885247" y="1674347"/>
                  </a:lnTo>
                  <a:lnTo>
                    <a:pt x="3885247" y="2220130"/>
                  </a:lnTo>
                  <a:lnTo>
                    <a:pt x="3339417" y="2220130"/>
                  </a:lnTo>
                  <a:lnTo>
                    <a:pt x="3339417" y="1674347"/>
                  </a:lnTo>
                  <a:close/>
                  <a:moveTo>
                    <a:pt x="3339417" y="1665094"/>
                  </a:moveTo>
                  <a:lnTo>
                    <a:pt x="3339417" y="1119311"/>
                  </a:lnTo>
                  <a:lnTo>
                    <a:pt x="3885247" y="1119311"/>
                  </a:lnTo>
                  <a:lnTo>
                    <a:pt x="3885247" y="1665094"/>
                  </a:lnTo>
                  <a:lnTo>
                    <a:pt x="3339417" y="1665094"/>
                  </a:lnTo>
                  <a:close/>
                  <a:moveTo>
                    <a:pt x="3330178" y="1665094"/>
                  </a:moveTo>
                  <a:lnTo>
                    <a:pt x="2784410" y="1665094"/>
                  </a:lnTo>
                  <a:lnTo>
                    <a:pt x="2784410" y="1119311"/>
                  </a:lnTo>
                  <a:lnTo>
                    <a:pt x="3330178" y="1119311"/>
                  </a:lnTo>
                  <a:lnTo>
                    <a:pt x="3330178" y="1665094"/>
                  </a:lnTo>
                  <a:close/>
                  <a:moveTo>
                    <a:pt x="2775161" y="1665094"/>
                  </a:moveTo>
                  <a:lnTo>
                    <a:pt x="2229379" y="1665094"/>
                  </a:lnTo>
                  <a:lnTo>
                    <a:pt x="2229379" y="1119311"/>
                  </a:lnTo>
                  <a:lnTo>
                    <a:pt x="2775161" y="1119311"/>
                  </a:lnTo>
                  <a:lnTo>
                    <a:pt x="2775161" y="1665094"/>
                  </a:lnTo>
                  <a:close/>
                  <a:moveTo>
                    <a:pt x="2220130" y="1665094"/>
                  </a:moveTo>
                  <a:lnTo>
                    <a:pt x="1674347" y="1665094"/>
                  </a:lnTo>
                  <a:lnTo>
                    <a:pt x="1674347" y="1119311"/>
                  </a:lnTo>
                  <a:lnTo>
                    <a:pt x="2220130" y="1119311"/>
                  </a:lnTo>
                  <a:lnTo>
                    <a:pt x="2220130" y="1665094"/>
                  </a:lnTo>
                  <a:close/>
                  <a:moveTo>
                    <a:pt x="2220130" y="1674347"/>
                  </a:moveTo>
                  <a:lnTo>
                    <a:pt x="2220130" y="2220130"/>
                  </a:lnTo>
                  <a:lnTo>
                    <a:pt x="1674347" y="2220130"/>
                  </a:lnTo>
                  <a:lnTo>
                    <a:pt x="1674347" y="1674347"/>
                  </a:lnTo>
                  <a:lnTo>
                    <a:pt x="2220130" y="1674347"/>
                  </a:lnTo>
                  <a:close/>
                  <a:moveTo>
                    <a:pt x="2220130" y="2229379"/>
                  </a:moveTo>
                  <a:lnTo>
                    <a:pt x="2220130" y="2775161"/>
                  </a:lnTo>
                  <a:lnTo>
                    <a:pt x="1674347" y="2775161"/>
                  </a:lnTo>
                  <a:lnTo>
                    <a:pt x="1674347" y="2229379"/>
                  </a:lnTo>
                  <a:lnTo>
                    <a:pt x="2220130" y="2229379"/>
                  </a:lnTo>
                  <a:close/>
                  <a:moveTo>
                    <a:pt x="2220130" y="2784410"/>
                  </a:moveTo>
                  <a:lnTo>
                    <a:pt x="2220130" y="3330192"/>
                  </a:lnTo>
                  <a:lnTo>
                    <a:pt x="1674347" y="3330192"/>
                  </a:lnTo>
                  <a:lnTo>
                    <a:pt x="1674347" y="2784410"/>
                  </a:lnTo>
                  <a:lnTo>
                    <a:pt x="2220130" y="2784410"/>
                  </a:lnTo>
                  <a:close/>
                  <a:moveTo>
                    <a:pt x="2229379" y="2784410"/>
                  </a:moveTo>
                  <a:lnTo>
                    <a:pt x="2775161" y="2784410"/>
                  </a:lnTo>
                  <a:lnTo>
                    <a:pt x="2775161" y="3330192"/>
                  </a:lnTo>
                  <a:lnTo>
                    <a:pt x="2229379" y="3330192"/>
                  </a:lnTo>
                  <a:lnTo>
                    <a:pt x="2229379" y="2784410"/>
                  </a:lnTo>
                  <a:close/>
                  <a:moveTo>
                    <a:pt x="2784410" y="2784410"/>
                  </a:moveTo>
                  <a:lnTo>
                    <a:pt x="3330178" y="2784410"/>
                  </a:lnTo>
                  <a:lnTo>
                    <a:pt x="3330178" y="3330192"/>
                  </a:lnTo>
                  <a:lnTo>
                    <a:pt x="2784410" y="3330192"/>
                  </a:lnTo>
                  <a:lnTo>
                    <a:pt x="2784410" y="2784410"/>
                  </a:lnTo>
                  <a:lnTo>
                    <a:pt x="2784410" y="2784410"/>
                  </a:lnTo>
                  <a:close/>
                  <a:moveTo>
                    <a:pt x="3339417" y="2784410"/>
                  </a:moveTo>
                  <a:lnTo>
                    <a:pt x="3885247" y="2784410"/>
                  </a:lnTo>
                  <a:lnTo>
                    <a:pt x="3885247" y="3330192"/>
                  </a:lnTo>
                  <a:lnTo>
                    <a:pt x="3339417" y="3330192"/>
                  </a:lnTo>
                  <a:lnTo>
                    <a:pt x="3339417" y="2784410"/>
                  </a:lnTo>
                  <a:close/>
                  <a:moveTo>
                    <a:pt x="3339417" y="2775161"/>
                  </a:moveTo>
                  <a:lnTo>
                    <a:pt x="3339417" y="2229379"/>
                  </a:lnTo>
                  <a:lnTo>
                    <a:pt x="3885247" y="2229379"/>
                  </a:lnTo>
                  <a:lnTo>
                    <a:pt x="3885247" y="2775161"/>
                  </a:lnTo>
                  <a:lnTo>
                    <a:pt x="3339417" y="2775161"/>
                  </a:lnTo>
                  <a:close/>
                  <a:moveTo>
                    <a:pt x="3894487" y="2229379"/>
                  </a:moveTo>
                  <a:lnTo>
                    <a:pt x="4440269" y="2229379"/>
                  </a:lnTo>
                  <a:lnTo>
                    <a:pt x="4440269" y="2775161"/>
                  </a:lnTo>
                  <a:lnTo>
                    <a:pt x="3894487" y="2775161"/>
                  </a:lnTo>
                  <a:lnTo>
                    <a:pt x="3894487" y="2229379"/>
                  </a:lnTo>
                  <a:close/>
                  <a:moveTo>
                    <a:pt x="3894487" y="2220130"/>
                  </a:moveTo>
                  <a:lnTo>
                    <a:pt x="3894487" y="1674347"/>
                  </a:lnTo>
                  <a:lnTo>
                    <a:pt x="4440269" y="1674347"/>
                  </a:lnTo>
                  <a:lnTo>
                    <a:pt x="4440269" y="2220130"/>
                  </a:lnTo>
                  <a:lnTo>
                    <a:pt x="3894487" y="2220130"/>
                  </a:lnTo>
                  <a:close/>
                  <a:moveTo>
                    <a:pt x="3894487" y="1665094"/>
                  </a:moveTo>
                  <a:lnTo>
                    <a:pt x="3894487" y="1119311"/>
                  </a:lnTo>
                  <a:lnTo>
                    <a:pt x="4440269" y="1119311"/>
                  </a:lnTo>
                  <a:lnTo>
                    <a:pt x="4440269" y="1665094"/>
                  </a:lnTo>
                  <a:lnTo>
                    <a:pt x="3894487" y="1665094"/>
                  </a:lnTo>
                  <a:close/>
                  <a:moveTo>
                    <a:pt x="3894487" y="1110063"/>
                  </a:moveTo>
                  <a:lnTo>
                    <a:pt x="3894487" y="564280"/>
                  </a:lnTo>
                  <a:lnTo>
                    <a:pt x="4440269" y="564280"/>
                  </a:lnTo>
                  <a:lnTo>
                    <a:pt x="4440269" y="1110063"/>
                  </a:lnTo>
                  <a:lnTo>
                    <a:pt x="3894487" y="1110063"/>
                  </a:lnTo>
                  <a:close/>
                  <a:moveTo>
                    <a:pt x="3885247" y="1110063"/>
                  </a:moveTo>
                  <a:lnTo>
                    <a:pt x="3339417" y="1110063"/>
                  </a:lnTo>
                  <a:lnTo>
                    <a:pt x="3339417" y="564280"/>
                  </a:lnTo>
                  <a:lnTo>
                    <a:pt x="3885247" y="564280"/>
                  </a:lnTo>
                  <a:lnTo>
                    <a:pt x="3885247" y="1110063"/>
                  </a:lnTo>
                  <a:close/>
                  <a:moveTo>
                    <a:pt x="3330178" y="1110063"/>
                  </a:moveTo>
                  <a:lnTo>
                    <a:pt x="2784410" y="1110063"/>
                  </a:lnTo>
                  <a:lnTo>
                    <a:pt x="2784410" y="564280"/>
                  </a:lnTo>
                  <a:lnTo>
                    <a:pt x="3330178" y="564280"/>
                  </a:lnTo>
                  <a:lnTo>
                    <a:pt x="3330178" y="1110063"/>
                  </a:lnTo>
                  <a:close/>
                  <a:moveTo>
                    <a:pt x="2775161" y="1110063"/>
                  </a:moveTo>
                  <a:lnTo>
                    <a:pt x="2229379" y="1110063"/>
                  </a:lnTo>
                  <a:lnTo>
                    <a:pt x="2229379" y="564280"/>
                  </a:lnTo>
                  <a:lnTo>
                    <a:pt x="2775161" y="564280"/>
                  </a:lnTo>
                  <a:lnTo>
                    <a:pt x="2775161" y="1110063"/>
                  </a:lnTo>
                  <a:close/>
                  <a:moveTo>
                    <a:pt x="2220130" y="1110063"/>
                  </a:moveTo>
                  <a:lnTo>
                    <a:pt x="1674347" y="1110063"/>
                  </a:lnTo>
                  <a:lnTo>
                    <a:pt x="1674347" y="564280"/>
                  </a:lnTo>
                  <a:lnTo>
                    <a:pt x="2220130" y="564280"/>
                  </a:lnTo>
                  <a:lnTo>
                    <a:pt x="2220130" y="1110063"/>
                  </a:lnTo>
                  <a:close/>
                  <a:moveTo>
                    <a:pt x="1665094" y="1110063"/>
                  </a:moveTo>
                  <a:lnTo>
                    <a:pt x="1119311" y="1110063"/>
                  </a:lnTo>
                  <a:lnTo>
                    <a:pt x="1119311" y="564280"/>
                  </a:lnTo>
                  <a:lnTo>
                    <a:pt x="1665094" y="564280"/>
                  </a:lnTo>
                  <a:lnTo>
                    <a:pt x="1665094" y="1110063"/>
                  </a:lnTo>
                  <a:close/>
                  <a:moveTo>
                    <a:pt x="1665094" y="1119316"/>
                  </a:moveTo>
                  <a:lnTo>
                    <a:pt x="1665094" y="1665099"/>
                  </a:lnTo>
                  <a:lnTo>
                    <a:pt x="1119311" y="1665099"/>
                  </a:lnTo>
                  <a:lnTo>
                    <a:pt x="1119311" y="1119316"/>
                  </a:lnTo>
                  <a:lnTo>
                    <a:pt x="1665094" y="1119316"/>
                  </a:lnTo>
                  <a:close/>
                  <a:moveTo>
                    <a:pt x="1665094" y="1674347"/>
                  </a:moveTo>
                  <a:lnTo>
                    <a:pt x="1665094" y="2220130"/>
                  </a:lnTo>
                  <a:lnTo>
                    <a:pt x="1119311" y="2220130"/>
                  </a:lnTo>
                  <a:lnTo>
                    <a:pt x="1119311" y="1674347"/>
                  </a:lnTo>
                  <a:lnTo>
                    <a:pt x="1665094" y="1674347"/>
                  </a:lnTo>
                  <a:close/>
                  <a:moveTo>
                    <a:pt x="1665094" y="2229379"/>
                  </a:moveTo>
                  <a:lnTo>
                    <a:pt x="1665094" y="2775161"/>
                  </a:lnTo>
                  <a:lnTo>
                    <a:pt x="1119311" y="2775161"/>
                  </a:lnTo>
                  <a:lnTo>
                    <a:pt x="1119311" y="2229379"/>
                  </a:lnTo>
                  <a:lnTo>
                    <a:pt x="1665094" y="2229379"/>
                  </a:lnTo>
                  <a:close/>
                  <a:moveTo>
                    <a:pt x="1665094" y="2784410"/>
                  </a:moveTo>
                  <a:lnTo>
                    <a:pt x="1665094" y="3330192"/>
                  </a:lnTo>
                  <a:lnTo>
                    <a:pt x="1119311" y="3330192"/>
                  </a:lnTo>
                  <a:lnTo>
                    <a:pt x="1119311" y="2784410"/>
                  </a:lnTo>
                  <a:lnTo>
                    <a:pt x="1665094" y="2784410"/>
                  </a:lnTo>
                  <a:close/>
                  <a:moveTo>
                    <a:pt x="1665094" y="3339441"/>
                  </a:moveTo>
                  <a:lnTo>
                    <a:pt x="1665094" y="3885224"/>
                  </a:lnTo>
                  <a:lnTo>
                    <a:pt x="1119311" y="3885224"/>
                  </a:lnTo>
                  <a:lnTo>
                    <a:pt x="1119311" y="3339441"/>
                  </a:lnTo>
                  <a:lnTo>
                    <a:pt x="1665094" y="3339441"/>
                  </a:lnTo>
                  <a:close/>
                  <a:moveTo>
                    <a:pt x="1674347" y="3339441"/>
                  </a:moveTo>
                  <a:lnTo>
                    <a:pt x="2220130" y="3339441"/>
                  </a:lnTo>
                  <a:lnTo>
                    <a:pt x="2220130" y="3885224"/>
                  </a:lnTo>
                  <a:lnTo>
                    <a:pt x="1674347" y="3885224"/>
                  </a:lnTo>
                  <a:lnTo>
                    <a:pt x="1674347" y="3339441"/>
                  </a:lnTo>
                  <a:close/>
                  <a:moveTo>
                    <a:pt x="2229379" y="3339441"/>
                  </a:moveTo>
                  <a:lnTo>
                    <a:pt x="2775161" y="3339441"/>
                  </a:lnTo>
                  <a:lnTo>
                    <a:pt x="2775161" y="3885224"/>
                  </a:lnTo>
                  <a:lnTo>
                    <a:pt x="2229379" y="3885224"/>
                  </a:lnTo>
                  <a:lnTo>
                    <a:pt x="2229379" y="3339441"/>
                  </a:lnTo>
                  <a:close/>
                  <a:moveTo>
                    <a:pt x="2784410" y="3339441"/>
                  </a:moveTo>
                  <a:lnTo>
                    <a:pt x="3330178" y="3339441"/>
                  </a:lnTo>
                  <a:lnTo>
                    <a:pt x="3330178" y="3885224"/>
                  </a:lnTo>
                  <a:lnTo>
                    <a:pt x="2784410" y="3885224"/>
                  </a:lnTo>
                  <a:lnTo>
                    <a:pt x="2784410" y="3339441"/>
                  </a:lnTo>
                  <a:lnTo>
                    <a:pt x="2784410" y="3339441"/>
                  </a:lnTo>
                  <a:close/>
                  <a:moveTo>
                    <a:pt x="3339417" y="3339441"/>
                  </a:moveTo>
                  <a:lnTo>
                    <a:pt x="3885247" y="3339441"/>
                  </a:lnTo>
                  <a:lnTo>
                    <a:pt x="3885247" y="3885224"/>
                  </a:lnTo>
                  <a:lnTo>
                    <a:pt x="3339417" y="3885224"/>
                  </a:lnTo>
                  <a:lnTo>
                    <a:pt x="3339417" y="3339441"/>
                  </a:lnTo>
                  <a:close/>
                  <a:moveTo>
                    <a:pt x="3894487" y="3339441"/>
                  </a:moveTo>
                  <a:lnTo>
                    <a:pt x="4440269" y="3339441"/>
                  </a:lnTo>
                  <a:lnTo>
                    <a:pt x="4440269" y="3885224"/>
                  </a:lnTo>
                  <a:lnTo>
                    <a:pt x="3894487" y="3885224"/>
                  </a:lnTo>
                  <a:lnTo>
                    <a:pt x="3894487" y="3339441"/>
                  </a:lnTo>
                  <a:close/>
                  <a:moveTo>
                    <a:pt x="3894487" y="3330192"/>
                  </a:moveTo>
                  <a:lnTo>
                    <a:pt x="3894487" y="2784410"/>
                  </a:lnTo>
                  <a:lnTo>
                    <a:pt x="4440269" y="2784410"/>
                  </a:lnTo>
                  <a:lnTo>
                    <a:pt x="4440269" y="3330192"/>
                  </a:lnTo>
                  <a:lnTo>
                    <a:pt x="3894487" y="3330192"/>
                  </a:lnTo>
                  <a:close/>
                  <a:moveTo>
                    <a:pt x="4449509" y="2784410"/>
                  </a:moveTo>
                  <a:lnTo>
                    <a:pt x="4995291" y="2784410"/>
                  </a:lnTo>
                  <a:lnTo>
                    <a:pt x="4995291" y="3330192"/>
                  </a:lnTo>
                  <a:lnTo>
                    <a:pt x="4449509" y="3330192"/>
                  </a:lnTo>
                  <a:lnTo>
                    <a:pt x="4449509" y="2784410"/>
                  </a:lnTo>
                  <a:close/>
                  <a:moveTo>
                    <a:pt x="4449509" y="2775161"/>
                  </a:moveTo>
                  <a:lnTo>
                    <a:pt x="4449509" y="2229379"/>
                  </a:lnTo>
                  <a:lnTo>
                    <a:pt x="4995291" y="2229379"/>
                  </a:lnTo>
                  <a:lnTo>
                    <a:pt x="4995291" y="2775161"/>
                  </a:lnTo>
                  <a:lnTo>
                    <a:pt x="4449509" y="2775161"/>
                  </a:lnTo>
                  <a:close/>
                  <a:moveTo>
                    <a:pt x="4449509" y="2220130"/>
                  </a:moveTo>
                  <a:lnTo>
                    <a:pt x="4449509" y="1674347"/>
                  </a:lnTo>
                  <a:lnTo>
                    <a:pt x="4995291" y="1674347"/>
                  </a:lnTo>
                  <a:lnTo>
                    <a:pt x="4995291" y="2220130"/>
                  </a:lnTo>
                  <a:lnTo>
                    <a:pt x="4449509" y="2220130"/>
                  </a:lnTo>
                  <a:close/>
                  <a:moveTo>
                    <a:pt x="4449509" y="1665094"/>
                  </a:moveTo>
                  <a:lnTo>
                    <a:pt x="4449509" y="1119311"/>
                  </a:lnTo>
                  <a:lnTo>
                    <a:pt x="4995291" y="1119311"/>
                  </a:lnTo>
                  <a:lnTo>
                    <a:pt x="4995291" y="1665094"/>
                  </a:lnTo>
                  <a:lnTo>
                    <a:pt x="4449509" y="1665094"/>
                  </a:lnTo>
                  <a:close/>
                  <a:moveTo>
                    <a:pt x="4449509" y="1110063"/>
                  </a:moveTo>
                  <a:lnTo>
                    <a:pt x="4449509" y="564280"/>
                  </a:lnTo>
                  <a:lnTo>
                    <a:pt x="4995291" y="564280"/>
                  </a:lnTo>
                  <a:lnTo>
                    <a:pt x="4995291" y="1110063"/>
                  </a:lnTo>
                  <a:lnTo>
                    <a:pt x="4449509" y="1110063"/>
                  </a:lnTo>
                  <a:close/>
                  <a:moveTo>
                    <a:pt x="4449509" y="555031"/>
                  </a:moveTo>
                  <a:lnTo>
                    <a:pt x="4449509" y="9249"/>
                  </a:lnTo>
                  <a:lnTo>
                    <a:pt x="4995291" y="9249"/>
                  </a:lnTo>
                  <a:lnTo>
                    <a:pt x="4995291" y="555031"/>
                  </a:lnTo>
                  <a:lnTo>
                    <a:pt x="4449509" y="555031"/>
                  </a:lnTo>
                  <a:close/>
                  <a:moveTo>
                    <a:pt x="4440269" y="555031"/>
                  </a:moveTo>
                  <a:lnTo>
                    <a:pt x="3894487" y="555031"/>
                  </a:lnTo>
                  <a:lnTo>
                    <a:pt x="3894487" y="9249"/>
                  </a:lnTo>
                  <a:lnTo>
                    <a:pt x="4440269" y="9249"/>
                  </a:lnTo>
                  <a:lnTo>
                    <a:pt x="4440269" y="555031"/>
                  </a:lnTo>
                  <a:close/>
                  <a:moveTo>
                    <a:pt x="3885247" y="555031"/>
                  </a:moveTo>
                  <a:lnTo>
                    <a:pt x="3339417" y="555031"/>
                  </a:lnTo>
                  <a:lnTo>
                    <a:pt x="3339417" y="9249"/>
                  </a:lnTo>
                  <a:lnTo>
                    <a:pt x="3885247" y="9249"/>
                  </a:lnTo>
                  <a:lnTo>
                    <a:pt x="3885247" y="555031"/>
                  </a:lnTo>
                  <a:close/>
                  <a:moveTo>
                    <a:pt x="3330178" y="555031"/>
                  </a:moveTo>
                  <a:lnTo>
                    <a:pt x="2784410" y="555031"/>
                  </a:lnTo>
                  <a:lnTo>
                    <a:pt x="2784410" y="9249"/>
                  </a:lnTo>
                  <a:lnTo>
                    <a:pt x="3330178" y="9249"/>
                  </a:lnTo>
                  <a:lnTo>
                    <a:pt x="3330178" y="555031"/>
                  </a:lnTo>
                  <a:close/>
                  <a:moveTo>
                    <a:pt x="2775161" y="555031"/>
                  </a:moveTo>
                  <a:lnTo>
                    <a:pt x="2229379" y="555031"/>
                  </a:lnTo>
                  <a:lnTo>
                    <a:pt x="2229379" y="9249"/>
                  </a:lnTo>
                  <a:lnTo>
                    <a:pt x="2775161" y="9249"/>
                  </a:lnTo>
                  <a:lnTo>
                    <a:pt x="2775161" y="555031"/>
                  </a:lnTo>
                  <a:close/>
                  <a:moveTo>
                    <a:pt x="2220130" y="555031"/>
                  </a:moveTo>
                  <a:lnTo>
                    <a:pt x="1674347" y="555031"/>
                  </a:lnTo>
                  <a:lnTo>
                    <a:pt x="1674347" y="9249"/>
                  </a:lnTo>
                  <a:lnTo>
                    <a:pt x="2220130" y="9249"/>
                  </a:lnTo>
                  <a:lnTo>
                    <a:pt x="2220130" y="555031"/>
                  </a:lnTo>
                  <a:close/>
                  <a:moveTo>
                    <a:pt x="1665094" y="555031"/>
                  </a:moveTo>
                  <a:lnTo>
                    <a:pt x="1119311" y="555031"/>
                  </a:lnTo>
                  <a:lnTo>
                    <a:pt x="1119311" y="9249"/>
                  </a:lnTo>
                  <a:lnTo>
                    <a:pt x="1665094" y="9249"/>
                  </a:lnTo>
                  <a:lnTo>
                    <a:pt x="1665094" y="555031"/>
                  </a:lnTo>
                  <a:close/>
                  <a:moveTo>
                    <a:pt x="1110063" y="555031"/>
                  </a:moveTo>
                  <a:lnTo>
                    <a:pt x="564280" y="555031"/>
                  </a:lnTo>
                  <a:lnTo>
                    <a:pt x="564280" y="9249"/>
                  </a:lnTo>
                  <a:lnTo>
                    <a:pt x="1110063" y="9249"/>
                  </a:lnTo>
                  <a:lnTo>
                    <a:pt x="1110063" y="555031"/>
                  </a:lnTo>
                  <a:close/>
                  <a:moveTo>
                    <a:pt x="1110063" y="564280"/>
                  </a:moveTo>
                  <a:lnTo>
                    <a:pt x="1110063" y="1110063"/>
                  </a:lnTo>
                  <a:lnTo>
                    <a:pt x="564280" y="1110063"/>
                  </a:lnTo>
                  <a:lnTo>
                    <a:pt x="564280" y="564280"/>
                  </a:lnTo>
                  <a:lnTo>
                    <a:pt x="1110063" y="564280"/>
                  </a:lnTo>
                  <a:close/>
                  <a:moveTo>
                    <a:pt x="1110063" y="1119316"/>
                  </a:moveTo>
                  <a:lnTo>
                    <a:pt x="1110063" y="1665099"/>
                  </a:lnTo>
                  <a:lnTo>
                    <a:pt x="564280" y="1665099"/>
                  </a:lnTo>
                  <a:lnTo>
                    <a:pt x="564280" y="1119316"/>
                  </a:lnTo>
                  <a:lnTo>
                    <a:pt x="1110063" y="1119316"/>
                  </a:lnTo>
                  <a:close/>
                  <a:moveTo>
                    <a:pt x="1110063" y="1674347"/>
                  </a:moveTo>
                  <a:lnTo>
                    <a:pt x="1110063" y="2220130"/>
                  </a:lnTo>
                  <a:lnTo>
                    <a:pt x="564280" y="2220130"/>
                  </a:lnTo>
                  <a:lnTo>
                    <a:pt x="564280" y="1674347"/>
                  </a:lnTo>
                  <a:lnTo>
                    <a:pt x="1110063" y="1674347"/>
                  </a:lnTo>
                  <a:close/>
                  <a:moveTo>
                    <a:pt x="1110063" y="2229379"/>
                  </a:moveTo>
                  <a:lnTo>
                    <a:pt x="1110063" y="2775161"/>
                  </a:lnTo>
                  <a:lnTo>
                    <a:pt x="564280" y="2775161"/>
                  </a:lnTo>
                  <a:lnTo>
                    <a:pt x="564280" y="2229379"/>
                  </a:lnTo>
                  <a:lnTo>
                    <a:pt x="1110063" y="2229379"/>
                  </a:lnTo>
                  <a:close/>
                  <a:moveTo>
                    <a:pt x="1110063" y="2784410"/>
                  </a:moveTo>
                  <a:lnTo>
                    <a:pt x="1110063" y="3330192"/>
                  </a:lnTo>
                  <a:lnTo>
                    <a:pt x="564280" y="3330192"/>
                  </a:lnTo>
                  <a:lnTo>
                    <a:pt x="564280" y="2784410"/>
                  </a:lnTo>
                  <a:lnTo>
                    <a:pt x="1110063" y="2784410"/>
                  </a:lnTo>
                  <a:close/>
                  <a:moveTo>
                    <a:pt x="1110063" y="3339441"/>
                  </a:moveTo>
                  <a:lnTo>
                    <a:pt x="1110063" y="3885224"/>
                  </a:lnTo>
                  <a:lnTo>
                    <a:pt x="564280" y="3885224"/>
                  </a:lnTo>
                  <a:lnTo>
                    <a:pt x="564280" y="3339441"/>
                  </a:lnTo>
                  <a:lnTo>
                    <a:pt x="1110063" y="3339441"/>
                  </a:lnTo>
                  <a:close/>
                  <a:moveTo>
                    <a:pt x="1110063" y="3894473"/>
                  </a:moveTo>
                  <a:lnTo>
                    <a:pt x="1110063" y="4440241"/>
                  </a:lnTo>
                  <a:lnTo>
                    <a:pt x="564280" y="4440241"/>
                  </a:lnTo>
                  <a:lnTo>
                    <a:pt x="564280" y="3894473"/>
                  </a:lnTo>
                  <a:lnTo>
                    <a:pt x="1110063" y="3894473"/>
                  </a:lnTo>
                  <a:close/>
                  <a:moveTo>
                    <a:pt x="1119316" y="3894473"/>
                  </a:moveTo>
                  <a:lnTo>
                    <a:pt x="1665099" y="3894473"/>
                  </a:lnTo>
                  <a:lnTo>
                    <a:pt x="1665099" y="4440241"/>
                  </a:lnTo>
                  <a:lnTo>
                    <a:pt x="1119316" y="4440241"/>
                  </a:lnTo>
                  <a:lnTo>
                    <a:pt x="1119316" y="3894473"/>
                  </a:lnTo>
                  <a:close/>
                  <a:moveTo>
                    <a:pt x="1674347" y="3894473"/>
                  </a:moveTo>
                  <a:lnTo>
                    <a:pt x="2220130" y="3894473"/>
                  </a:lnTo>
                  <a:lnTo>
                    <a:pt x="2220130" y="4440241"/>
                  </a:lnTo>
                  <a:lnTo>
                    <a:pt x="1674347" y="4440241"/>
                  </a:lnTo>
                  <a:lnTo>
                    <a:pt x="1674347" y="3894473"/>
                  </a:lnTo>
                  <a:close/>
                  <a:moveTo>
                    <a:pt x="2229379" y="3894473"/>
                  </a:moveTo>
                  <a:lnTo>
                    <a:pt x="2775161" y="3894473"/>
                  </a:lnTo>
                  <a:lnTo>
                    <a:pt x="2775161" y="4440241"/>
                  </a:lnTo>
                  <a:lnTo>
                    <a:pt x="2229379" y="4440241"/>
                  </a:lnTo>
                  <a:lnTo>
                    <a:pt x="2229379" y="3894473"/>
                  </a:lnTo>
                  <a:close/>
                  <a:moveTo>
                    <a:pt x="2784410" y="3894473"/>
                  </a:moveTo>
                  <a:lnTo>
                    <a:pt x="3330178" y="3894473"/>
                  </a:lnTo>
                  <a:lnTo>
                    <a:pt x="3330178" y="4440241"/>
                  </a:lnTo>
                  <a:lnTo>
                    <a:pt x="2784410" y="4440241"/>
                  </a:lnTo>
                  <a:lnTo>
                    <a:pt x="2784410" y="3894473"/>
                  </a:lnTo>
                  <a:lnTo>
                    <a:pt x="2784410" y="3894473"/>
                  </a:lnTo>
                  <a:close/>
                  <a:moveTo>
                    <a:pt x="3339417" y="3894473"/>
                  </a:moveTo>
                  <a:lnTo>
                    <a:pt x="3885247" y="3894473"/>
                  </a:lnTo>
                  <a:lnTo>
                    <a:pt x="3885247" y="4440241"/>
                  </a:lnTo>
                  <a:lnTo>
                    <a:pt x="3339417" y="4440241"/>
                  </a:lnTo>
                  <a:lnTo>
                    <a:pt x="3339417" y="3894473"/>
                  </a:lnTo>
                  <a:close/>
                  <a:moveTo>
                    <a:pt x="3894487" y="3894473"/>
                  </a:moveTo>
                  <a:lnTo>
                    <a:pt x="4440269" y="3894473"/>
                  </a:lnTo>
                  <a:lnTo>
                    <a:pt x="4440269" y="4440241"/>
                  </a:lnTo>
                  <a:lnTo>
                    <a:pt x="3894487" y="4440241"/>
                  </a:lnTo>
                  <a:lnTo>
                    <a:pt x="3894487" y="3894473"/>
                  </a:lnTo>
                  <a:close/>
                  <a:moveTo>
                    <a:pt x="4449509" y="3894473"/>
                  </a:moveTo>
                  <a:lnTo>
                    <a:pt x="4995291" y="3894473"/>
                  </a:lnTo>
                  <a:lnTo>
                    <a:pt x="4995291" y="4440241"/>
                  </a:lnTo>
                  <a:lnTo>
                    <a:pt x="4449509" y="4440241"/>
                  </a:lnTo>
                  <a:lnTo>
                    <a:pt x="4449509" y="3894473"/>
                  </a:lnTo>
                  <a:close/>
                  <a:moveTo>
                    <a:pt x="4449509" y="3885224"/>
                  </a:moveTo>
                  <a:lnTo>
                    <a:pt x="4449509" y="3339441"/>
                  </a:lnTo>
                  <a:lnTo>
                    <a:pt x="4995291" y="3339441"/>
                  </a:lnTo>
                  <a:lnTo>
                    <a:pt x="4995291" y="3885224"/>
                  </a:lnTo>
                  <a:lnTo>
                    <a:pt x="4449509" y="3885224"/>
                  </a:lnTo>
                  <a:close/>
                  <a:moveTo>
                    <a:pt x="5004530" y="3339441"/>
                  </a:moveTo>
                  <a:lnTo>
                    <a:pt x="5550313" y="3339441"/>
                  </a:lnTo>
                  <a:lnTo>
                    <a:pt x="5550313" y="3885224"/>
                  </a:lnTo>
                  <a:lnTo>
                    <a:pt x="5004530" y="3885224"/>
                  </a:lnTo>
                  <a:lnTo>
                    <a:pt x="5004530" y="3339441"/>
                  </a:lnTo>
                  <a:close/>
                  <a:moveTo>
                    <a:pt x="5004530" y="3330192"/>
                  </a:moveTo>
                  <a:lnTo>
                    <a:pt x="5004530" y="2784410"/>
                  </a:lnTo>
                  <a:lnTo>
                    <a:pt x="5550313" y="2784410"/>
                  </a:lnTo>
                  <a:lnTo>
                    <a:pt x="5550313" y="3330192"/>
                  </a:lnTo>
                  <a:lnTo>
                    <a:pt x="5004530" y="3330192"/>
                  </a:lnTo>
                  <a:close/>
                  <a:moveTo>
                    <a:pt x="5004530" y="2775161"/>
                  </a:moveTo>
                  <a:lnTo>
                    <a:pt x="5004530" y="2229379"/>
                  </a:lnTo>
                  <a:lnTo>
                    <a:pt x="5550313" y="2229379"/>
                  </a:lnTo>
                  <a:lnTo>
                    <a:pt x="5550313" y="2775161"/>
                  </a:lnTo>
                  <a:lnTo>
                    <a:pt x="5004530" y="2775161"/>
                  </a:lnTo>
                  <a:close/>
                  <a:moveTo>
                    <a:pt x="5004530" y="2220130"/>
                  </a:moveTo>
                  <a:lnTo>
                    <a:pt x="5004530" y="1674347"/>
                  </a:lnTo>
                  <a:lnTo>
                    <a:pt x="5550313" y="1674347"/>
                  </a:lnTo>
                  <a:lnTo>
                    <a:pt x="5550313" y="2220130"/>
                  </a:lnTo>
                  <a:lnTo>
                    <a:pt x="5004530" y="2220130"/>
                  </a:lnTo>
                  <a:close/>
                  <a:moveTo>
                    <a:pt x="5004530" y="1665094"/>
                  </a:moveTo>
                  <a:lnTo>
                    <a:pt x="5004530" y="1119311"/>
                  </a:lnTo>
                  <a:lnTo>
                    <a:pt x="5550313" y="1119311"/>
                  </a:lnTo>
                  <a:lnTo>
                    <a:pt x="5550313" y="1665094"/>
                  </a:lnTo>
                  <a:lnTo>
                    <a:pt x="5004530" y="1665094"/>
                  </a:lnTo>
                  <a:close/>
                  <a:moveTo>
                    <a:pt x="5004530" y="1110063"/>
                  </a:moveTo>
                  <a:lnTo>
                    <a:pt x="5004530" y="564280"/>
                  </a:lnTo>
                  <a:lnTo>
                    <a:pt x="5550313" y="564280"/>
                  </a:lnTo>
                  <a:lnTo>
                    <a:pt x="5550313" y="1110063"/>
                  </a:lnTo>
                  <a:lnTo>
                    <a:pt x="5004530" y="1110063"/>
                  </a:lnTo>
                  <a:close/>
                  <a:moveTo>
                    <a:pt x="9249" y="9249"/>
                  </a:moveTo>
                  <a:lnTo>
                    <a:pt x="555031" y="9249"/>
                  </a:lnTo>
                  <a:lnTo>
                    <a:pt x="555031" y="555031"/>
                  </a:lnTo>
                  <a:lnTo>
                    <a:pt x="9249" y="555031"/>
                  </a:lnTo>
                  <a:lnTo>
                    <a:pt x="9249" y="9249"/>
                  </a:lnTo>
                  <a:close/>
                  <a:moveTo>
                    <a:pt x="9249" y="564280"/>
                  </a:moveTo>
                  <a:lnTo>
                    <a:pt x="555031" y="564280"/>
                  </a:lnTo>
                  <a:lnTo>
                    <a:pt x="555031" y="1110063"/>
                  </a:lnTo>
                  <a:lnTo>
                    <a:pt x="9249" y="1110063"/>
                  </a:lnTo>
                  <a:lnTo>
                    <a:pt x="9249" y="564280"/>
                  </a:lnTo>
                  <a:close/>
                  <a:moveTo>
                    <a:pt x="9249" y="1119316"/>
                  </a:moveTo>
                  <a:lnTo>
                    <a:pt x="555031" y="1119316"/>
                  </a:lnTo>
                  <a:lnTo>
                    <a:pt x="555031" y="1665099"/>
                  </a:lnTo>
                  <a:lnTo>
                    <a:pt x="9249" y="1665099"/>
                  </a:lnTo>
                  <a:lnTo>
                    <a:pt x="9249" y="1119316"/>
                  </a:lnTo>
                  <a:close/>
                  <a:moveTo>
                    <a:pt x="9249" y="1674347"/>
                  </a:moveTo>
                  <a:lnTo>
                    <a:pt x="555031" y="1674347"/>
                  </a:lnTo>
                  <a:lnTo>
                    <a:pt x="555031" y="2220130"/>
                  </a:lnTo>
                  <a:lnTo>
                    <a:pt x="9249" y="2220130"/>
                  </a:lnTo>
                  <a:lnTo>
                    <a:pt x="9249" y="1674347"/>
                  </a:lnTo>
                  <a:close/>
                  <a:moveTo>
                    <a:pt x="9249" y="2229379"/>
                  </a:moveTo>
                  <a:lnTo>
                    <a:pt x="555031" y="2229379"/>
                  </a:lnTo>
                  <a:lnTo>
                    <a:pt x="555031" y="2775161"/>
                  </a:lnTo>
                  <a:lnTo>
                    <a:pt x="9249" y="2775161"/>
                  </a:lnTo>
                  <a:lnTo>
                    <a:pt x="9249" y="2229379"/>
                  </a:lnTo>
                  <a:close/>
                  <a:moveTo>
                    <a:pt x="9249" y="2784410"/>
                  </a:moveTo>
                  <a:lnTo>
                    <a:pt x="555031" y="2784410"/>
                  </a:lnTo>
                  <a:lnTo>
                    <a:pt x="555031" y="3330192"/>
                  </a:lnTo>
                  <a:lnTo>
                    <a:pt x="9249" y="3330192"/>
                  </a:lnTo>
                  <a:lnTo>
                    <a:pt x="9249" y="2784410"/>
                  </a:lnTo>
                  <a:close/>
                  <a:moveTo>
                    <a:pt x="9249" y="3339441"/>
                  </a:moveTo>
                  <a:lnTo>
                    <a:pt x="555031" y="3339441"/>
                  </a:lnTo>
                  <a:lnTo>
                    <a:pt x="555031" y="3885224"/>
                  </a:lnTo>
                  <a:lnTo>
                    <a:pt x="9249" y="3885224"/>
                  </a:lnTo>
                  <a:lnTo>
                    <a:pt x="9249" y="3339441"/>
                  </a:lnTo>
                  <a:close/>
                  <a:moveTo>
                    <a:pt x="9249" y="3894473"/>
                  </a:moveTo>
                  <a:lnTo>
                    <a:pt x="555031" y="3894473"/>
                  </a:lnTo>
                  <a:lnTo>
                    <a:pt x="555031" y="4440241"/>
                  </a:lnTo>
                  <a:lnTo>
                    <a:pt x="9249" y="4440241"/>
                  </a:lnTo>
                  <a:lnTo>
                    <a:pt x="9249" y="3894473"/>
                  </a:lnTo>
                  <a:close/>
                  <a:moveTo>
                    <a:pt x="5004530" y="4440241"/>
                  </a:moveTo>
                  <a:lnTo>
                    <a:pt x="5004530" y="3894473"/>
                  </a:lnTo>
                  <a:lnTo>
                    <a:pt x="5550313" y="3894473"/>
                  </a:lnTo>
                  <a:lnTo>
                    <a:pt x="5550313" y="4440241"/>
                  </a:lnTo>
                  <a:lnTo>
                    <a:pt x="5004530" y="4440241"/>
                  </a:lnTo>
                  <a:close/>
                </a:path>
              </a:pathLst>
            </a:custGeom>
            <a:solidFill>
              <a:srgbClr val="E6E6E6"/>
            </a:solidFill>
            <a:ln w="4763" cap="flat">
              <a:solidFill>
                <a:sysClr val="window" lastClr="FFFFFF">
                  <a:lumMod val="85000"/>
                </a:sys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Trebuchet MS" panose="020B0603020202020204"/>
              </a:endParaRPr>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C31B8B3-DD5A-2055-008D-648B5902C955}"/>
                  </a:ext>
                </a:extLst>
              </p:cNvPr>
              <p:cNvSpPr txBox="1"/>
              <p:nvPr/>
            </p:nvSpPr>
            <p:spPr>
              <a:xfrm>
                <a:off x="1605614" y="1600992"/>
                <a:ext cx="2793010" cy="1522661"/>
              </a:xfrm>
              <a:prstGeom prst="rect">
                <a:avLst/>
              </a:prstGeom>
              <a:noFill/>
            </p:spPr>
            <p:txBody>
              <a:bodyPr wrap="square">
                <a:spAutoFit/>
              </a:bodyPr>
              <a:lstStyle/>
              <a:p>
                <a:r>
                  <a:rPr lang="en-GB" sz="1600" dirty="0">
                    <a:latin typeface="Modern Love" panose="04090805081005020601" pitchFamily="82" charset="0"/>
                    <a:cs typeface="Dreaming Outloud Script Pro" panose="020F0502020204030204" pitchFamily="66" charset="0"/>
                  </a:rPr>
                  <a:t>The reciprocal of </a:t>
                </a:r>
                <a14:m>
                  <m:oMath xmlns:m="http://schemas.openxmlformats.org/officeDocument/2006/math">
                    <m:r>
                      <a:rPr lang="en-GB" sz="1600" b="0" i="1" smtClean="0">
                        <a:latin typeface="Cambria Math" panose="02040503050406030204" pitchFamily="18" charset="0"/>
                        <a:cs typeface="Dreaming Outloud Script Pro" panose="020F0502020204030204" pitchFamily="66" charset="0"/>
                      </a:rPr>
                      <m:t>−5</m:t>
                    </m:r>
                  </m:oMath>
                </a14:m>
                <a:r>
                  <a:rPr lang="en-GB" sz="1600" dirty="0">
                    <a:latin typeface="Modern Love" panose="04090805081005020601" pitchFamily="82" charset="0"/>
                    <a:cs typeface="Dreaming Outloud Script Pro" panose="020F0502020204030204" pitchFamily="66" charset="0"/>
                  </a:rPr>
                  <a:t> is </a:t>
                </a:r>
                <a14:m>
                  <m:oMath xmlns:m="http://schemas.openxmlformats.org/officeDocument/2006/math">
                    <m:f>
                      <m:fPr>
                        <m:ctrlPr>
                          <a:rPr lang="en-GB" sz="1600" b="0" i="1" smtClean="0">
                            <a:latin typeface="Cambria Math" panose="02040503050406030204" pitchFamily="18" charset="0"/>
                            <a:cs typeface="Dreaming Outloud Script Pro" panose="020F0502020204030204" pitchFamily="66" charset="0"/>
                          </a:rPr>
                        </m:ctrlPr>
                      </m:fPr>
                      <m:num>
                        <m:r>
                          <a:rPr lang="en-GB" sz="1600" b="0" i="1" smtClean="0">
                            <a:latin typeface="Cambria Math" panose="02040503050406030204" pitchFamily="18" charset="0"/>
                            <a:cs typeface="Dreaming Outloud Script Pro" panose="020F0502020204030204" pitchFamily="66" charset="0"/>
                          </a:rPr>
                          <m:t>1</m:t>
                        </m:r>
                      </m:num>
                      <m:den>
                        <m:r>
                          <a:rPr lang="en-GB" sz="1600" b="0" i="1" smtClean="0">
                            <a:latin typeface="Cambria Math" panose="02040503050406030204" pitchFamily="18" charset="0"/>
                            <a:cs typeface="Dreaming Outloud Script Pro" panose="020F0502020204030204" pitchFamily="66" charset="0"/>
                          </a:rPr>
                          <m:t>−5</m:t>
                        </m:r>
                      </m:den>
                    </m:f>
                  </m:oMath>
                </a14:m>
                <a:r>
                  <a:rPr lang="en-GB" sz="1600" dirty="0">
                    <a:latin typeface="Modern Love" panose="04090805081005020601" pitchFamily="82" charset="0"/>
                    <a:cs typeface="Dreaming Outloud Script Pro" panose="020F0502020204030204" pitchFamily="66" charset="0"/>
                  </a:rPr>
                  <a:t>.</a:t>
                </a:r>
              </a:p>
              <a:p>
                <a:endParaRPr lang="en-GB" sz="1050" dirty="0">
                  <a:latin typeface="Modern Love" panose="04090805081005020601" pitchFamily="82" charset="0"/>
                  <a:cs typeface="Dreaming Outloud Script Pro" panose="020F0502020204030204" pitchFamily="66" charset="0"/>
                </a:endParaRPr>
              </a:p>
              <a:p>
                <a:r>
                  <a:rPr lang="en-GB" sz="1600" dirty="0">
                    <a:latin typeface="Modern Love" panose="04090805081005020601" pitchFamily="82" charset="0"/>
                    <a:cs typeface="Dreaming Outloud Script Pro" panose="020F0502020204030204" pitchFamily="66" charset="0"/>
                  </a:rPr>
                  <a:t>Therefore </a:t>
                </a:r>
                <a14:m>
                  <m:oMath xmlns:m="http://schemas.openxmlformats.org/officeDocument/2006/math">
                    <m:r>
                      <a:rPr lang="en-GB" sz="1600" b="0" i="1" smtClean="0">
                        <a:latin typeface="Cambria Math" panose="02040503050406030204" pitchFamily="18" charset="0"/>
                        <a:cs typeface="Dreaming Outloud Script Pro" panose="020F0502020204030204" pitchFamily="66" charset="0"/>
                      </a:rPr>
                      <m:t>−</m:t>
                    </m:r>
                    <m:sSup>
                      <m:sSupPr>
                        <m:ctrlPr>
                          <a:rPr lang="en-GB" sz="1600" b="0" i="1" smtClean="0">
                            <a:latin typeface="Cambria Math" panose="02040503050406030204" pitchFamily="18" charset="0"/>
                            <a:cs typeface="Dreaming Outloud Script Pro" panose="020F0502020204030204" pitchFamily="66" charset="0"/>
                          </a:rPr>
                        </m:ctrlPr>
                      </m:sSupPr>
                      <m:e>
                        <m:r>
                          <a:rPr lang="en-GB" sz="1600" b="0" i="1" smtClean="0">
                            <a:latin typeface="Cambria Math" panose="02040503050406030204" pitchFamily="18" charset="0"/>
                            <a:cs typeface="Dreaming Outloud Script Pro" panose="020F0502020204030204" pitchFamily="66" charset="0"/>
                          </a:rPr>
                          <m:t>5</m:t>
                        </m:r>
                      </m:e>
                      <m:sup>
                        <m:r>
                          <a:rPr lang="en-GB" sz="1600" b="0" i="1" smtClean="0">
                            <a:latin typeface="Cambria Math" panose="02040503050406030204" pitchFamily="18" charset="0"/>
                            <a:cs typeface="Dreaming Outloud Script Pro" panose="020F0502020204030204" pitchFamily="66" charset="0"/>
                          </a:rPr>
                          <m:t>−1</m:t>
                        </m:r>
                      </m:sup>
                    </m:sSup>
                    <m:r>
                      <a:rPr lang="en-GB" sz="1600" b="0" i="1" smtClean="0">
                        <a:latin typeface="Cambria Math" panose="02040503050406030204" pitchFamily="18" charset="0"/>
                        <a:cs typeface="Dreaming Outloud Script Pro" panose="020F0502020204030204" pitchFamily="66" charset="0"/>
                      </a:rPr>
                      <m:t>=</m:t>
                    </m:r>
                    <m:f>
                      <m:fPr>
                        <m:ctrlPr>
                          <a:rPr lang="en-GB" sz="1600" b="0" i="1" smtClean="0">
                            <a:latin typeface="Cambria Math" panose="02040503050406030204" pitchFamily="18" charset="0"/>
                            <a:cs typeface="Dreaming Outloud Script Pro" panose="020F0502020204030204" pitchFamily="66" charset="0"/>
                          </a:rPr>
                        </m:ctrlPr>
                      </m:fPr>
                      <m:num>
                        <m:r>
                          <a:rPr lang="en-GB" sz="1600" b="0" i="1" smtClean="0">
                            <a:latin typeface="Cambria Math" panose="02040503050406030204" pitchFamily="18" charset="0"/>
                            <a:cs typeface="Dreaming Outloud Script Pro" panose="020F0502020204030204" pitchFamily="66" charset="0"/>
                          </a:rPr>
                          <m:t>1</m:t>
                        </m:r>
                      </m:num>
                      <m:den>
                        <m:r>
                          <a:rPr lang="en-GB" sz="1600" b="0" i="1" smtClean="0">
                            <a:latin typeface="Cambria Math" panose="02040503050406030204" pitchFamily="18" charset="0"/>
                            <a:cs typeface="Dreaming Outloud Script Pro" panose="020F0502020204030204" pitchFamily="66" charset="0"/>
                          </a:rPr>
                          <m:t>−5</m:t>
                        </m:r>
                      </m:den>
                    </m:f>
                  </m:oMath>
                </a14:m>
                <a:endParaRPr lang="en-GB" sz="1600" b="0" i="1" dirty="0">
                  <a:latin typeface="Cambria Math" panose="02040503050406030204" pitchFamily="18" charset="0"/>
                  <a:cs typeface="Dreaming Outloud Script Pro" panose="020F0502020204030204" pitchFamily="66" charset="0"/>
                </a:endParaRPr>
              </a:p>
              <a:p>
                <a:r>
                  <a:rPr lang="en-GB" sz="700" b="0" dirty="0">
                    <a:cs typeface="Dreaming Outloud Script Pro" panose="020F0502020204030204" pitchFamily="66" charset="0"/>
                  </a:rPr>
                  <a:t>                  </a:t>
                </a:r>
              </a:p>
              <a:p>
                <a:pP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cs typeface="Dreaming Outloud Script Pro" panose="020F0502020204030204" pitchFamily="66" charset="0"/>
                        </a:rPr>
                        <m:t>                 =−</m:t>
                      </m:r>
                      <m:f>
                        <m:fPr>
                          <m:ctrlPr>
                            <a:rPr lang="en-GB" sz="1600" b="0" i="1" smtClean="0">
                              <a:latin typeface="Cambria Math" panose="02040503050406030204" pitchFamily="18" charset="0"/>
                              <a:cs typeface="Dreaming Outloud Script Pro" panose="020F0502020204030204" pitchFamily="66" charset="0"/>
                            </a:rPr>
                          </m:ctrlPr>
                        </m:fPr>
                        <m:num>
                          <m:r>
                            <a:rPr lang="en-GB" sz="1600" b="0" i="1" smtClean="0">
                              <a:latin typeface="Cambria Math" panose="02040503050406030204" pitchFamily="18" charset="0"/>
                              <a:cs typeface="Dreaming Outloud Script Pro" panose="020F0502020204030204" pitchFamily="66" charset="0"/>
                            </a:rPr>
                            <m:t>1</m:t>
                          </m:r>
                        </m:num>
                        <m:den>
                          <m:r>
                            <a:rPr lang="en-GB" sz="1600" b="0" i="1" smtClean="0">
                              <a:latin typeface="Cambria Math" panose="02040503050406030204" pitchFamily="18" charset="0"/>
                              <a:cs typeface="Dreaming Outloud Script Pro" panose="020F0502020204030204" pitchFamily="66" charset="0"/>
                            </a:rPr>
                            <m:t>5</m:t>
                          </m:r>
                        </m:den>
                      </m:f>
                    </m:oMath>
                  </m:oMathPara>
                </a14:m>
                <a:endParaRPr lang="en-GB" sz="1600" dirty="0">
                  <a:latin typeface="Modern Love" panose="04090805081005020601" pitchFamily="82" charset="0"/>
                  <a:cs typeface="Dreaming Outloud Script Pro" panose="020F0502020204030204" pitchFamily="66" charset="0"/>
                </a:endParaRPr>
              </a:p>
            </p:txBody>
          </p:sp>
        </mc:Choice>
        <mc:Fallback xmlns="">
          <p:sp>
            <p:nvSpPr>
              <p:cNvPr id="41" name="TextBox 40">
                <a:extLst>
                  <a:ext uri="{FF2B5EF4-FFF2-40B4-BE49-F238E27FC236}">
                    <a16:creationId xmlns:a16="http://schemas.microsoft.com/office/drawing/2014/main" id="{BC31B8B3-DD5A-2055-008D-648B5902C955}"/>
                  </a:ext>
                </a:extLst>
              </p:cNvPr>
              <p:cNvSpPr txBox="1">
                <a:spLocks noRot="1" noChangeAspect="1" noMove="1" noResize="1" noEditPoints="1" noAdjustHandles="1" noChangeArrowheads="1" noChangeShapeType="1" noTextEdit="1"/>
              </p:cNvSpPr>
              <p:nvPr/>
            </p:nvSpPr>
            <p:spPr>
              <a:xfrm>
                <a:off x="1605614" y="1600992"/>
                <a:ext cx="2793010" cy="1522661"/>
              </a:xfrm>
              <a:prstGeom prst="rect">
                <a:avLst/>
              </a:prstGeom>
              <a:blipFill>
                <a:blip r:embed="rId18"/>
                <a:stretch>
                  <a:fillRect l="-108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4504A4D-A2E9-3F64-2E6D-BB168A092750}"/>
                  </a:ext>
                </a:extLst>
              </p:cNvPr>
              <p:cNvSpPr txBox="1"/>
              <p:nvPr/>
            </p:nvSpPr>
            <p:spPr>
              <a:xfrm>
                <a:off x="4550974" y="1588876"/>
                <a:ext cx="2508777" cy="1626599"/>
              </a:xfrm>
              <a:prstGeom prst="rect">
                <a:avLst/>
              </a:prstGeom>
              <a:noFill/>
            </p:spPr>
            <p:txBody>
              <a:bodyPr wrap="square">
                <a:spAutoFit/>
              </a:bodyPr>
              <a:lstStyle/>
              <a:p>
                <a:r>
                  <a:rPr lang="en-GB" sz="1600" dirty="0">
                    <a:latin typeface="Bradley Hand ITC" panose="03070402050302030203" pitchFamily="66" charset="0"/>
                    <a:cs typeface="Dreaming Outloud Script Pro" panose="020F0502020204030204" pitchFamily="66" charset="0"/>
                  </a:rPr>
                  <a:t>The reciprocal of </a:t>
                </a:r>
                <a14:m>
                  <m:oMath xmlns:m="http://schemas.openxmlformats.org/officeDocument/2006/math">
                    <m:r>
                      <a:rPr lang="en-GB" sz="1600" b="0" i="1" smtClean="0">
                        <a:latin typeface="Cambria Math" panose="02040503050406030204" pitchFamily="18" charset="0"/>
                        <a:cs typeface="Dreaming Outloud Script Pro" panose="020F0502020204030204" pitchFamily="66" charset="0"/>
                      </a:rPr>
                      <m:t>5</m:t>
                    </m:r>
                  </m:oMath>
                </a14:m>
                <a:r>
                  <a:rPr lang="en-GB" sz="1600" dirty="0">
                    <a:latin typeface="Bradley Hand ITC" panose="03070402050302030203" pitchFamily="66" charset="0"/>
                    <a:cs typeface="Dreaming Outloud Script Pro" panose="020F0502020204030204" pitchFamily="66" charset="0"/>
                  </a:rPr>
                  <a:t> is </a:t>
                </a:r>
                <a14:m>
                  <m:oMath xmlns:m="http://schemas.openxmlformats.org/officeDocument/2006/math">
                    <m:f>
                      <m:fPr>
                        <m:ctrlPr>
                          <a:rPr lang="en-GB" sz="1600" b="0" i="1" smtClean="0">
                            <a:latin typeface="Cambria Math" panose="02040503050406030204" pitchFamily="18" charset="0"/>
                            <a:cs typeface="Dreaming Outloud Script Pro" panose="020F0502020204030204" pitchFamily="66" charset="0"/>
                          </a:rPr>
                        </m:ctrlPr>
                      </m:fPr>
                      <m:num>
                        <m:r>
                          <a:rPr lang="en-GB" sz="1600" b="0" i="1" smtClean="0">
                            <a:latin typeface="Cambria Math" panose="02040503050406030204" pitchFamily="18" charset="0"/>
                            <a:cs typeface="Dreaming Outloud Script Pro" panose="020F0502020204030204" pitchFamily="66" charset="0"/>
                          </a:rPr>
                          <m:t>1</m:t>
                        </m:r>
                      </m:num>
                      <m:den>
                        <m:r>
                          <a:rPr lang="en-GB" sz="1600" b="0" i="1" smtClean="0">
                            <a:latin typeface="Cambria Math" panose="02040503050406030204" pitchFamily="18" charset="0"/>
                            <a:cs typeface="Dreaming Outloud Script Pro" panose="020F0502020204030204" pitchFamily="66" charset="0"/>
                          </a:rPr>
                          <m:t>5</m:t>
                        </m:r>
                      </m:den>
                    </m:f>
                  </m:oMath>
                </a14:m>
                <a:r>
                  <a:rPr lang="en-GB" sz="1600" dirty="0">
                    <a:latin typeface="Bradley Hand ITC" panose="03070402050302030203" pitchFamily="66" charset="0"/>
                    <a:cs typeface="Dreaming Outloud Script Pro" panose="020F0502020204030204" pitchFamily="66" charset="0"/>
                  </a:rPr>
                  <a:t>.</a:t>
                </a:r>
              </a:p>
              <a:p>
                <a:endParaRPr lang="en-GB" sz="1600" dirty="0">
                  <a:latin typeface="Bradley Hand ITC" panose="03070402050302030203" pitchFamily="66" charset="0"/>
                  <a:cs typeface="Dreaming Outloud Script Pro" panose="020F0502020204030204" pitchFamily="66" charset="0"/>
                </a:endParaRPr>
              </a:p>
              <a:p>
                <a:r>
                  <a:rPr lang="en-GB" sz="1600" dirty="0">
                    <a:latin typeface="Bradley Hand ITC" panose="03070402050302030203" pitchFamily="66" charset="0"/>
                    <a:cs typeface="Dreaming Outloud Script Pro" panose="020F0502020204030204" pitchFamily="66" charset="0"/>
                  </a:rPr>
                  <a:t>Therefore </a:t>
                </a:r>
                <a14:m>
                  <m:oMath xmlns:m="http://schemas.openxmlformats.org/officeDocument/2006/math">
                    <m:r>
                      <a:rPr lang="en-GB" sz="1600" b="0" i="1" smtClean="0">
                        <a:latin typeface="Cambria Math" panose="02040503050406030204" pitchFamily="18" charset="0"/>
                        <a:cs typeface="Dreaming Outloud Script Pro" panose="020F0502020204030204" pitchFamily="66" charset="0"/>
                      </a:rPr>
                      <m:t>−</m:t>
                    </m:r>
                    <m:d>
                      <m:dPr>
                        <m:ctrlPr>
                          <a:rPr lang="en-GB" sz="1600" b="0" i="1" smtClean="0">
                            <a:latin typeface="Cambria Math" panose="02040503050406030204" pitchFamily="18" charset="0"/>
                            <a:cs typeface="Dreaming Outloud Script Pro" panose="020F0502020204030204" pitchFamily="66" charset="0"/>
                          </a:rPr>
                        </m:ctrlPr>
                      </m:dPr>
                      <m:e>
                        <m:sSup>
                          <m:sSupPr>
                            <m:ctrlPr>
                              <a:rPr lang="en-GB" sz="1600" b="0" i="1" smtClean="0">
                                <a:latin typeface="Cambria Math" panose="02040503050406030204" pitchFamily="18" charset="0"/>
                                <a:cs typeface="Dreaming Outloud Script Pro" panose="020F0502020204030204" pitchFamily="66" charset="0"/>
                              </a:rPr>
                            </m:ctrlPr>
                          </m:sSupPr>
                          <m:e>
                            <m:r>
                              <a:rPr lang="en-GB" sz="1600" b="0" i="1" smtClean="0">
                                <a:latin typeface="Cambria Math" panose="02040503050406030204" pitchFamily="18" charset="0"/>
                                <a:cs typeface="Dreaming Outloud Script Pro" panose="020F0502020204030204" pitchFamily="66" charset="0"/>
                              </a:rPr>
                              <m:t>5</m:t>
                            </m:r>
                          </m:e>
                          <m:sup>
                            <m:r>
                              <a:rPr lang="en-GB" sz="1600" b="0" i="1" smtClean="0">
                                <a:latin typeface="Cambria Math" panose="02040503050406030204" pitchFamily="18" charset="0"/>
                                <a:cs typeface="Dreaming Outloud Script Pro" panose="020F0502020204030204" pitchFamily="66" charset="0"/>
                              </a:rPr>
                              <m:t>−1</m:t>
                            </m:r>
                          </m:sup>
                        </m:sSup>
                      </m:e>
                    </m:d>
                    <m:r>
                      <a:rPr lang="en-GB" sz="1600" b="0" i="1" smtClean="0">
                        <a:latin typeface="Cambria Math" panose="02040503050406030204" pitchFamily="18" charset="0"/>
                        <a:cs typeface="Dreaming Outloud Script Pro" panose="020F0502020204030204" pitchFamily="66" charset="0"/>
                      </a:rPr>
                      <m:t>=−</m:t>
                    </m:r>
                    <m:d>
                      <m:dPr>
                        <m:ctrlPr>
                          <a:rPr lang="en-GB" sz="1600" b="0" i="1" smtClean="0">
                            <a:latin typeface="Cambria Math" panose="02040503050406030204" pitchFamily="18" charset="0"/>
                            <a:cs typeface="Dreaming Outloud Script Pro" panose="020F0502020204030204" pitchFamily="66" charset="0"/>
                          </a:rPr>
                        </m:ctrlPr>
                      </m:dPr>
                      <m:e>
                        <m:f>
                          <m:fPr>
                            <m:ctrlPr>
                              <a:rPr lang="en-GB" sz="1600" b="0" i="1" smtClean="0">
                                <a:latin typeface="Cambria Math" panose="02040503050406030204" pitchFamily="18" charset="0"/>
                                <a:cs typeface="Dreaming Outloud Script Pro" panose="020F0502020204030204" pitchFamily="66" charset="0"/>
                              </a:rPr>
                            </m:ctrlPr>
                          </m:fPr>
                          <m:num>
                            <m:r>
                              <a:rPr lang="en-GB" sz="1600" b="0" i="1" smtClean="0">
                                <a:latin typeface="Cambria Math" panose="02040503050406030204" pitchFamily="18" charset="0"/>
                                <a:cs typeface="Dreaming Outloud Script Pro" panose="020F0502020204030204" pitchFamily="66" charset="0"/>
                              </a:rPr>
                              <m:t>1</m:t>
                            </m:r>
                          </m:num>
                          <m:den>
                            <m:r>
                              <a:rPr lang="en-GB" sz="1600" b="0" i="1" smtClean="0">
                                <a:latin typeface="Cambria Math" panose="02040503050406030204" pitchFamily="18" charset="0"/>
                                <a:cs typeface="Dreaming Outloud Script Pro" panose="020F0502020204030204" pitchFamily="66" charset="0"/>
                              </a:rPr>
                              <m:t>5</m:t>
                            </m:r>
                          </m:den>
                        </m:f>
                      </m:e>
                    </m:d>
                  </m:oMath>
                </a14:m>
                <a:endParaRPr lang="en-GB" sz="1600" b="0" dirty="0">
                  <a:latin typeface="Bradley Hand ITC" panose="03070402050302030203" pitchFamily="66" charset="0"/>
                  <a:cs typeface="Dreaming Outloud Script Pro" panose="020F0502020204030204" pitchFamily="66" charset="0"/>
                </a:endParaRPr>
              </a:p>
              <a:p>
                <a:endParaRPr lang="en-GB" sz="700" dirty="0">
                  <a:latin typeface="Bradley Hand ITC" panose="03070402050302030203" pitchFamily="66" charset="0"/>
                  <a:cs typeface="Dreaming Outloud Script Pro" panose="020F0502020204030204" pitchFamily="66" charset="0"/>
                </a:endParaRPr>
              </a:p>
              <a:p>
                <a:pPr/>
                <a14:m>
                  <m:oMathPara xmlns:m="http://schemas.openxmlformats.org/officeDocument/2006/math">
                    <m:oMathParaPr>
                      <m:jc m:val="centerGroup"/>
                    </m:oMathParaPr>
                    <m:oMath xmlns:m="http://schemas.openxmlformats.org/officeDocument/2006/math">
                      <m:r>
                        <a:rPr lang="en-GB" sz="1600" b="0" i="1" smtClean="0">
                          <a:latin typeface="Cambria Math" panose="02040503050406030204" pitchFamily="18" charset="0"/>
                          <a:cs typeface="Dreaming Outloud Script Pro" panose="020F0502020204030204" pitchFamily="66" charset="0"/>
                        </a:rPr>
                        <m:t>                         =−</m:t>
                      </m:r>
                      <m:f>
                        <m:fPr>
                          <m:ctrlPr>
                            <a:rPr lang="en-GB" sz="1600" b="0" i="1" smtClean="0">
                              <a:latin typeface="Cambria Math" panose="02040503050406030204" pitchFamily="18" charset="0"/>
                              <a:cs typeface="Dreaming Outloud Script Pro" panose="020F0502020204030204" pitchFamily="66" charset="0"/>
                            </a:rPr>
                          </m:ctrlPr>
                        </m:fPr>
                        <m:num>
                          <m:r>
                            <a:rPr lang="en-GB" sz="1600" b="0" i="1" smtClean="0">
                              <a:latin typeface="Cambria Math" panose="02040503050406030204" pitchFamily="18" charset="0"/>
                              <a:cs typeface="Dreaming Outloud Script Pro" panose="020F0502020204030204" pitchFamily="66" charset="0"/>
                            </a:rPr>
                            <m:t>1</m:t>
                          </m:r>
                        </m:num>
                        <m:den>
                          <m:r>
                            <a:rPr lang="en-GB" sz="1600" b="0" i="1" smtClean="0">
                              <a:latin typeface="Cambria Math" panose="02040503050406030204" pitchFamily="18" charset="0"/>
                              <a:cs typeface="Dreaming Outloud Script Pro" panose="020F0502020204030204" pitchFamily="66" charset="0"/>
                            </a:rPr>
                            <m:t>5</m:t>
                          </m:r>
                        </m:den>
                      </m:f>
                    </m:oMath>
                  </m:oMathPara>
                </a14:m>
                <a:endParaRPr lang="en-GB" sz="1600" dirty="0">
                  <a:latin typeface="Bradley Hand ITC" panose="03070402050302030203" pitchFamily="66" charset="0"/>
                  <a:cs typeface="Dreaming Outloud Script Pro" panose="020F0502020204030204" pitchFamily="66" charset="0"/>
                </a:endParaRPr>
              </a:p>
            </p:txBody>
          </p:sp>
        </mc:Choice>
        <mc:Fallback xmlns="">
          <p:sp>
            <p:nvSpPr>
              <p:cNvPr id="42" name="TextBox 41">
                <a:extLst>
                  <a:ext uri="{FF2B5EF4-FFF2-40B4-BE49-F238E27FC236}">
                    <a16:creationId xmlns:a16="http://schemas.microsoft.com/office/drawing/2014/main" id="{04504A4D-A2E9-3F64-2E6D-BB168A092750}"/>
                  </a:ext>
                </a:extLst>
              </p:cNvPr>
              <p:cNvSpPr txBox="1">
                <a:spLocks noRot="1" noChangeAspect="1" noMove="1" noResize="1" noEditPoints="1" noAdjustHandles="1" noChangeArrowheads="1" noChangeShapeType="1" noTextEdit="1"/>
              </p:cNvSpPr>
              <p:nvPr/>
            </p:nvSpPr>
            <p:spPr>
              <a:xfrm>
                <a:off x="4550974" y="1588876"/>
                <a:ext cx="2508777" cy="1626599"/>
              </a:xfrm>
              <a:prstGeom prst="rect">
                <a:avLst/>
              </a:prstGeom>
              <a:blipFill>
                <a:blip r:embed="rId19"/>
                <a:stretch>
                  <a:fillRect l="-1460"/>
                </a:stretch>
              </a:blipFill>
            </p:spPr>
            <p:txBody>
              <a:bodyPr/>
              <a:lstStyle/>
              <a:p>
                <a:r>
                  <a:rPr lang="en-GB">
                    <a:noFill/>
                  </a:rPr>
                  <a:t> </a:t>
                </a:r>
              </a:p>
            </p:txBody>
          </p:sp>
        </mc:Fallback>
      </mc:AlternateContent>
      <p:sp>
        <p:nvSpPr>
          <p:cNvPr id="46" name="TextBox 45">
            <a:extLst>
              <a:ext uri="{FF2B5EF4-FFF2-40B4-BE49-F238E27FC236}">
                <a16:creationId xmlns:a16="http://schemas.microsoft.com/office/drawing/2014/main" id="{D0FEE36D-E752-BEDE-3F7A-1F30B1410795}"/>
              </a:ext>
            </a:extLst>
          </p:cNvPr>
          <p:cNvSpPr txBox="1"/>
          <p:nvPr/>
        </p:nvSpPr>
        <p:spPr>
          <a:xfrm>
            <a:off x="1659935" y="3795187"/>
            <a:ext cx="5637977" cy="155427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1900" dirty="0">
                <a:solidFill>
                  <a:schemeClr val="tx1"/>
                </a:solidFill>
                <a:cs typeface="Calibri" panose="020F0502020204030204" pitchFamily="34" charset="0"/>
              </a:rPr>
              <a:t>Both students got the same answer, which is correct.</a:t>
            </a:r>
          </a:p>
          <a:p>
            <a:pPr algn="ctr"/>
            <a:endParaRPr lang="en-GB" sz="1900" dirty="0">
              <a:cs typeface="Calibri" panose="020F0502020204030204" pitchFamily="34" charset="0"/>
            </a:endParaRPr>
          </a:p>
          <a:p>
            <a:pPr algn="ctr"/>
            <a:r>
              <a:rPr lang="en-GB" sz="1900" dirty="0">
                <a:solidFill>
                  <a:schemeClr val="tx1"/>
                </a:solidFill>
                <a:cs typeface="Calibri" panose="020F0502020204030204" pitchFamily="34" charset="0"/>
              </a:rPr>
              <a:t>However, one set of working out is incorrect. Why?</a:t>
            </a:r>
            <a:endParaRPr lang="en-US" sz="1900" dirty="0">
              <a:solidFill>
                <a:schemeClr val="tx1"/>
              </a:solidFill>
              <a:cs typeface="Calibri" panose="020F0502020204030204" pitchFamily="34" charset="0"/>
            </a:endParaRP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A2C6705-3D51-4E0E-AE91-B872FF030762}"/>
                  </a:ext>
                </a:extLst>
              </p:cNvPr>
              <p:cNvSpPr txBox="1"/>
              <p:nvPr/>
            </p:nvSpPr>
            <p:spPr>
              <a:xfrm>
                <a:off x="1212402" y="5471045"/>
                <a:ext cx="6719195" cy="1200329"/>
              </a:xfrm>
              <a:prstGeom prst="rect">
                <a:avLst/>
              </a:prstGeom>
              <a:noFill/>
            </p:spPr>
            <p:txBody>
              <a:bodyPr wrap="square" rtlCol="0">
                <a:spAutoFit/>
              </a:bodyPr>
              <a:lstStyle/>
              <a:p>
                <a:pPr algn="ctr"/>
                <a:r>
                  <a:rPr lang="en-GB" b="1" dirty="0"/>
                  <a:t>Basma is incorrect.</a:t>
                </a:r>
              </a:p>
              <a:p>
                <a:pPr algn="ctr"/>
                <a:r>
                  <a:rPr lang="en-GB" dirty="0"/>
                  <a:t>Remember to consider the order of operations. </a:t>
                </a:r>
                <a14:m>
                  <m:oMath xmlns:m="http://schemas.openxmlformats.org/officeDocument/2006/math">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−1</m:t>
                        </m:r>
                      </m:sup>
                    </m:sSup>
                    <m:r>
                      <a:rPr lang="en-GB" b="0" i="1" smtClean="0">
                        <a:latin typeface="Cambria Math" panose="02040503050406030204" pitchFamily="18" charset="0"/>
                        <a:ea typeface="Cambria Math" panose="02040503050406030204" pitchFamily="18" charset="0"/>
                      </a:rPr>
                      <m:t>≡−</m:t>
                    </m:r>
                    <m:d>
                      <m:dPr>
                        <m:ctrlPr>
                          <a:rPr lang="en-GB" b="0" i="1" smtClean="0">
                            <a:latin typeface="Cambria Math" panose="02040503050406030204" pitchFamily="18" charset="0"/>
                            <a:ea typeface="Cambria Math" panose="02040503050406030204" pitchFamily="18" charset="0"/>
                          </a:rPr>
                        </m:ctrlPr>
                      </m:dPr>
                      <m:e>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5</m:t>
                            </m:r>
                          </m:e>
                          <m:sup>
                            <m:r>
                              <a:rPr lang="en-GB" b="0" i="1" smtClean="0">
                                <a:latin typeface="Cambria Math" panose="02040503050406030204" pitchFamily="18" charset="0"/>
                                <a:ea typeface="Cambria Math" panose="02040503050406030204" pitchFamily="18" charset="0"/>
                              </a:rPr>
                              <m:t>−1</m:t>
                            </m:r>
                          </m:sup>
                        </m:sSup>
                      </m:e>
                    </m:d>
                  </m:oMath>
                </a14:m>
                <a:r>
                  <a:rPr lang="en-GB" dirty="0"/>
                  <a:t>. The index would only be applied to </a:t>
                </a:r>
                <a14:m>
                  <m:oMath xmlns:m="http://schemas.openxmlformats.org/officeDocument/2006/math">
                    <m:r>
                      <a:rPr lang="en-GB" b="0" i="1" smtClean="0">
                        <a:latin typeface="Cambria Math" panose="02040503050406030204" pitchFamily="18" charset="0"/>
                      </a:rPr>
                      <m:t>−5</m:t>
                    </m:r>
                  </m:oMath>
                </a14:m>
                <a:r>
                  <a:rPr lang="en-GB" dirty="0"/>
                  <a:t> if the question </a:t>
                </a:r>
                <a:br>
                  <a:rPr lang="en-GB" dirty="0"/>
                </a:br>
                <a:r>
                  <a:rPr lang="en-GB" dirty="0"/>
                  <a:t>was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−5</m:t>
                            </m:r>
                          </m:e>
                        </m:d>
                      </m:e>
                      <m:sup>
                        <m:r>
                          <a:rPr lang="en-GB" b="0" i="1" smtClean="0">
                            <a:latin typeface="Cambria Math" panose="02040503050406030204" pitchFamily="18" charset="0"/>
                          </a:rPr>
                          <m:t>−1</m:t>
                        </m:r>
                      </m:sup>
                    </m:sSup>
                  </m:oMath>
                </a14:m>
                <a:r>
                  <a:rPr lang="en-GB" dirty="0"/>
                  <a:t>.</a:t>
                </a:r>
              </a:p>
            </p:txBody>
          </p:sp>
        </mc:Choice>
        <mc:Fallback xmlns="">
          <p:sp>
            <p:nvSpPr>
              <p:cNvPr id="47" name="TextBox 46">
                <a:extLst>
                  <a:ext uri="{FF2B5EF4-FFF2-40B4-BE49-F238E27FC236}">
                    <a16:creationId xmlns:a16="http://schemas.microsoft.com/office/drawing/2014/main" id="{5A2C6705-3D51-4E0E-AE91-B872FF030762}"/>
                  </a:ext>
                </a:extLst>
              </p:cNvPr>
              <p:cNvSpPr txBox="1">
                <a:spLocks noRot="1" noChangeAspect="1" noMove="1" noResize="1" noEditPoints="1" noAdjustHandles="1" noChangeArrowheads="1" noChangeShapeType="1" noTextEdit="1"/>
              </p:cNvSpPr>
              <p:nvPr/>
            </p:nvSpPr>
            <p:spPr>
              <a:xfrm>
                <a:off x="1212402" y="5471045"/>
                <a:ext cx="6719195" cy="1200329"/>
              </a:xfrm>
              <a:prstGeom prst="rect">
                <a:avLst/>
              </a:prstGeom>
              <a:blipFill>
                <a:blip r:embed="rId20"/>
                <a:stretch>
                  <a:fillRect l="-817" t="-3046" r="-1633" b="-6599"/>
                </a:stretch>
              </a:blipFill>
            </p:spPr>
            <p:txBody>
              <a:bodyPr/>
              <a:lstStyle/>
              <a:p>
                <a:r>
                  <a:rPr lang="en-GB">
                    <a:noFill/>
                  </a:rPr>
                  <a:t> </a:t>
                </a:r>
              </a:p>
            </p:txBody>
          </p:sp>
        </mc:Fallback>
      </mc:AlternateContent>
      <p:sp>
        <p:nvSpPr>
          <p:cNvPr id="48" name="Rectangle 47">
            <a:extLst>
              <a:ext uri="{FF2B5EF4-FFF2-40B4-BE49-F238E27FC236}">
                <a16:creationId xmlns:a16="http://schemas.microsoft.com/office/drawing/2014/main" id="{A028EB56-5970-D53C-C49C-61E55AEA3CDE}"/>
              </a:ext>
            </a:extLst>
          </p:cNvPr>
          <p:cNvSpPr/>
          <p:nvPr/>
        </p:nvSpPr>
        <p:spPr>
          <a:xfrm>
            <a:off x="1309254" y="5428849"/>
            <a:ext cx="6525491" cy="1242525"/>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p:spTree>
    <p:extLst>
      <p:ext uri="{BB962C8B-B14F-4D97-AF65-F5344CB8AC3E}">
        <p14:creationId xmlns:p14="http://schemas.microsoft.com/office/powerpoint/2010/main" val="38738996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8"/>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hidden"/>
                                      </p:to>
                                    </p:set>
                                  </p:childTnLst>
                                </p:cTn>
                              </p:par>
                            </p:childTnLst>
                          </p:cTn>
                        </p:par>
                      </p:childTnLst>
                    </p:cTn>
                  </p:par>
                </p:childTnLst>
              </p:cTn>
              <p:nextCondLst>
                <p:cond evt="onClick" delay="0">
                  <p:tgtEl>
                    <p:spTgt spid="48"/>
                  </p:tgtEl>
                </p:cond>
              </p:nextCondLst>
            </p:seq>
          </p:childTnLst>
        </p:cTn>
      </p:par>
    </p:tnLst>
    <p:bldLst>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336F05A-480D-31AD-B3A0-19CBB7E9990C}"/>
              </a:ext>
            </a:extLst>
          </p:cNvPr>
          <p:cNvSpPr/>
          <p:nvPr/>
        </p:nvSpPr>
        <p:spPr>
          <a:xfrm>
            <a:off x="7666896" y="5992740"/>
            <a:ext cx="1364203" cy="7380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91D2CDD-562D-8035-4195-AF69204E088E}"/>
              </a:ext>
            </a:extLst>
          </p:cNvPr>
          <p:cNvSpPr>
            <a:spLocks noGrp="1"/>
          </p:cNvSpPr>
          <p:nvPr>
            <p:ph type="title"/>
          </p:nvPr>
        </p:nvSpPr>
        <p:spPr/>
        <p:txBody>
          <a:bodyPr/>
          <a:lstStyle/>
          <a:p>
            <a:r>
              <a:rPr lang="en-GB" dirty="0"/>
              <a:t>The Big Idea: Negative Indices</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120F9C8-79D2-1120-0B8E-31B6E74020A5}"/>
                  </a:ext>
                </a:extLst>
              </p:cNvPr>
              <p:cNvGraphicFramePr>
                <a:graphicFrameLocks noGrp="1"/>
              </p:cNvGraphicFramePr>
              <p:nvPr/>
            </p:nvGraphicFramePr>
            <p:xfrm>
              <a:off x="288757" y="661737"/>
              <a:ext cx="2883568" cy="6069070"/>
            </p:xfrm>
            <a:graphic>
              <a:graphicData uri="http://schemas.openxmlformats.org/drawingml/2006/table">
                <a:tbl>
                  <a:tblPr firstRow="1" bandRow="1">
                    <a:tableStyleId>{5C22544A-7EE6-4342-B048-85BDC9FD1C3A}</a:tableStyleId>
                  </a:tblPr>
                  <a:tblGrid>
                    <a:gridCol w="1441784">
                      <a:extLst>
                        <a:ext uri="{9D8B030D-6E8A-4147-A177-3AD203B41FA5}">
                          <a16:colId xmlns:a16="http://schemas.microsoft.com/office/drawing/2014/main" val="3131674531"/>
                        </a:ext>
                      </a:extLst>
                    </a:gridCol>
                    <a:gridCol w="1441784">
                      <a:extLst>
                        <a:ext uri="{9D8B030D-6E8A-4147-A177-3AD203B41FA5}">
                          <a16:colId xmlns:a16="http://schemas.microsoft.com/office/drawing/2014/main" val="2593131771"/>
                        </a:ext>
                      </a:extLst>
                    </a:gridCol>
                  </a:tblGrid>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4</m:t>
                                    </m:r>
                                  </m:sup>
                                </m:sSup>
                              </m:oMath>
                            </m:oMathPara>
                          </a14:m>
                          <a:endParaRPr lang="en-GB"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16</m:t>
                                </m:r>
                              </m:oMath>
                            </m:oMathPara>
                          </a14:m>
                          <a:endParaRPr lang="en-GB"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0230136"/>
                      </a:ext>
                    </a:extLst>
                  </a:tr>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3</m:t>
                                    </m:r>
                                  </m:sup>
                                </m:sSup>
                              </m:oMath>
                            </m:oMathPara>
                          </a14:m>
                          <a:endParaRPr lang="en-GB"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8</m:t>
                                </m:r>
                              </m:oMath>
                            </m:oMathPara>
                          </a14:m>
                          <a:endParaRPr lang="en-GB" sz="20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620396"/>
                      </a:ext>
                    </a:extLst>
                  </a:tr>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2</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4</m:t>
                                </m:r>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9696914"/>
                      </a:ext>
                    </a:extLst>
                  </a:tr>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1</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2</m:t>
                                </m:r>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159749"/>
                      </a:ext>
                    </a:extLst>
                  </a:tr>
                  <a:tr h="668156">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0</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GB" sz="2000" b="0" i="1" smtClean="0">
                                    <a:solidFill>
                                      <a:schemeClr val="tx1"/>
                                    </a:solidFill>
                                    <a:latin typeface="Cambria Math" panose="02040503050406030204" pitchFamily="18" charset="0"/>
                                  </a:rPr>
                                  <m:t>1</m:t>
                                </m:r>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4633190"/>
                      </a:ext>
                    </a:extLst>
                  </a:tr>
                  <a:tr h="681027">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−1</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GB" sz="2000" b="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1</m:t>
                                    </m:r>
                                  </m:num>
                                  <m:den>
                                    <m:r>
                                      <a:rPr lang="en-GB" sz="2000" b="0" i="1" smtClean="0">
                                        <a:solidFill>
                                          <a:schemeClr val="tx1"/>
                                        </a:solidFill>
                                        <a:latin typeface="Cambria Math" panose="02040503050406030204" pitchFamily="18" charset="0"/>
                                      </a:rPr>
                                      <m:t>2</m:t>
                                    </m:r>
                                  </m:den>
                                </m:f>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296132"/>
                      </a:ext>
                    </a:extLst>
                  </a:tr>
                  <a:tr h="681027">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−2</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GB" sz="2000" b="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1</m:t>
                                    </m:r>
                                  </m:num>
                                  <m:den>
                                    <m:r>
                                      <a:rPr lang="en-GB" sz="2000" b="0" i="1" smtClean="0">
                                        <a:solidFill>
                                          <a:schemeClr val="tx1"/>
                                        </a:solidFill>
                                        <a:latin typeface="Cambria Math" panose="02040503050406030204" pitchFamily="18" charset="0"/>
                                      </a:rPr>
                                      <m:t>4</m:t>
                                    </m:r>
                                  </m:den>
                                </m:f>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15254"/>
                      </a:ext>
                    </a:extLst>
                  </a:tr>
                  <a:tr h="683118">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−3</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GB" sz="2000" b="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1</m:t>
                                    </m:r>
                                  </m:num>
                                  <m:den>
                                    <m:r>
                                      <a:rPr lang="en-GB" sz="2000" b="0" i="1" smtClean="0">
                                        <a:solidFill>
                                          <a:schemeClr val="tx1"/>
                                        </a:solidFill>
                                        <a:latin typeface="Cambria Math" panose="02040503050406030204" pitchFamily="18" charset="0"/>
                                      </a:rPr>
                                      <m:t>8</m:t>
                                    </m:r>
                                  </m:den>
                                </m:f>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4233346"/>
                      </a:ext>
                    </a:extLst>
                  </a:tr>
                  <a:tr h="683118">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2</m:t>
                                    </m:r>
                                  </m:e>
                                  <m:sup>
                                    <m:r>
                                      <a:rPr lang="en-GB" sz="2000" b="0" i="1" smtClean="0">
                                        <a:solidFill>
                                          <a:schemeClr val="tx1"/>
                                        </a:solidFill>
                                        <a:latin typeface="Cambria Math" panose="02040503050406030204" pitchFamily="18" charset="0"/>
                                      </a:rPr>
                                      <m:t>−4</m:t>
                                    </m:r>
                                  </m:sup>
                                </m:sSup>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f>
                                  <m:fPr>
                                    <m:ctrlPr>
                                      <a:rPr lang="en-GB" sz="2000" b="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1</m:t>
                                    </m:r>
                                  </m:num>
                                  <m:den>
                                    <m:r>
                                      <a:rPr lang="en-GB" sz="2000" b="0" i="1" smtClean="0">
                                        <a:solidFill>
                                          <a:schemeClr val="tx1"/>
                                        </a:solidFill>
                                        <a:latin typeface="Cambria Math" panose="02040503050406030204" pitchFamily="18" charset="0"/>
                                      </a:rPr>
                                      <m:t>16</m:t>
                                    </m:r>
                                  </m:den>
                                </m:f>
                              </m:oMath>
                            </m:oMathPara>
                          </a14:m>
                          <a:endParaRPr lang="en-GB" sz="20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4736571"/>
                      </a:ext>
                    </a:extLst>
                  </a:tr>
                </a:tbl>
              </a:graphicData>
            </a:graphic>
          </p:graphicFrame>
        </mc:Choice>
        <mc:Fallback xmlns="">
          <p:graphicFrame>
            <p:nvGraphicFramePr>
              <p:cNvPr id="6" name="Table 5">
                <a:extLst>
                  <a:ext uri="{FF2B5EF4-FFF2-40B4-BE49-F238E27FC236}">
                    <a16:creationId xmlns:a16="http://schemas.microsoft.com/office/drawing/2014/main" id="{E120F9C8-79D2-1120-0B8E-31B6E74020A5}"/>
                  </a:ext>
                </a:extLst>
              </p:cNvPr>
              <p:cNvGraphicFramePr>
                <a:graphicFrameLocks noGrp="1"/>
              </p:cNvGraphicFramePr>
              <p:nvPr/>
            </p:nvGraphicFramePr>
            <p:xfrm>
              <a:off x="288757" y="661737"/>
              <a:ext cx="2883568" cy="6069070"/>
            </p:xfrm>
            <a:graphic>
              <a:graphicData uri="http://schemas.openxmlformats.org/drawingml/2006/table">
                <a:tbl>
                  <a:tblPr firstRow="1" bandRow="1">
                    <a:tableStyleId>{5C22544A-7EE6-4342-B048-85BDC9FD1C3A}</a:tableStyleId>
                  </a:tblPr>
                  <a:tblGrid>
                    <a:gridCol w="1441784">
                      <a:extLst>
                        <a:ext uri="{9D8B030D-6E8A-4147-A177-3AD203B41FA5}">
                          <a16:colId xmlns:a16="http://schemas.microsoft.com/office/drawing/2014/main" val="3131674531"/>
                        </a:ext>
                      </a:extLst>
                    </a:gridCol>
                    <a:gridCol w="1441784">
                      <a:extLst>
                        <a:ext uri="{9D8B030D-6E8A-4147-A177-3AD203B41FA5}">
                          <a16:colId xmlns:a16="http://schemas.microsoft.com/office/drawing/2014/main" val="2593131771"/>
                        </a:ext>
                      </a:extLst>
                    </a:gridCol>
                  </a:tblGrid>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r="-100000" b="-80636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b="-806364"/>
                          </a:stretch>
                        </a:blipFill>
                      </a:tcPr>
                    </a:tc>
                    <a:extLst>
                      <a:ext uri="{0D108BD9-81ED-4DB2-BD59-A6C34878D82A}">
                        <a16:rowId xmlns:a16="http://schemas.microsoft.com/office/drawing/2014/main" val="3570230136"/>
                      </a:ext>
                    </a:extLst>
                  </a:tr>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00000" r="-100000" b="-70636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100000" b="-706364"/>
                          </a:stretch>
                        </a:blipFill>
                      </a:tcPr>
                    </a:tc>
                    <a:extLst>
                      <a:ext uri="{0D108BD9-81ED-4DB2-BD59-A6C34878D82A}">
                        <a16:rowId xmlns:a16="http://schemas.microsoft.com/office/drawing/2014/main" val="3533620396"/>
                      </a:ext>
                    </a:extLst>
                  </a:tr>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01835" r="-100000" b="-612844"/>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201835" b="-612844"/>
                          </a:stretch>
                        </a:blipFill>
                      </a:tcPr>
                    </a:tc>
                    <a:extLst>
                      <a:ext uri="{0D108BD9-81ED-4DB2-BD59-A6C34878D82A}">
                        <a16:rowId xmlns:a16="http://schemas.microsoft.com/office/drawing/2014/main" val="3409696914"/>
                      </a:ext>
                    </a:extLst>
                  </a:tr>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99091" r="-100000" b="-507273"/>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299091" b="-507273"/>
                          </a:stretch>
                        </a:blipFill>
                      </a:tcPr>
                    </a:tc>
                    <a:extLst>
                      <a:ext uri="{0D108BD9-81ED-4DB2-BD59-A6C34878D82A}">
                        <a16:rowId xmlns:a16="http://schemas.microsoft.com/office/drawing/2014/main" val="306159749"/>
                      </a:ext>
                    </a:extLst>
                  </a:tr>
                  <a:tr h="66815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99091" r="-100000" b="-407273"/>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399091" b="-407273"/>
                          </a:stretch>
                        </a:blipFill>
                      </a:tcPr>
                    </a:tc>
                    <a:extLst>
                      <a:ext uri="{0D108BD9-81ED-4DB2-BD59-A6C34878D82A}">
                        <a16:rowId xmlns:a16="http://schemas.microsoft.com/office/drawing/2014/main" val="514633190"/>
                      </a:ext>
                    </a:extLst>
                  </a:tr>
                  <a:tr h="68102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490179" r="-100000" b="-3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490179" b="-300000"/>
                          </a:stretch>
                        </a:blipFill>
                      </a:tcPr>
                    </a:tc>
                    <a:extLst>
                      <a:ext uri="{0D108BD9-81ED-4DB2-BD59-A6C34878D82A}">
                        <a16:rowId xmlns:a16="http://schemas.microsoft.com/office/drawing/2014/main" val="112296132"/>
                      </a:ext>
                    </a:extLst>
                  </a:tr>
                  <a:tr h="68102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590179" r="-100000" b="-2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590179" b="-200000"/>
                          </a:stretch>
                        </a:blipFill>
                      </a:tcPr>
                    </a:tc>
                    <a:extLst>
                      <a:ext uri="{0D108BD9-81ED-4DB2-BD59-A6C34878D82A}">
                        <a16:rowId xmlns:a16="http://schemas.microsoft.com/office/drawing/2014/main" val="21915254"/>
                      </a:ext>
                    </a:extLst>
                  </a:tr>
                  <a:tr h="683118">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690179" r="-100000" b="-1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690179" b="-100000"/>
                          </a:stretch>
                        </a:blipFill>
                      </a:tcPr>
                    </a:tc>
                    <a:extLst>
                      <a:ext uri="{0D108BD9-81ED-4DB2-BD59-A6C34878D82A}">
                        <a16:rowId xmlns:a16="http://schemas.microsoft.com/office/drawing/2014/main" val="3574233346"/>
                      </a:ext>
                    </a:extLst>
                  </a:tr>
                  <a:tr h="683118">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790179" r="-100000"/>
                          </a:stretch>
                        </a:blip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790179"/>
                          </a:stretch>
                        </a:blipFill>
                      </a:tcPr>
                    </a:tc>
                    <a:extLst>
                      <a:ext uri="{0D108BD9-81ED-4DB2-BD59-A6C34878D82A}">
                        <a16:rowId xmlns:a16="http://schemas.microsoft.com/office/drawing/2014/main" val="574736571"/>
                      </a:ext>
                    </a:extLst>
                  </a:tr>
                </a:tbl>
              </a:graphicData>
            </a:graphic>
          </p:graphicFrame>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BD9E882-1002-5417-EC4C-0DA6A5A72F57}"/>
                  </a:ext>
                </a:extLst>
              </p:cNvPr>
              <p:cNvSpPr txBox="1"/>
              <p:nvPr/>
            </p:nvSpPr>
            <p:spPr>
              <a:xfrm>
                <a:off x="1477106" y="791366"/>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8" name="TextBox 7">
                <a:extLst>
                  <a:ext uri="{FF2B5EF4-FFF2-40B4-BE49-F238E27FC236}">
                    <a16:creationId xmlns:a16="http://schemas.microsoft.com/office/drawing/2014/main" id="{1BD9E882-1002-5417-EC4C-0DA6A5A72F57}"/>
                  </a:ext>
                </a:extLst>
              </p:cNvPr>
              <p:cNvSpPr txBox="1">
                <a:spLocks noRot="1" noChangeAspect="1" noMove="1" noResize="1" noEditPoints="1" noAdjustHandles="1" noChangeArrowheads="1" noChangeShapeType="1" noTextEdit="1"/>
              </p:cNvSpPr>
              <p:nvPr/>
            </p:nvSpPr>
            <p:spPr>
              <a:xfrm>
                <a:off x="1477106" y="791366"/>
                <a:ext cx="453970" cy="40011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95963BF-8A1E-2CE9-9ADC-A0DC097DA641}"/>
                  </a:ext>
                </a:extLst>
              </p:cNvPr>
              <p:cNvSpPr txBox="1"/>
              <p:nvPr/>
            </p:nvSpPr>
            <p:spPr>
              <a:xfrm>
                <a:off x="1477105" y="1458192"/>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9" name="TextBox 8">
                <a:extLst>
                  <a:ext uri="{FF2B5EF4-FFF2-40B4-BE49-F238E27FC236}">
                    <a16:creationId xmlns:a16="http://schemas.microsoft.com/office/drawing/2014/main" id="{295963BF-8A1E-2CE9-9ADC-A0DC097DA641}"/>
                  </a:ext>
                </a:extLst>
              </p:cNvPr>
              <p:cNvSpPr txBox="1">
                <a:spLocks noRot="1" noChangeAspect="1" noMove="1" noResize="1" noEditPoints="1" noAdjustHandles="1" noChangeArrowheads="1" noChangeShapeType="1" noTextEdit="1"/>
              </p:cNvSpPr>
              <p:nvPr/>
            </p:nvSpPr>
            <p:spPr>
              <a:xfrm>
                <a:off x="1477105" y="1458192"/>
                <a:ext cx="453970" cy="400110"/>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DF4053D-F594-0344-29FC-0CEEDC36B8A7}"/>
                  </a:ext>
                </a:extLst>
              </p:cNvPr>
              <p:cNvSpPr txBox="1"/>
              <p:nvPr/>
            </p:nvSpPr>
            <p:spPr>
              <a:xfrm>
                <a:off x="1477106" y="2149082"/>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0" name="TextBox 9">
                <a:extLst>
                  <a:ext uri="{FF2B5EF4-FFF2-40B4-BE49-F238E27FC236}">
                    <a16:creationId xmlns:a16="http://schemas.microsoft.com/office/drawing/2014/main" id="{8DF4053D-F594-0344-29FC-0CEEDC36B8A7}"/>
                  </a:ext>
                </a:extLst>
              </p:cNvPr>
              <p:cNvSpPr txBox="1">
                <a:spLocks noRot="1" noChangeAspect="1" noMove="1" noResize="1" noEditPoints="1" noAdjustHandles="1" noChangeArrowheads="1" noChangeShapeType="1" noTextEdit="1"/>
              </p:cNvSpPr>
              <p:nvPr/>
            </p:nvSpPr>
            <p:spPr>
              <a:xfrm>
                <a:off x="1477106" y="2149082"/>
                <a:ext cx="453970" cy="40011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5E33CEC-83B7-7A61-AF3D-F7EA83857F58}"/>
                  </a:ext>
                </a:extLst>
              </p:cNvPr>
              <p:cNvSpPr txBox="1"/>
              <p:nvPr/>
            </p:nvSpPr>
            <p:spPr>
              <a:xfrm>
                <a:off x="1477105" y="2815908"/>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1" name="TextBox 10">
                <a:extLst>
                  <a:ext uri="{FF2B5EF4-FFF2-40B4-BE49-F238E27FC236}">
                    <a16:creationId xmlns:a16="http://schemas.microsoft.com/office/drawing/2014/main" id="{15E33CEC-83B7-7A61-AF3D-F7EA83857F58}"/>
                  </a:ext>
                </a:extLst>
              </p:cNvPr>
              <p:cNvSpPr txBox="1">
                <a:spLocks noRot="1" noChangeAspect="1" noMove="1" noResize="1" noEditPoints="1" noAdjustHandles="1" noChangeArrowheads="1" noChangeShapeType="1" noTextEdit="1"/>
              </p:cNvSpPr>
              <p:nvPr/>
            </p:nvSpPr>
            <p:spPr>
              <a:xfrm>
                <a:off x="1477105" y="2815908"/>
                <a:ext cx="453970" cy="40011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67D4E69-64D6-8AF7-DCCC-227655FA4E4D}"/>
                  </a:ext>
                </a:extLst>
              </p:cNvPr>
              <p:cNvSpPr txBox="1"/>
              <p:nvPr/>
            </p:nvSpPr>
            <p:spPr>
              <a:xfrm>
                <a:off x="1477105" y="3482734"/>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2" name="TextBox 11">
                <a:extLst>
                  <a:ext uri="{FF2B5EF4-FFF2-40B4-BE49-F238E27FC236}">
                    <a16:creationId xmlns:a16="http://schemas.microsoft.com/office/drawing/2014/main" id="{A67D4E69-64D6-8AF7-DCCC-227655FA4E4D}"/>
                  </a:ext>
                </a:extLst>
              </p:cNvPr>
              <p:cNvSpPr txBox="1">
                <a:spLocks noRot="1" noChangeAspect="1" noMove="1" noResize="1" noEditPoints="1" noAdjustHandles="1" noChangeArrowheads="1" noChangeShapeType="1" noTextEdit="1"/>
              </p:cNvSpPr>
              <p:nvPr/>
            </p:nvSpPr>
            <p:spPr>
              <a:xfrm>
                <a:off x="1477105" y="3482734"/>
                <a:ext cx="453970" cy="400110"/>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59D0357-9E05-F2C4-70D4-7DC7215FFECE}"/>
                  </a:ext>
                </a:extLst>
              </p:cNvPr>
              <p:cNvSpPr txBox="1"/>
              <p:nvPr/>
            </p:nvSpPr>
            <p:spPr>
              <a:xfrm>
                <a:off x="1477104" y="4125496"/>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3" name="TextBox 12">
                <a:extLst>
                  <a:ext uri="{FF2B5EF4-FFF2-40B4-BE49-F238E27FC236}">
                    <a16:creationId xmlns:a16="http://schemas.microsoft.com/office/drawing/2014/main" id="{359D0357-9E05-F2C4-70D4-7DC7215FFECE}"/>
                  </a:ext>
                </a:extLst>
              </p:cNvPr>
              <p:cNvSpPr txBox="1">
                <a:spLocks noRot="1" noChangeAspect="1" noMove="1" noResize="1" noEditPoints="1" noAdjustHandles="1" noChangeArrowheads="1" noChangeShapeType="1" noTextEdit="1"/>
              </p:cNvSpPr>
              <p:nvPr/>
            </p:nvSpPr>
            <p:spPr>
              <a:xfrm>
                <a:off x="1477104" y="4125496"/>
                <a:ext cx="453970" cy="40011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8EA6C38-BF3E-12D5-F743-46A4ACC7354C}"/>
                  </a:ext>
                </a:extLst>
              </p:cNvPr>
              <p:cNvSpPr txBox="1"/>
              <p:nvPr/>
            </p:nvSpPr>
            <p:spPr>
              <a:xfrm>
                <a:off x="1477105" y="4804354"/>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4" name="TextBox 13">
                <a:extLst>
                  <a:ext uri="{FF2B5EF4-FFF2-40B4-BE49-F238E27FC236}">
                    <a16:creationId xmlns:a16="http://schemas.microsoft.com/office/drawing/2014/main" id="{68EA6C38-BF3E-12D5-F743-46A4ACC7354C}"/>
                  </a:ext>
                </a:extLst>
              </p:cNvPr>
              <p:cNvSpPr txBox="1">
                <a:spLocks noRot="1" noChangeAspect="1" noMove="1" noResize="1" noEditPoints="1" noAdjustHandles="1" noChangeArrowheads="1" noChangeShapeType="1" noTextEdit="1"/>
              </p:cNvSpPr>
              <p:nvPr/>
            </p:nvSpPr>
            <p:spPr>
              <a:xfrm>
                <a:off x="1477105" y="4804354"/>
                <a:ext cx="453970" cy="400110"/>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D9F2193-C3CC-DE73-3B37-0C98A8CF5338}"/>
                  </a:ext>
                </a:extLst>
              </p:cNvPr>
              <p:cNvSpPr txBox="1"/>
              <p:nvPr/>
            </p:nvSpPr>
            <p:spPr>
              <a:xfrm>
                <a:off x="1477104" y="5483212"/>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5" name="TextBox 14">
                <a:extLst>
                  <a:ext uri="{FF2B5EF4-FFF2-40B4-BE49-F238E27FC236}">
                    <a16:creationId xmlns:a16="http://schemas.microsoft.com/office/drawing/2014/main" id="{5D9F2193-C3CC-DE73-3B37-0C98A8CF5338}"/>
                  </a:ext>
                </a:extLst>
              </p:cNvPr>
              <p:cNvSpPr txBox="1">
                <a:spLocks noRot="1" noChangeAspect="1" noMove="1" noResize="1" noEditPoints="1" noAdjustHandles="1" noChangeArrowheads="1" noChangeShapeType="1" noTextEdit="1"/>
              </p:cNvSpPr>
              <p:nvPr/>
            </p:nvSpPr>
            <p:spPr>
              <a:xfrm>
                <a:off x="1477104" y="5483212"/>
                <a:ext cx="453970" cy="400110"/>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521F446-26B8-2734-49CF-3867102CC9D6}"/>
                  </a:ext>
                </a:extLst>
              </p:cNvPr>
              <p:cNvSpPr txBox="1"/>
              <p:nvPr/>
            </p:nvSpPr>
            <p:spPr>
              <a:xfrm>
                <a:off x="1477104" y="6162068"/>
                <a:ext cx="453970" cy="40011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i="1" dirty="0" smtClean="0">
                          <a:latin typeface="Cambria Math" panose="02040503050406030204" pitchFamily="18" charset="0"/>
                        </a:rPr>
                        <m:t>=</m:t>
                      </m:r>
                    </m:oMath>
                  </m:oMathPara>
                </a14:m>
                <a:endParaRPr lang="en-GB" sz="2000" dirty="0"/>
              </a:p>
            </p:txBody>
          </p:sp>
        </mc:Choice>
        <mc:Fallback xmlns="">
          <p:sp>
            <p:nvSpPr>
              <p:cNvPr id="19" name="TextBox 18">
                <a:extLst>
                  <a:ext uri="{FF2B5EF4-FFF2-40B4-BE49-F238E27FC236}">
                    <a16:creationId xmlns:a16="http://schemas.microsoft.com/office/drawing/2014/main" id="{7521F446-26B8-2734-49CF-3867102CC9D6}"/>
                  </a:ext>
                </a:extLst>
              </p:cNvPr>
              <p:cNvSpPr txBox="1">
                <a:spLocks noRot="1" noChangeAspect="1" noMove="1" noResize="1" noEditPoints="1" noAdjustHandles="1" noChangeArrowheads="1" noChangeShapeType="1" noTextEdit="1"/>
              </p:cNvSpPr>
              <p:nvPr/>
            </p:nvSpPr>
            <p:spPr>
              <a:xfrm>
                <a:off x="1477104" y="6162068"/>
                <a:ext cx="453970" cy="400110"/>
              </a:xfrm>
              <a:prstGeom prst="rect">
                <a:avLst/>
              </a:prstGeom>
              <a:blipFill>
                <a:blip r:embed="rId5"/>
                <a:stretch>
                  <a:fillRect/>
                </a:stretch>
              </a:blipFill>
            </p:spPr>
            <p:txBody>
              <a:bodyPr/>
              <a:lstStyle/>
              <a:p>
                <a:r>
                  <a:rPr lang="en-GB">
                    <a:noFill/>
                  </a:rPr>
                  <a:t> </a:t>
                </a:r>
              </a:p>
            </p:txBody>
          </p:sp>
        </mc:Fallback>
      </mc:AlternateContent>
      <p:sp>
        <p:nvSpPr>
          <p:cNvPr id="22" name="Rectangle 21">
            <a:extLst>
              <a:ext uri="{FF2B5EF4-FFF2-40B4-BE49-F238E27FC236}">
                <a16:creationId xmlns:a16="http://schemas.microsoft.com/office/drawing/2014/main" id="{4E091907-21F5-0900-7278-84D8C700F32D}"/>
              </a:ext>
            </a:extLst>
          </p:cNvPr>
          <p:cNvSpPr/>
          <p:nvPr/>
        </p:nvSpPr>
        <p:spPr>
          <a:xfrm>
            <a:off x="2144849" y="4681933"/>
            <a:ext cx="571035" cy="644952"/>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23" name="Rectangle 22">
            <a:extLst>
              <a:ext uri="{FF2B5EF4-FFF2-40B4-BE49-F238E27FC236}">
                <a16:creationId xmlns:a16="http://schemas.microsoft.com/office/drawing/2014/main" id="{8C7ED128-406A-21A8-75E7-D2F4F190FB3B}"/>
              </a:ext>
            </a:extLst>
          </p:cNvPr>
          <p:cNvSpPr/>
          <p:nvPr/>
        </p:nvSpPr>
        <p:spPr>
          <a:xfrm>
            <a:off x="2144848" y="5388693"/>
            <a:ext cx="571035" cy="644952"/>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24" name="Rectangle 23">
            <a:extLst>
              <a:ext uri="{FF2B5EF4-FFF2-40B4-BE49-F238E27FC236}">
                <a16:creationId xmlns:a16="http://schemas.microsoft.com/office/drawing/2014/main" id="{CC357C57-0A43-242D-964C-33B96C73640D}"/>
              </a:ext>
            </a:extLst>
          </p:cNvPr>
          <p:cNvSpPr/>
          <p:nvPr/>
        </p:nvSpPr>
        <p:spPr>
          <a:xfrm>
            <a:off x="2144848" y="6085855"/>
            <a:ext cx="571035" cy="644952"/>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30" name="TextBox 29">
            <a:extLst>
              <a:ext uri="{FF2B5EF4-FFF2-40B4-BE49-F238E27FC236}">
                <a16:creationId xmlns:a16="http://schemas.microsoft.com/office/drawing/2014/main" id="{12D17734-F729-DCD3-E213-2B8BF85C8BA7}"/>
              </a:ext>
            </a:extLst>
          </p:cNvPr>
          <p:cNvSpPr txBox="1"/>
          <p:nvPr/>
        </p:nvSpPr>
        <p:spPr>
          <a:xfrm>
            <a:off x="4408803" y="1466596"/>
            <a:ext cx="457801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endParaRPr lang="en-US" dirty="0"/>
          </a:p>
        </p:txBody>
      </p:sp>
      <p:sp>
        <p:nvSpPr>
          <p:cNvPr id="33" name="TextBox 32">
            <a:extLst>
              <a:ext uri="{FF2B5EF4-FFF2-40B4-BE49-F238E27FC236}">
                <a16:creationId xmlns:a16="http://schemas.microsoft.com/office/drawing/2014/main" id="{FC41C42B-FCD5-ED51-59E9-F8DC8A95699E}"/>
              </a:ext>
            </a:extLst>
          </p:cNvPr>
          <p:cNvSpPr txBox="1"/>
          <p:nvPr/>
        </p:nvSpPr>
        <p:spPr>
          <a:xfrm>
            <a:off x="4408803" y="1466596"/>
            <a:ext cx="4578016" cy="707886"/>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US" dirty="0"/>
              <a:t>How does the </a:t>
            </a:r>
            <a:r>
              <a:rPr lang="en-US" b="1" dirty="0"/>
              <a:t>value</a:t>
            </a:r>
            <a:r>
              <a:rPr lang="en-US" dirty="0"/>
              <a:t> of each power change as we move </a:t>
            </a:r>
            <a:r>
              <a:rPr lang="en-US" b="1" dirty="0"/>
              <a:t>down</a:t>
            </a:r>
            <a:r>
              <a:rPr lang="en-US" dirty="0"/>
              <a:t> the list? </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7DC4D1E-1161-BB99-92F3-5A5C0E402A2B}"/>
                  </a:ext>
                </a:extLst>
              </p:cNvPr>
              <p:cNvSpPr txBox="1"/>
              <p:nvPr/>
            </p:nvSpPr>
            <p:spPr>
              <a:xfrm>
                <a:off x="4306142" y="2339988"/>
                <a:ext cx="4783329" cy="707886"/>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algn="ctr"/>
                <a:r>
                  <a:rPr lang="en-GB" sz="2000" dirty="0">
                    <a:cs typeface="Calibri" panose="020F0502020204030204" pitchFamily="34" charset="0"/>
                  </a:rPr>
                  <a:t>We </a:t>
                </a:r>
                <a:r>
                  <a:rPr lang="en-GB" sz="2000" b="1" dirty="0">
                    <a:cs typeface="Calibri" panose="020F0502020204030204" pitchFamily="34" charset="0"/>
                  </a:rPr>
                  <a:t>divide the previous answer by </a:t>
                </a:r>
                <a14:m>
                  <m:oMath xmlns:m="http://schemas.openxmlformats.org/officeDocument/2006/math">
                    <m:r>
                      <a:rPr lang="en-GB" sz="2000" b="1" i="1" smtClean="0">
                        <a:latin typeface="Cambria Math" panose="02040503050406030204" pitchFamily="18" charset="0"/>
                        <a:cs typeface="Calibri" panose="020F0502020204030204" pitchFamily="34" charset="0"/>
                      </a:rPr>
                      <m:t>𝟐</m:t>
                    </m:r>
                  </m:oMath>
                </a14:m>
                <a:r>
                  <a:rPr lang="en-US" sz="2000" dirty="0">
                    <a:solidFill>
                      <a:schemeClr val="tx1"/>
                    </a:solidFill>
                    <a:cs typeface="Calibri" panose="020F0502020204030204" pitchFamily="34" charset="0"/>
                  </a:rPr>
                  <a:t> and </a:t>
                </a:r>
                <a:r>
                  <a:rPr lang="en-US" sz="2000" b="1" dirty="0">
                    <a:solidFill>
                      <a:schemeClr val="tx1"/>
                    </a:solidFill>
                    <a:cs typeface="Calibri" panose="020F0502020204030204" pitchFamily="34" charset="0"/>
                  </a:rPr>
                  <a:t>reduce the power by 1 </a:t>
                </a:r>
                <a:r>
                  <a:rPr lang="en-US" sz="2000" dirty="0">
                    <a:solidFill>
                      <a:schemeClr val="tx1"/>
                    </a:solidFill>
                    <a:cs typeface="Calibri" panose="020F0502020204030204" pitchFamily="34" charset="0"/>
                  </a:rPr>
                  <a:t>each time.</a:t>
                </a:r>
              </a:p>
            </p:txBody>
          </p:sp>
        </mc:Choice>
        <mc:Fallback xmlns="">
          <p:sp>
            <p:nvSpPr>
              <p:cNvPr id="34" name="TextBox 33">
                <a:extLst>
                  <a:ext uri="{FF2B5EF4-FFF2-40B4-BE49-F238E27FC236}">
                    <a16:creationId xmlns:a16="http://schemas.microsoft.com/office/drawing/2014/main" id="{C7DC4D1E-1161-BB99-92F3-5A5C0E402A2B}"/>
                  </a:ext>
                </a:extLst>
              </p:cNvPr>
              <p:cNvSpPr txBox="1">
                <a:spLocks noRot="1" noChangeAspect="1" noMove="1" noResize="1" noEditPoints="1" noAdjustHandles="1" noChangeArrowheads="1" noChangeShapeType="1" noTextEdit="1"/>
              </p:cNvSpPr>
              <p:nvPr/>
            </p:nvSpPr>
            <p:spPr>
              <a:xfrm>
                <a:off x="4306142" y="2339988"/>
                <a:ext cx="4783329" cy="707886"/>
              </a:xfrm>
              <a:prstGeom prst="rect">
                <a:avLst/>
              </a:prstGeom>
              <a:blipFill>
                <a:blip r:embed="rId11"/>
                <a:stretch>
                  <a:fillRect b="-2857"/>
                </a:stretch>
              </a:blipFill>
              <a:ln>
                <a:noFill/>
              </a:ln>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35" name="Arrow: Curved Left 34">
            <a:extLst>
              <a:ext uri="{FF2B5EF4-FFF2-40B4-BE49-F238E27FC236}">
                <a16:creationId xmlns:a16="http://schemas.microsoft.com/office/drawing/2014/main" id="{FA47D2CB-41EA-D6D7-EE6B-5B2EDB4084D4}"/>
              </a:ext>
            </a:extLst>
          </p:cNvPr>
          <p:cNvSpPr/>
          <p:nvPr/>
        </p:nvSpPr>
        <p:spPr>
          <a:xfrm>
            <a:off x="2873583" y="888291"/>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6" name="Arrow: Curved Left 35">
            <a:extLst>
              <a:ext uri="{FF2B5EF4-FFF2-40B4-BE49-F238E27FC236}">
                <a16:creationId xmlns:a16="http://schemas.microsoft.com/office/drawing/2014/main" id="{D64D8E4C-2B20-D99C-7B97-451EBA3F2CAF}"/>
              </a:ext>
            </a:extLst>
          </p:cNvPr>
          <p:cNvSpPr/>
          <p:nvPr/>
        </p:nvSpPr>
        <p:spPr>
          <a:xfrm>
            <a:off x="2873583" y="1610233"/>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7" name="Arrow: Curved Left 36">
            <a:extLst>
              <a:ext uri="{FF2B5EF4-FFF2-40B4-BE49-F238E27FC236}">
                <a16:creationId xmlns:a16="http://schemas.microsoft.com/office/drawing/2014/main" id="{AD78C3D1-3E3A-50F5-04B7-0B19D88C3DD8}"/>
              </a:ext>
            </a:extLst>
          </p:cNvPr>
          <p:cNvSpPr/>
          <p:nvPr/>
        </p:nvSpPr>
        <p:spPr>
          <a:xfrm>
            <a:off x="2873583" y="2389767"/>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38" name="Rectangle 37">
            <a:extLst>
              <a:ext uri="{FF2B5EF4-FFF2-40B4-BE49-F238E27FC236}">
                <a16:creationId xmlns:a16="http://schemas.microsoft.com/office/drawing/2014/main" id="{53476826-718C-6822-363C-88CD3C9F00AF}"/>
              </a:ext>
            </a:extLst>
          </p:cNvPr>
          <p:cNvSpPr/>
          <p:nvPr/>
        </p:nvSpPr>
        <p:spPr>
          <a:xfrm>
            <a:off x="4360672" y="2271122"/>
            <a:ext cx="4666583" cy="810371"/>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39" name="Rectangle 38">
            <a:extLst>
              <a:ext uri="{FF2B5EF4-FFF2-40B4-BE49-F238E27FC236}">
                <a16:creationId xmlns:a16="http://schemas.microsoft.com/office/drawing/2014/main" id="{65769922-6F4E-1DAF-FCAA-DD2893580575}"/>
              </a:ext>
            </a:extLst>
          </p:cNvPr>
          <p:cNvSpPr/>
          <p:nvPr/>
        </p:nvSpPr>
        <p:spPr>
          <a:xfrm>
            <a:off x="592250" y="4678100"/>
            <a:ext cx="2883568" cy="2114700"/>
          </a:xfrm>
          <a:prstGeom prst="rect">
            <a:avLst/>
          </a:prstGeom>
          <a:solidFill>
            <a:srgbClr val="FFFFF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5C1596F-843F-B4A6-F7B2-9AAD97E23C6C}"/>
                  </a:ext>
                </a:extLst>
              </p:cNvPr>
              <p:cNvSpPr txBox="1"/>
              <p:nvPr/>
            </p:nvSpPr>
            <p:spPr>
              <a:xfrm>
                <a:off x="3334495" y="955325"/>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44" name="TextBox 43">
                <a:extLst>
                  <a:ext uri="{FF2B5EF4-FFF2-40B4-BE49-F238E27FC236}">
                    <a16:creationId xmlns:a16="http://schemas.microsoft.com/office/drawing/2014/main" id="{35C1596F-843F-B4A6-F7B2-9AAD97E23C6C}"/>
                  </a:ext>
                </a:extLst>
              </p:cNvPr>
              <p:cNvSpPr txBox="1">
                <a:spLocks noRot="1" noChangeAspect="1" noMove="1" noResize="1" noEditPoints="1" noAdjustHandles="1" noChangeArrowheads="1" noChangeShapeType="1" noTextEdit="1"/>
              </p:cNvSpPr>
              <p:nvPr/>
            </p:nvSpPr>
            <p:spPr>
              <a:xfrm>
                <a:off x="3334495" y="955325"/>
                <a:ext cx="606256" cy="369332"/>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34F01952-97D8-8336-E8C5-1DDF2AF590D1}"/>
                  </a:ext>
                </a:extLst>
              </p:cNvPr>
              <p:cNvSpPr txBox="1"/>
              <p:nvPr/>
            </p:nvSpPr>
            <p:spPr>
              <a:xfrm>
                <a:off x="3327553" y="1673636"/>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45" name="TextBox 44">
                <a:extLst>
                  <a:ext uri="{FF2B5EF4-FFF2-40B4-BE49-F238E27FC236}">
                    <a16:creationId xmlns:a16="http://schemas.microsoft.com/office/drawing/2014/main" id="{34F01952-97D8-8336-E8C5-1DDF2AF590D1}"/>
                  </a:ext>
                </a:extLst>
              </p:cNvPr>
              <p:cNvSpPr txBox="1">
                <a:spLocks noRot="1" noChangeAspect="1" noMove="1" noResize="1" noEditPoints="1" noAdjustHandles="1" noChangeArrowheads="1" noChangeShapeType="1" noTextEdit="1"/>
              </p:cNvSpPr>
              <p:nvPr/>
            </p:nvSpPr>
            <p:spPr>
              <a:xfrm>
                <a:off x="3327553" y="1673636"/>
                <a:ext cx="606256" cy="369332"/>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650756E-1BE1-0FD3-B923-25E1D52179E5}"/>
                  </a:ext>
                </a:extLst>
              </p:cNvPr>
              <p:cNvSpPr txBox="1"/>
              <p:nvPr/>
            </p:nvSpPr>
            <p:spPr>
              <a:xfrm>
                <a:off x="3308881" y="2521471"/>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46" name="TextBox 45">
                <a:extLst>
                  <a:ext uri="{FF2B5EF4-FFF2-40B4-BE49-F238E27FC236}">
                    <a16:creationId xmlns:a16="http://schemas.microsoft.com/office/drawing/2014/main" id="{C650756E-1BE1-0FD3-B923-25E1D52179E5}"/>
                  </a:ext>
                </a:extLst>
              </p:cNvPr>
              <p:cNvSpPr txBox="1">
                <a:spLocks noRot="1" noChangeAspect="1" noMove="1" noResize="1" noEditPoints="1" noAdjustHandles="1" noChangeArrowheads="1" noChangeShapeType="1" noTextEdit="1"/>
              </p:cNvSpPr>
              <p:nvPr/>
            </p:nvSpPr>
            <p:spPr>
              <a:xfrm>
                <a:off x="3308881" y="2521471"/>
                <a:ext cx="606256" cy="369332"/>
              </a:xfrm>
              <a:prstGeom prst="rect">
                <a:avLst/>
              </a:prstGeom>
              <a:blipFill>
                <a:blip r:embed="rId14"/>
                <a:stretch>
                  <a:fillRect/>
                </a:stretch>
              </a:blipFill>
            </p:spPr>
            <p:txBody>
              <a:bodyPr/>
              <a:lstStyle/>
              <a:p>
                <a:r>
                  <a:rPr lang="en-GB">
                    <a:noFill/>
                  </a:rPr>
                  <a:t> </a:t>
                </a:r>
              </a:p>
            </p:txBody>
          </p:sp>
        </mc:Fallback>
      </mc:AlternateContent>
      <p:sp>
        <p:nvSpPr>
          <p:cNvPr id="47" name="TextBox 46">
            <a:extLst>
              <a:ext uri="{FF2B5EF4-FFF2-40B4-BE49-F238E27FC236}">
                <a16:creationId xmlns:a16="http://schemas.microsoft.com/office/drawing/2014/main" id="{72A10E45-A84E-BD06-F623-D2BE3D3A88DA}"/>
              </a:ext>
            </a:extLst>
          </p:cNvPr>
          <p:cNvSpPr txBox="1"/>
          <p:nvPr/>
        </p:nvSpPr>
        <p:spPr>
          <a:xfrm>
            <a:off x="5170186" y="3248861"/>
            <a:ext cx="3055245" cy="33855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Click me to extend the list!</a:t>
            </a: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196F79E-955D-0A45-2A49-9639D4FEE17D}"/>
                  </a:ext>
                </a:extLst>
              </p:cNvPr>
              <p:cNvSpPr txBox="1"/>
              <p:nvPr/>
            </p:nvSpPr>
            <p:spPr>
              <a:xfrm>
                <a:off x="4360672" y="4007045"/>
                <a:ext cx="4578016" cy="1015663"/>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US" dirty="0"/>
                  <a:t>What do you notice about the relationship between, for example, </a:t>
                </a:r>
                <a:br>
                  <a:rPr lang="en-US" dirty="0"/>
                </a:b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4</m:t>
                        </m:r>
                      </m:sup>
                    </m:sSup>
                  </m:oMath>
                </a14:m>
                <a:r>
                  <a:rPr lang="en-US" dirty="0"/>
                  <a:t> and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−4</m:t>
                        </m:r>
                      </m:sup>
                    </m:sSup>
                  </m:oMath>
                </a14:m>
                <a:r>
                  <a:rPr lang="en-US" dirty="0"/>
                  <a:t>? Or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2</m:t>
                        </m:r>
                      </m:sup>
                    </m:sSup>
                  </m:oMath>
                </a14:m>
                <a:r>
                  <a:rPr lang="en-US" dirty="0"/>
                  <a:t> and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−2</m:t>
                        </m:r>
                      </m:sup>
                    </m:sSup>
                  </m:oMath>
                </a14:m>
                <a:r>
                  <a:rPr lang="en-US" dirty="0"/>
                  <a:t>?</a:t>
                </a:r>
              </a:p>
            </p:txBody>
          </p:sp>
        </mc:Choice>
        <mc:Fallback xmlns="">
          <p:sp>
            <p:nvSpPr>
              <p:cNvPr id="49" name="TextBox 48">
                <a:extLst>
                  <a:ext uri="{FF2B5EF4-FFF2-40B4-BE49-F238E27FC236}">
                    <a16:creationId xmlns:a16="http://schemas.microsoft.com/office/drawing/2014/main" id="{1196F79E-955D-0A45-2A49-9639D4FEE17D}"/>
                  </a:ext>
                </a:extLst>
              </p:cNvPr>
              <p:cNvSpPr txBox="1">
                <a:spLocks noRot="1" noChangeAspect="1" noMove="1" noResize="1" noEditPoints="1" noAdjustHandles="1" noChangeArrowheads="1" noChangeShapeType="1" noTextEdit="1"/>
              </p:cNvSpPr>
              <p:nvPr/>
            </p:nvSpPr>
            <p:spPr>
              <a:xfrm>
                <a:off x="4360672" y="4007045"/>
                <a:ext cx="4578016" cy="1015663"/>
              </a:xfrm>
              <a:prstGeom prst="rect">
                <a:avLst/>
              </a:prstGeom>
              <a:blipFill>
                <a:blip r:embed="rId15"/>
                <a:stretch>
                  <a:fillRect b="-1036"/>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50" name="TextBox 49">
            <a:extLst>
              <a:ext uri="{FF2B5EF4-FFF2-40B4-BE49-F238E27FC236}">
                <a16:creationId xmlns:a16="http://schemas.microsoft.com/office/drawing/2014/main" id="{00190299-FC25-AF1A-B461-E3F36DFAE76A}"/>
              </a:ext>
            </a:extLst>
          </p:cNvPr>
          <p:cNvSpPr txBox="1"/>
          <p:nvPr/>
        </p:nvSpPr>
        <p:spPr>
          <a:xfrm>
            <a:off x="4422294" y="5153781"/>
            <a:ext cx="4494569" cy="707886"/>
          </a:xfrm>
          <a:prstGeom prst="rect">
            <a:avLst/>
          </a:prstGeom>
          <a:noFill/>
          <a:ln>
            <a:noFill/>
          </a:ln>
          <a:effectLst>
            <a:outerShdw blurRad="63500" sx="102000" sy="102000" algn="ctr" rotWithShape="0">
              <a:prstClr val="black">
                <a:alpha val="40000"/>
              </a:prstClr>
            </a:outerShdw>
          </a:effectLst>
        </p:spPr>
        <p:txBody>
          <a:bodyPr wrap="square" rtlCol="0">
            <a:spAutoFit/>
          </a:bodyPr>
          <a:lstStyle/>
          <a:p>
            <a:pPr algn="ctr"/>
            <a:r>
              <a:rPr lang="en-GB" sz="2000" dirty="0">
                <a:cs typeface="Calibri" panose="020F0502020204030204" pitchFamily="34" charset="0"/>
              </a:rPr>
              <a:t>The negative power is the </a:t>
            </a:r>
            <a:r>
              <a:rPr lang="en-GB" sz="2000" b="1" dirty="0">
                <a:cs typeface="Calibri" panose="020F0502020204030204" pitchFamily="34" charset="0"/>
              </a:rPr>
              <a:t>reciprocal </a:t>
            </a:r>
            <a:r>
              <a:rPr lang="en-GB" sz="2000" dirty="0">
                <a:cs typeface="Calibri" panose="020F0502020204030204" pitchFamily="34" charset="0"/>
              </a:rPr>
              <a:t>of the positive power.</a:t>
            </a:r>
            <a:endParaRPr lang="en-US" sz="2000" dirty="0">
              <a:solidFill>
                <a:schemeClr val="tx1"/>
              </a:solidFill>
              <a:cs typeface="Calibri" panose="020F0502020204030204" pitchFamily="34" charset="0"/>
            </a:endParaRPr>
          </a:p>
        </p:txBody>
      </p:sp>
      <p:sp>
        <p:nvSpPr>
          <p:cNvPr id="3" name="Arrow: Curved Left 2">
            <a:extLst>
              <a:ext uri="{FF2B5EF4-FFF2-40B4-BE49-F238E27FC236}">
                <a16:creationId xmlns:a16="http://schemas.microsoft.com/office/drawing/2014/main" id="{0E83CD6F-5A39-4D17-8F4B-1BBA5723B050}"/>
              </a:ext>
            </a:extLst>
          </p:cNvPr>
          <p:cNvSpPr/>
          <p:nvPr/>
        </p:nvSpPr>
        <p:spPr>
          <a:xfrm>
            <a:off x="2873266" y="3143436"/>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urved Left 3">
            <a:extLst>
              <a:ext uri="{FF2B5EF4-FFF2-40B4-BE49-F238E27FC236}">
                <a16:creationId xmlns:a16="http://schemas.microsoft.com/office/drawing/2014/main" id="{11A2BCBA-F237-E2FF-6B92-BF411D9835CD}"/>
              </a:ext>
            </a:extLst>
          </p:cNvPr>
          <p:cNvSpPr/>
          <p:nvPr/>
        </p:nvSpPr>
        <p:spPr>
          <a:xfrm>
            <a:off x="2873266" y="3922970"/>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49C1610-FBC4-6616-8CDC-A679A5BDCF46}"/>
                  </a:ext>
                </a:extLst>
              </p:cNvPr>
              <p:cNvSpPr txBox="1"/>
              <p:nvPr/>
            </p:nvSpPr>
            <p:spPr>
              <a:xfrm>
                <a:off x="3327236" y="3206839"/>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5" name="TextBox 4">
                <a:extLst>
                  <a:ext uri="{FF2B5EF4-FFF2-40B4-BE49-F238E27FC236}">
                    <a16:creationId xmlns:a16="http://schemas.microsoft.com/office/drawing/2014/main" id="{649C1610-FBC4-6616-8CDC-A679A5BDCF46}"/>
                  </a:ext>
                </a:extLst>
              </p:cNvPr>
              <p:cNvSpPr txBox="1">
                <a:spLocks noRot="1" noChangeAspect="1" noMove="1" noResize="1" noEditPoints="1" noAdjustHandles="1" noChangeArrowheads="1" noChangeShapeType="1" noTextEdit="1"/>
              </p:cNvSpPr>
              <p:nvPr/>
            </p:nvSpPr>
            <p:spPr>
              <a:xfrm>
                <a:off x="3327236" y="3206839"/>
                <a:ext cx="606256" cy="369332"/>
              </a:xfrm>
              <a:prstGeom prst="rect">
                <a:avLst/>
              </a:prstGeom>
              <a:blipFill>
                <a:blip r:embed="rId1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153D834-D4B2-2519-FCFA-A51DE6B6DFF4}"/>
                  </a:ext>
                </a:extLst>
              </p:cNvPr>
              <p:cNvSpPr txBox="1"/>
              <p:nvPr/>
            </p:nvSpPr>
            <p:spPr>
              <a:xfrm>
                <a:off x="3308564" y="4054674"/>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7" name="TextBox 6">
                <a:extLst>
                  <a:ext uri="{FF2B5EF4-FFF2-40B4-BE49-F238E27FC236}">
                    <a16:creationId xmlns:a16="http://schemas.microsoft.com/office/drawing/2014/main" id="{E153D834-D4B2-2519-FCFA-A51DE6B6DFF4}"/>
                  </a:ext>
                </a:extLst>
              </p:cNvPr>
              <p:cNvSpPr txBox="1">
                <a:spLocks noRot="1" noChangeAspect="1" noMove="1" noResize="1" noEditPoints="1" noAdjustHandles="1" noChangeArrowheads="1" noChangeShapeType="1" noTextEdit="1"/>
              </p:cNvSpPr>
              <p:nvPr/>
            </p:nvSpPr>
            <p:spPr>
              <a:xfrm>
                <a:off x="3308564" y="4054674"/>
                <a:ext cx="606256" cy="369332"/>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4951BA2-4C55-425E-E17E-69662EEB388C}"/>
                  </a:ext>
                </a:extLst>
              </p:cNvPr>
              <p:cNvSpPr txBox="1"/>
              <p:nvPr/>
            </p:nvSpPr>
            <p:spPr>
              <a:xfrm>
                <a:off x="4721144" y="791366"/>
                <a:ext cx="3953326" cy="400110"/>
              </a:xfrm>
              <a:prstGeom prst="rect">
                <a:avLst/>
              </a:prstGeom>
              <a:noFill/>
            </p:spPr>
            <p:txBody>
              <a:bodyPr wrap="none" rtlCol="0">
                <a:spAutoFit/>
              </a:bodyPr>
              <a:lstStyle/>
              <a:p>
                <a:r>
                  <a:rPr lang="en-GB" sz="2000" dirty="0"/>
                  <a:t>Looking back at our powers of </a:t>
                </a:r>
                <a14:m>
                  <m:oMath xmlns:m="http://schemas.openxmlformats.org/officeDocument/2006/math">
                    <m:r>
                      <a:rPr lang="en-GB" sz="2000" i="1" dirty="0" smtClean="0">
                        <a:latin typeface="Cambria Math" panose="02040503050406030204" pitchFamily="18" charset="0"/>
                      </a:rPr>
                      <m:t>2</m:t>
                    </m:r>
                  </m:oMath>
                </a14:m>
                <a:r>
                  <a:rPr lang="en-GB" sz="2000" dirty="0"/>
                  <a:t>.</a:t>
                </a:r>
              </a:p>
            </p:txBody>
          </p:sp>
        </mc:Choice>
        <mc:Fallback xmlns="">
          <p:sp>
            <p:nvSpPr>
              <p:cNvPr id="16" name="TextBox 15">
                <a:extLst>
                  <a:ext uri="{FF2B5EF4-FFF2-40B4-BE49-F238E27FC236}">
                    <a16:creationId xmlns:a16="http://schemas.microsoft.com/office/drawing/2014/main" id="{04951BA2-4C55-425E-E17E-69662EEB388C}"/>
                  </a:ext>
                </a:extLst>
              </p:cNvPr>
              <p:cNvSpPr txBox="1">
                <a:spLocks noRot="1" noChangeAspect="1" noMove="1" noResize="1" noEditPoints="1" noAdjustHandles="1" noChangeArrowheads="1" noChangeShapeType="1" noTextEdit="1"/>
              </p:cNvSpPr>
              <p:nvPr/>
            </p:nvSpPr>
            <p:spPr>
              <a:xfrm>
                <a:off x="4721144" y="791366"/>
                <a:ext cx="3953326" cy="400110"/>
              </a:xfrm>
              <a:prstGeom prst="rect">
                <a:avLst/>
              </a:prstGeom>
              <a:blipFill>
                <a:blip r:embed="rId18"/>
                <a:stretch>
                  <a:fillRect l="-1541" t="-10769" r="-616" b="-2615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F716FCC-E9CF-2243-5119-391D2BD74B6F}"/>
                  </a:ext>
                </a:extLst>
              </p:cNvPr>
              <p:cNvSpPr txBox="1"/>
              <p:nvPr/>
            </p:nvSpPr>
            <p:spPr>
              <a:xfrm>
                <a:off x="4964906" y="5992740"/>
                <a:ext cx="3465802" cy="73424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2000" dirty="0">
                    <a:solidFill>
                      <a:schemeClr val="bg1"/>
                    </a:solidFill>
                    <a:cs typeface="Calibri" panose="020F0502020204030204" pitchFamily="34" charset="0"/>
                  </a:rPr>
                  <a:t>This is true for any value as </a:t>
                </a:r>
                <a:endParaRPr lang="en-US" sz="2000" dirty="0">
                  <a:solidFill>
                    <a:schemeClr val="bg1"/>
                  </a:solidFill>
                  <a:cs typeface="Calibri" panose="020F0502020204030204" pitchFamily="34" charset="0"/>
                </a:endParaRPr>
              </a:p>
              <a:p>
                <a:pPr algn="ctr"/>
                <a14:m>
                  <m:oMathPara xmlns:m="http://schemas.openxmlformats.org/officeDocument/2006/math">
                    <m:oMathParaPr>
                      <m:jc m:val="centerGroup"/>
                    </m:oMathParaPr>
                    <m:oMath xmlns:m="http://schemas.openxmlformats.org/officeDocument/2006/math">
                      <m:sSup>
                        <m:sSupPr>
                          <m:ctrlPr>
                            <a:rPr lang="en-GB" sz="2000" i="1" smtClean="0">
                              <a:latin typeface="Cambria Math" panose="02040503050406030204" pitchFamily="18" charset="0"/>
                            </a:rPr>
                          </m:ctrlPr>
                        </m:sSupPr>
                        <m:e>
                          <m:r>
                            <a:rPr lang="en-GB" sz="2000" b="0" i="1" smtClean="0">
                              <a:latin typeface="Cambria Math" panose="02040503050406030204" pitchFamily="18" charset="0"/>
                            </a:rPr>
                            <m:t>𝑎</m:t>
                          </m:r>
                        </m:e>
                        <m:sup>
                          <m:r>
                            <a:rPr lang="en-GB" sz="2000" b="0" i="1" smtClean="0">
                              <a:latin typeface="Cambria Math" panose="02040503050406030204" pitchFamily="18" charset="0"/>
                            </a:rPr>
                            <m:t>𝑛</m:t>
                          </m:r>
                        </m:sup>
                      </m:sSup>
                      <m:r>
                        <a:rPr lang="en-GB" sz="2000" i="1">
                          <a:latin typeface="Cambria Math" panose="02040503050406030204" pitchFamily="18" charset="0"/>
                        </a:rPr>
                        <m:t>×</m:t>
                      </m:r>
                      <m:sSup>
                        <m:sSupPr>
                          <m:ctrlPr>
                            <a:rPr lang="en-GB" sz="2000" i="1" smtClean="0">
                              <a:latin typeface="Cambria Math" panose="02040503050406030204" pitchFamily="18" charset="0"/>
                            </a:rPr>
                          </m:ctrlPr>
                        </m:sSupPr>
                        <m:e>
                          <m:r>
                            <a:rPr lang="en-GB" sz="2000" b="0" i="1" smtClean="0">
                              <a:latin typeface="Cambria Math" panose="02040503050406030204" pitchFamily="18" charset="0"/>
                            </a:rPr>
                            <m:t>𝑎</m:t>
                          </m:r>
                        </m:e>
                        <m:sup>
                          <m:r>
                            <a:rPr lang="en-GB" sz="2000" i="1">
                              <a:latin typeface="Cambria Math" panose="02040503050406030204" pitchFamily="18" charset="0"/>
                            </a:rPr>
                            <m:t>−</m:t>
                          </m:r>
                          <m:r>
                            <a:rPr lang="en-GB" sz="2000" b="0" i="1" smtClean="0">
                              <a:latin typeface="Cambria Math" panose="02040503050406030204" pitchFamily="18" charset="0"/>
                            </a:rPr>
                            <m:t>𝑛</m:t>
                          </m:r>
                        </m:sup>
                      </m:sSup>
                      <m:r>
                        <a:rPr lang="en-GB" sz="2000" i="1">
                          <a:latin typeface="Cambria Math" panose="02040503050406030204" pitchFamily="18" charset="0"/>
                        </a:rPr>
                        <m:t>=</m:t>
                      </m:r>
                      <m:sSup>
                        <m:sSupPr>
                          <m:ctrlPr>
                            <a:rPr lang="en-GB" sz="2000" i="1">
                              <a:latin typeface="Cambria Math" panose="02040503050406030204" pitchFamily="18" charset="0"/>
                            </a:rPr>
                          </m:ctrlPr>
                        </m:sSupPr>
                        <m:e>
                          <m:r>
                            <a:rPr lang="en-GB" sz="2000" b="0" i="1" smtClean="0">
                              <a:latin typeface="Cambria Math" panose="02040503050406030204" pitchFamily="18" charset="0"/>
                            </a:rPr>
                            <m:t>𝑎</m:t>
                          </m:r>
                        </m:e>
                        <m:sup>
                          <m:r>
                            <a:rPr lang="en-GB" sz="2000" i="1">
                              <a:latin typeface="Cambria Math" panose="02040503050406030204" pitchFamily="18" charset="0"/>
                            </a:rPr>
                            <m:t>0</m:t>
                          </m:r>
                        </m:sup>
                      </m:sSup>
                      <m:r>
                        <a:rPr lang="en-GB" sz="2000" i="1">
                          <a:latin typeface="Cambria Math" panose="02040503050406030204" pitchFamily="18" charset="0"/>
                        </a:rPr>
                        <m:t>=1</m:t>
                      </m:r>
                    </m:oMath>
                  </m:oMathPara>
                </a14:m>
                <a:endParaRPr lang="en-GB" sz="2000" dirty="0"/>
              </a:p>
            </p:txBody>
          </p:sp>
        </mc:Choice>
        <mc:Fallback xmlns="">
          <p:sp>
            <p:nvSpPr>
              <p:cNvPr id="20" name="TextBox 19">
                <a:extLst>
                  <a:ext uri="{FF2B5EF4-FFF2-40B4-BE49-F238E27FC236}">
                    <a16:creationId xmlns:a16="http://schemas.microsoft.com/office/drawing/2014/main" id="{DF716FCC-E9CF-2243-5119-391D2BD74B6F}"/>
                  </a:ext>
                </a:extLst>
              </p:cNvPr>
              <p:cNvSpPr txBox="1">
                <a:spLocks noRot="1" noChangeAspect="1" noMove="1" noResize="1" noEditPoints="1" noAdjustHandles="1" noChangeArrowheads="1" noChangeShapeType="1" noTextEdit="1"/>
              </p:cNvSpPr>
              <p:nvPr/>
            </p:nvSpPr>
            <p:spPr>
              <a:xfrm>
                <a:off x="4964906" y="5992740"/>
                <a:ext cx="3465802" cy="734240"/>
              </a:xfrm>
              <a:prstGeom prst="rect">
                <a:avLst/>
              </a:prstGeom>
              <a:blipFill>
                <a:blip r:embed="rId19"/>
                <a:stretch>
                  <a:fillRect t="-3200" r="-1571"/>
                </a:stretch>
              </a:blipFill>
            </p:spPr>
            <p:txBody>
              <a:bodyPr/>
              <a:lstStyle/>
              <a:p>
                <a:r>
                  <a:rPr lang="en-GB">
                    <a:noFill/>
                  </a:rPr>
                  <a:t> </a:t>
                </a:r>
              </a:p>
            </p:txBody>
          </p:sp>
        </mc:Fallback>
      </mc:AlternateContent>
      <p:sp>
        <p:nvSpPr>
          <p:cNvPr id="51" name="Rectangle 50">
            <a:extLst>
              <a:ext uri="{FF2B5EF4-FFF2-40B4-BE49-F238E27FC236}">
                <a16:creationId xmlns:a16="http://schemas.microsoft.com/office/drawing/2014/main" id="{6F1EC811-82A9-1E6C-0D0B-53D503E26F03}"/>
              </a:ext>
            </a:extLst>
          </p:cNvPr>
          <p:cNvSpPr/>
          <p:nvPr/>
        </p:nvSpPr>
        <p:spPr>
          <a:xfrm>
            <a:off x="4336286" y="5132458"/>
            <a:ext cx="4666583" cy="161146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7" name="Arrow: Curved Left 16">
            <a:extLst>
              <a:ext uri="{FF2B5EF4-FFF2-40B4-BE49-F238E27FC236}">
                <a16:creationId xmlns:a16="http://schemas.microsoft.com/office/drawing/2014/main" id="{34B8C46E-5F7D-B31D-8314-F4D2F6C9AAE8}"/>
              </a:ext>
            </a:extLst>
          </p:cNvPr>
          <p:cNvSpPr/>
          <p:nvPr/>
        </p:nvSpPr>
        <p:spPr>
          <a:xfrm>
            <a:off x="2891904" y="4638415"/>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C1FF08D-AC1C-6CF7-7B1F-0435A6A219FB}"/>
                  </a:ext>
                </a:extLst>
              </p:cNvPr>
              <p:cNvSpPr txBox="1"/>
              <p:nvPr/>
            </p:nvSpPr>
            <p:spPr>
              <a:xfrm>
                <a:off x="3327202" y="4770119"/>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18" name="TextBox 17">
                <a:extLst>
                  <a:ext uri="{FF2B5EF4-FFF2-40B4-BE49-F238E27FC236}">
                    <a16:creationId xmlns:a16="http://schemas.microsoft.com/office/drawing/2014/main" id="{1C1FF08D-AC1C-6CF7-7B1F-0435A6A219FB}"/>
                  </a:ext>
                </a:extLst>
              </p:cNvPr>
              <p:cNvSpPr txBox="1">
                <a:spLocks noRot="1" noChangeAspect="1" noMove="1" noResize="1" noEditPoints="1" noAdjustHandles="1" noChangeArrowheads="1" noChangeShapeType="1" noTextEdit="1"/>
              </p:cNvSpPr>
              <p:nvPr/>
            </p:nvSpPr>
            <p:spPr>
              <a:xfrm>
                <a:off x="3327202" y="4770119"/>
                <a:ext cx="606256" cy="369332"/>
              </a:xfrm>
              <a:prstGeom prst="rect">
                <a:avLst/>
              </a:prstGeom>
              <a:blipFill>
                <a:blip r:embed="rId20"/>
                <a:stretch>
                  <a:fillRect/>
                </a:stretch>
              </a:blipFill>
            </p:spPr>
            <p:txBody>
              <a:bodyPr/>
              <a:lstStyle/>
              <a:p>
                <a:r>
                  <a:rPr lang="en-GB">
                    <a:noFill/>
                  </a:rPr>
                  <a:t> </a:t>
                </a:r>
              </a:p>
            </p:txBody>
          </p:sp>
        </mc:Fallback>
      </mc:AlternateContent>
      <p:sp>
        <p:nvSpPr>
          <p:cNvPr id="21" name="Arrow: Curved Left 20">
            <a:extLst>
              <a:ext uri="{FF2B5EF4-FFF2-40B4-BE49-F238E27FC236}">
                <a16:creationId xmlns:a16="http://schemas.microsoft.com/office/drawing/2014/main" id="{5B461E8F-97BC-EE4F-698D-9764DE79DFE4}"/>
              </a:ext>
            </a:extLst>
          </p:cNvPr>
          <p:cNvSpPr/>
          <p:nvPr/>
        </p:nvSpPr>
        <p:spPr>
          <a:xfrm>
            <a:off x="2929657" y="5371622"/>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5850473-2E02-DB0C-074F-6727290E8243}"/>
                  </a:ext>
                </a:extLst>
              </p:cNvPr>
              <p:cNvSpPr txBox="1"/>
              <p:nvPr/>
            </p:nvSpPr>
            <p:spPr>
              <a:xfrm>
                <a:off x="3364955" y="5503326"/>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25" name="TextBox 24">
                <a:extLst>
                  <a:ext uri="{FF2B5EF4-FFF2-40B4-BE49-F238E27FC236}">
                    <a16:creationId xmlns:a16="http://schemas.microsoft.com/office/drawing/2014/main" id="{C5850473-2E02-DB0C-074F-6727290E8243}"/>
                  </a:ext>
                </a:extLst>
              </p:cNvPr>
              <p:cNvSpPr txBox="1">
                <a:spLocks noRot="1" noChangeAspect="1" noMove="1" noResize="1" noEditPoints="1" noAdjustHandles="1" noChangeArrowheads="1" noChangeShapeType="1" noTextEdit="1"/>
              </p:cNvSpPr>
              <p:nvPr/>
            </p:nvSpPr>
            <p:spPr>
              <a:xfrm>
                <a:off x="3364955" y="5503326"/>
                <a:ext cx="606256" cy="369332"/>
              </a:xfrm>
              <a:prstGeom prst="rect">
                <a:avLst/>
              </a:prstGeom>
              <a:blipFill>
                <a:blip r:embed="rId21"/>
                <a:stretch>
                  <a:fillRect/>
                </a:stretch>
              </a:blipFill>
            </p:spPr>
            <p:txBody>
              <a:bodyPr/>
              <a:lstStyle/>
              <a:p>
                <a:r>
                  <a:rPr lang="en-GB">
                    <a:noFill/>
                  </a:rPr>
                  <a:t> </a:t>
                </a:r>
              </a:p>
            </p:txBody>
          </p:sp>
        </mc:Fallback>
      </mc:AlternateContent>
      <p:sp>
        <p:nvSpPr>
          <p:cNvPr id="27" name="Arrow: Curved Left 26">
            <a:extLst>
              <a:ext uri="{FF2B5EF4-FFF2-40B4-BE49-F238E27FC236}">
                <a16:creationId xmlns:a16="http://schemas.microsoft.com/office/drawing/2014/main" id="{58DDF99B-6B45-0865-92F0-E44E54659A03}"/>
              </a:ext>
            </a:extLst>
          </p:cNvPr>
          <p:cNvSpPr/>
          <p:nvPr/>
        </p:nvSpPr>
        <p:spPr>
          <a:xfrm>
            <a:off x="2927680" y="6040516"/>
            <a:ext cx="453970" cy="621118"/>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6DC03DEE-9B65-45BA-9E5A-FF3B401DF42A}"/>
                  </a:ext>
                </a:extLst>
              </p:cNvPr>
              <p:cNvSpPr txBox="1"/>
              <p:nvPr/>
            </p:nvSpPr>
            <p:spPr>
              <a:xfrm>
                <a:off x="3362978" y="6172220"/>
                <a:ext cx="60625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2</m:t>
                      </m:r>
                    </m:oMath>
                  </m:oMathPara>
                </a14:m>
                <a:endParaRPr lang="en-GB" dirty="0"/>
              </a:p>
            </p:txBody>
          </p:sp>
        </mc:Choice>
        <mc:Fallback xmlns="">
          <p:sp>
            <p:nvSpPr>
              <p:cNvPr id="28" name="TextBox 27">
                <a:extLst>
                  <a:ext uri="{FF2B5EF4-FFF2-40B4-BE49-F238E27FC236}">
                    <a16:creationId xmlns:a16="http://schemas.microsoft.com/office/drawing/2014/main" id="{6DC03DEE-9B65-45BA-9E5A-FF3B401DF42A}"/>
                  </a:ext>
                </a:extLst>
              </p:cNvPr>
              <p:cNvSpPr txBox="1">
                <a:spLocks noRot="1" noChangeAspect="1" noMove="1" noResize="1" noEditPoints="1" noAdjustHandles="1" noChangeArrowheads="1" noChangeShapeType="1" noTextEdit="1"/>
              </p:cNvSpPr>
              <p:nvPr/>
            </p:nvSpPr>
            <p:spPr>
              <a:xfrm>
                <a:off x="3362978" y="6172220"/>
                <a:ext cx="606256" cy="369332"/>
              </a:xfrm>
              <a:prstGeom prst="rect">
                <a:avLst/>
              </a:prstGeom>
              <a:blipFill>
                <a:blip r:embed="rId2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521023486"/>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2"/>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hidden"/>
                                      </p:to>
                                    </p:set>
                                  </p:childTnLst>
                                </p:cTn>
                              </p:par>
                              <p:par>
                                <p:cTn id="7" presetID="22" presetClass="entr" presetSubtype="1"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animEffect transition="in" filter="wipe(up)">
                                      <p:cBhvr>
                                        <p:cTn id="9" dur="500"/>
                                        <p:tgtEl>
                                          <p:spTgt spid="17"/>
                                        </p:tgtEl>
                                      </p:cBhvr>
                                    </p:animEffect>
                                  </p:childTnLst>
                                </p:cTn>
                              </p:par>
                              <p:par>
                                <p:cTn id="10" presetID="22" presetClass="entr" presetSubtype="1"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up)">
                                      <p:cBhvr>
                                        <p:cTn id="12" dur="500"/>
                                        <p:tgtEl>
                                          <p:spTgt spid="18"/>
                                        </p:tgtEl>
                                      </p:cBhvr>
                                    </p:animEffect>
                                  </p:childTnLst>
                                </p:cTn>
                              </p:par>
                            </p:childTnLst>
                          </p:cTn>
                        </p:par>
                      </p:childTnLst>
                    </p:cTn>
                  </p:par>
                </p:childTnLst>
              </p:cTn>
              <p:nextCondLst>
                <p:cond evt="onClick" delay="0">
                  <p:tgtEl>
                    <p:spTgt spid="22"/>
                  </p:tgtEl>
                </p:cond>
              </p:nextCondLst>
            </p:seq>
            <p:seq concurrent="1" nextAc="seek">
              <p:cTn id="13" restart="whenNotActive" fill="hold" evtFilter="cancelBubble" nodeType="interactiveSeq">
                <p:stCondLst>
                  <p:cond evt="onClick" delay="0">
                    <p:tgtEl>
                      <p:spTgt spid="23"/>
                    </p:tgtEl>
                  </p:cond>
                </p:stCondLst>
                <p:endSync evt="end" delay="0">
                  <p:rtn val="all"/>
                </p:endSync>
                <p:childTnLst>
                  <p:par>
                    <p:cTn id="14" fill="hold">
                      <p:stCondLst>
                        <p:cond delay="0"/>
                      </p:stCondLst>
                      <p:childTnLst>
                        <p:par>
                          <p:cTn id="15" fill="hold">
                            <p:stCondLst>
                              <p:cond delay="0"/>
                            </p:stCondLst>
                            <p:childTnLst>
                              <p:par>
                                <p:cTn id="16" presetID="1" presetClass="exit" presetSubtype="0" fill="hold" grpId="0" nodeType="clickEffect">
                                  <p:stCondLst>
                                    <p:cond delay="0"/>
                                  </p:stCondLst>
                                  <p:childTnLst>
                                    <p:set>
                                      <p:cBhvr>
                                        <p:cTn id="17" dur="1" fill="hold">
                                          <p:stCondLst>
                                            <p:cond delay="0"/>
                                          </p:stCondLst>
                                        </p:cTn>
                                        <p:tgtEl>
                                          <p:spTgt spid="23"/>
                                        </p:tgtEl>
                                        <p:attrNameLst>
                                          <p:attrName>style.visibility</p:attrName>
                                        </p:attrNameLst>
                                      </p:cBhvr>
                                      <p:to>
                                        <p:strVal val="hidden"/>
                                      </p:to>
                                    </p:set>
                                  </p:childTnLst>
                                </p:cTn>
                              </p:par>
                              <p:par>
                                <p:cTn id="18" presetID="22" presetClass="entr" presetSubtype="1"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wipe(up)">
                                      <p:cBhvr>
                                        <p:cTn id="20" dur="500"/>
                                        <p:tgtEl>
                                          <p:spTgt spid="21"/>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up)">
                                      <p:cBhvr>
                                        <p:cTn id="23" dur="500"/>
                                        <p:tgtEl>
                                          <p:spTgt spid="25"/>
                                        </p:tgtEl>
                                      </p:cBhvr>
                                    </p:animEffect>
                                  </p:childTnLst>
                                </p:cTn>
                              </p:par>
                            </p:childTnLst>
                          </p:cTn>
                        </p:par>
                      </p:childTnLst>
                    </p:cTn>
                  </p:par>
                </p:childTnLst>
              </p:cTn>
              <p:nextCondLst>
                <p:cond evt="onClick" delay="0">
                  <p:tgtEl>
                    <p:spTgt spid="23"/>
                  </p:tgtEl>
                </p:cond>
              </p:nextCondLst>
            </p:seq>
            <p:seq concurrent="1" nextAc="seek">
              <p:cTn id="24" restart="whenNotActive" fill="hold" evtFilter="cancelBubble" nodeType="interactiveSeq">
                <p:stCondLst>
                  <p:cond evt="onClick" delay="0">
                    <p:tgtEl>
                      <p:spTgt spid="24"/>
                    </p:tgtEl>
                  </p:cond>
                </p:stCondLst>
                <p:endSync evt="end" delay="0">
                  <p:rtn val="all"/>
                </p:endSync>
                <p:childTnLst>
                  <p:par>
                    <p:cTn id="25" fill="hold">
                      <p:stCondLst>
                        <p:cond delay="0"/>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hidden"/>
                                      </p:to>
                                    </p:set>
                                  </p:childTnLst>
                                </p:cTn>
                              </p:par>
                              <p:par>
                                <p:cTn id="29" presetID="22" presetClass="entr" presetSubtype="1"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up)">
                                      <p:cBhvr>
                                        <p:cTn id="31" dur="500"/>
                                        <p:tgtEl>
                                          <p:spTgt spid="27"/>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up)">
                                      <p:cBhvr>
                                        <p:cTn id="34" dur="500"/>
                                        <p:tgtEl>
                                          <p:spTgt spid="28"/>
                                        </p:tgtEl>
                                      </p:cBhvr>
                                    </p:animEffect>
                                  </p:childTnLst>
                                </p:cTn>
                              </p:par>
                              <p:par>
                                <p:cTn id="35" presetID="1" presetClass="entr" presetSubtype="0" fill="hold" grpId="2" nodeType="with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childTnLst>
              </p:cTn>
              <p:nextCondLst>
                <p:cond evt="onClick" delay="0">
                  <p:tgtEl>
                    <p:spTgt spid="24"/>
                  </p:tgtEl>
                </p:cond>
              </p:nextCondLst>
            </p:seq>
            <p:seq concurrent="1" nextAc="seek">
              <p:cTn id="45" restart="whenNotActive" fill="hold" evtFilter="cancelBubble" nodeType="interactiveSeq">
                <p:stCondLst>
                  <p:cond evt="onClick" delay="0">
                    <p:tgtEl>
                      <p:spTgt spid="38"/>
                    </p:tgtEl>
                  </p:cond>
                </p:stCondLst>
                <p:endSync evt="end" delay="0">
                  <p:rtn val="all"/>
                </p:endSync>
                <p:childTnLst>
                  <p:par>
                    <p:cTn id="46" fill="hold">
                      <p:stCondLst>
                        <p:cond delay="0"/>
                      </p:stCondLst>
                      <p:childTnLst>
                        <p:par>
                          <p:cTn id="47" fill="hold">
                            <p:stCondLst>
                              <p:cond delay="0"/>
                            </p:stCondLst>
                            <p:childTnLst>
                              <p:par>
                                <p:cTn id="48" presetID="1" presetClass="exit" presetSubtype="0" fill="hold" grpId="0" nodeType="clickEffect">
                                  <p:stCondLst>
                                    <p:cond delay="0"/>
                                  </p:stCondLst>
                                  <p:childTnLst>
                                    <p:set>
                                      <p:cBhvr>
                                        <p:cTn id="49" dur="1" fill="hold">
                                          <p:stCondLst>
                                            <p:cond delay="0"/>
                                          </p:stCondLst>
                                        </p:cTn>
                                        <p:tgtEl>
                                          <p:spTgt spid="38"/>
                                        </p:tgtEl>
                                        <p:attrNameLst>
                                          <p:attrName>style.visibility</p:attrName>
                                        </p:attrNameLst>
                                      </p:cBhvr>
                                      <p:to>
                                        <p:strVal val="hidden"/>
                                      </p:to>
                                    </p:set>
                                  </p:childTnLst>
                                </p:cTn>
                              </p:par>
                              <p:par>
                                <p:cTn id="50" presetID="1" presetClass="entr" presetSubtype="0" fill="hold" grpId="0" nodeType="withEffect">
                                  <p:stCondLst>
                                    <p:cond delay="0"/>
                                  </p:stCondLst>
                                  <p:childTnLst>
                                    <p:set>
                                      <p:cBhvr>
                                        <p:cTn id="51" dur="1" fill="hold">
                                          <p:stCondLst>
                                            <p:cond delay="0"/>
                                          </p:stCondLst>
                                        </p:cTn>
                                        <p:tgtEl>
                                          <p:spTgt spid="47"/>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5"/>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7"/>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36"/>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44"/>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childTnLst>
                                </p:cTn>
                              </p:par>
                            </p:childTnLst>
                          </p:cTn>
                        </p:par>
                      </p:childTnLst>
                    </p:cTn>
                  </p:par>
                </p:childTnLst>
              </p:cTn>
              <p:nextCondLst>
                <p:cond evt="onClick" delay="0">
                  <p:tgtEl>
                    <p:spTgt spid="38"/>
                  </p:tgtEl>
                </p:cond>
              </p:nextCondLst>
            </p:seq>
            <p:seq concurrent="1" nextAc="seek">
              <p:cTn id="72" restart="whenNotActive" fill="hold" evtFilter="cancelBubble" nodeType="interactiveSeq">
                <p:stCondLst>
                  <p:cond evt="onClick" delay="0">
                    <p:tgtEl>
                      <p:spTgt spid="47"/>
                    </p:tgtEl>
                  </p:cond>
                </p:stCondLst>
                <p:endSync evt="end" delay="0">
                  <p:rtn val="all"/>
                </p:endSync>
                <p:childTnLst>
                  <p:par>
                    <p:cTn id="73" fill="hold">
                      <p:stCondLst>
                        <p:cond delay="0"/>
                      </p:stCondLst>
                      <p:childTnLst>
                        <p:par>
                          <p:cTn id="74" fill="hold">
                            <p:stCondLst>
                              <p:cond delay="0"/>
                            </p:stCondLst>
                            <p:childTnLst>
                              <p:par>
                                <p:cTn id="75" presetID="1" presetClass="exit" presetSubtype="0" fill="hold" grpId="1" nodeType="clickEffect">
                                  <p:stCondLst>
                                    <p:cond delay="0"/>
                                  </p:stCondLst>
                                  <p:childTnLst>
                                    <p:set>
                                      <p:cBhvr>
                                        <p:cTn id="76" dur="1" fill="hold">
                                          <p:stCondLst>
                                            <p:cond delay="0"/>
                                          </p:stCondLst>
                                        </p:cTn>
                                        <p:tgtEl>
                                          <p:spTgt spid="47"/>
                                        </p:tgtEl>
                                        <p:attrNameLst>
                                          <p:attrName>style.visibility</p:attrName>
                                        </p:attrNameLst>
                                      </p:cBhvr>
                                      <p:to>
                                        <p:strVal val="hidden"/>
                                      </p:to>
                                    </p:set>
                                  </p:childTnLst>
                                </p:cTn>
                              </p:par>
                              <p:par>
                                <p:cTn id="77" presetID="1" presetClass="exit"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38"/>
                                        </p:tgtEl>
                                        <p:attrNameLst>
                                          <p:attrName>style.visibility</p:attrName>
                                        </p:attrNameLst>
                                      </p:cBhvr>
                                      <p:to>
                                        <p:strVal val="hidden"/>
                                      </p:to>
                                    </p:set>
                                  </p:childTnLst>
                                </p:cTn>
                              </p:par>
                            </p:childTnLst>
                          </p:cTn>
                        </p:par>
                      </p:childTnLst>
                    </p:cTn>
                  </p:par>
                </p:childTnLst>
              </p:cTn>
              <p:nextCondLst>
                <p:cond evt="onClick" delay="0">
                  <p:tgtEl>
                    <p:spTgt spid="47"/>
                  </p:tgtEl>
                </p:cond>
              </p:nextCondLst>
            </p:seq>
            <p:seq concurrent="1" nextAc="seek">
              <p:cTn id="81" restart="whenNotActive" fill="hold" evtFilter="cancelBubble" nodeType="interactiveSeq">
                <p:stCondLst>
                  <p:cond evt="onClick" delay="0">
                    <p:tgtEl>
                      <p:spTgt spid="51"/>
                    </p:tgtEl>
                  </p:cond>
                </p:stCondLst>
                <p:endSync evt="end" delay="0">
                  <p:rtn val="all"/>
                </p:endSync>
                <p:childTnLst>
                  <p:par>
                    <p:cTn id="82" fill="hold">
                      <p:stCondLst>
                        <p:cond delay="0"/>
                      </p:stCondLst>
                      <p:childTnLst>
                        <p:par>
                          <p:cTn id="83" fill="hold">
                            <p:stCondLst>
                              <p:cond delay="0"/>
                            </p:stCondLst>
                            <p:childTnLst>
                              <p:par>
                                <p:cTn id="84" presetID="1" presetClass="exit" presetSubtype="0" fill="hold" grpId="0" nodeType="clickEffect">
                                  <p:stCondLst>
                                    <p:cond delay="0"/>
                                  </p:stCondLst>
                                  <p:childTnLst>
                                    <p:set>
                                      <p:cBhvr>
                                        <p:cTn id="85" dur="1" fill="hold">
                                          <p:stCondLst>
                                            <p:cond delay="0"/>
                                          </p:stCondLst>
                                        </p:cTn>
                                        <p:tgtEl>
                                          <p:spTgt spid="51"/>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51"/>
                                        </p:tgtEl>
                                        <p:attrNameLst>
                                          <p:attrName>style.visibility</p:attrName>
                                        </p:attrNameLst>
                                      </p:cBhvr>
                                      <p:to>
                                        <p:strVal val="hidden"/>
                                      </p:to>
                                    </p:set>
                                  </p:childTnLst>
                                </p:cTn>
                              </p:par>
                            </p:childTnLst>
                          </p:cTn>
                        </p:par>
                      </p:childTnLst>
                    </p:cTn>
                  </p:par>
                </p:childTnLst>
              </p:cTn>
              <p:nextCondLst>
                <p:cond evt="onClick" delay="0">
                  <p:tgtEl>
                    <p:spTgt spid="51"/>
                  </p:tgtEl>
                </p:cond>
              </p:nextCondLst>
            </p:seq>
          </p:childTnLst>
        </p:cTn>
      </p:par>
    </p:tnLst>
    <p:bldLst>
      <p:bldP spid="26" grpId="0" animBg="1"/>
      <p:bldP spid="22" grpId="0" animBg="1"/>
      <p:bldP spid="23" grpId="0" animBg="1"/>
      <p:bldP spid="24" grpId="0" animBg="1"/>
      <p:bldP spid="35" grpId="0" animBg="1"/>
      <p:bldP spid="36" grpId="0" animBg="1"/>
      <p:bldP spid="37" grpId="0" animBg="1"/>
      <p:bldP spid="38" grpId="0" animBg="1"/>
      <p:bldP spid="38" grpId="1" animBg="1"/>
      <p:bldP spid="39" grpId="0" animBg="1"/>
      <p:bldP spid="44" grpId="0"/>
      <p:bldP spid="45" grpId="0"/>
      <p:bldP spid="46" grpId="0"/>
      <p:bldP spid="47" grpId="0" animBg="1"/>
      <p:bldP spid="47" grpId="1" animBg="1"/>
      <p:bldP spid="49" grpId="0" animBg="1"/>
      <p:bldP spid="50" grpId="0"/>
      <p:bldP spid="3" grpId="0" animBg="1"/>
      <p:bldP spid="4" grpId="0" animBg="1"/>
      <p:bldP spid="5" grpId="0"/>
      <p:bldP spid="7" grpId="0"/>
      <p:bldP spid="20" grpId="0" animBg="1"/>
      <p:bldP spid="51" grpId="0" animBg="1"/>
      <p:bldP spid="51" grpId="1" animBg="1"/>
      <p:bldP spid="51" grpId="2" animBg="1"/>
      <p:bldP spid="17" grpId="0" animBg="1"/>
      <p:bldP spid="18" grpId="0"/>
      <p:bldP spid="21" grpId="0" animBg="1"/>
      <p:bldP spid="25" grpId="0"/>
      <p:bldP spid="27" grpId="0" animBg="1"/>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D2CDD-562D-8035-4195-AF69204E088E}"/>
              </a:ext>
            </a:extLst>
          </p:cNvPr>
          <p:cNvSpPr>
            <a:spLocks noGrp="1"/>
          </p:cNvSpPr>
          <p:nvPr>
            <p:ph type="title"/>
          </p:nvPr>
        </p:nvSpPr>
        <p:spPr/>
        <p:txBody>
          <a:bodyPr/>
          <a:lstStyle/>
          <a:p>
            <a:r>
              <a:rPr lang="en-GB" dirty="0"/>
              <a:t>The Big Idea: Negative Indices</a:t>
            </a:r>
          </a:p>
        </p:txBody>
      </p:sp>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120F9C8-79D2-1120-0B8E-31B6E74020A5}"/>
                  </a:ext>
                </a:extLst>
              </p:cNvPr>
              <p:cNvGraphicFramePr>
                <a:graphicFrameLocks noGrp="1"/>
              </p:cNvGraphicFramePr>
              <p:nvPr>
                <p:extLst>
                  <p:ext uri="{D42A27DB-BD31-4B8C-83A1-F6EECF244321}">
                    <p14:modId xmlns:p14="http://schemas.microsoft.com/office/powerpoint/2010/main" val="881625560"/>
                  </p:ext>
                </p:extLst>
              </p:nvPr>
            </p:nvGraphicFramePr>
            <p:xfrm>
              <a:off x="1282574" y="1396999"/>
              <a:ext cx="6578850" cy="4690980"/>
            </p:xfrm>
            <a:graphic>
              <a:graphicData uri="http://schemas.openxmlformats.org/drawingml/2006/table">
                <a:tbl>
                  <a:tblPr firstRow="1" bandRow="1">
                    <a:tableStyleId>{5C22544A-7EE6-4342-B048-85BDC9FD1C3A}</a:tableStyleId>
                  </a:tblPr>
                  <a:tblGrid>
                    <a:gridCol w="2192950">
                      <a:extLst>
                        <a:ext uri="{9D8B030D-6E8A-4147-A177-3AD203B41FA5}">
                          <a16:colId xmlns:a16="http://schemas.microsoft.com/office/drawing/2014/main" val="3131674531"/>
                        </a:ext>
                      </a:extLst>
                    </a:gridCol>
                    <a:gridCol w="2192950">
                      <a:extLst>
                        <a:ext uri="{9D8B030D-6E8A-4147-A177-3AD203B41FA5}">
                          <a16:colId xmlns:a16="http://schemas.microsoft.com/office/drawing/2014/main" val="2593131771"/>
                        </a:ext>
                      </a:extLst>
                    </a:gridCol>
                    <a:gridCol w="2192950">
                      <a:extLst>
                        <a:ext uri="{9D8B030D-6E8A-4147-A177-3AD203B41FA5}">
                          <a16:colId xmlns:a16="http://schemas.microsoft.com/office/drawing/2014/main" val="3515014166"/>
                        </a:ext>
                      </a:extLst>
                    </a:gridCol>
                  </a:tblGrid>
                  <a:tr h="781830">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3</m:t>
                                    </m:r>
                                  </m:e>
                                  <m:sup>
                                    <m:r>
                                      <a:rPr lang="en-GB" sz="2000" b="0" i="1" smtClean="0">
                                        <a:solidFill>
                                          <a:schemeClr val="tx1"/>
                                        </a:solidFill>
                                        <a:latin typeface="Cambria Math" panose="02040503050406030204" pitchFamily="18" charset="0"/>
                                      </a:rPr>
                                      <m:t>2</m:t>
                                    </m:r>
                                  </m:sup>
                                </m:sSup>
                                <m:r>
                                  <a:rPr lang="en-GB" sz="2000" b="0" i="1" smtClean="0">
                                    <a:solidFill>
                                      <a:schemeClr val="tx1"/>
                                    </a:solidFill>
                                    <a:latin typeface="Cambria Math" panose="02040503050406030204" pitchFamily="18" charset="0"/>
                                  </a:rPr>
                                  <m:t>=9</m:t>
                                </m:r>
                              </m:oMath>
                            </m:oMathPara>
                          </a14:m>
                          <a:endParaRPr lang="en-GB" sz="2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4</m:t>
                                    </m:r>
                                  </m:e>
                                  <m:sup>
                                    <m:r>
                                      <a:rPr lang="en-GB" sz="2000" b="0" i="1" smtClean="0">
                                        <a:solidFill>
                                          <a:schemeClr val="tx1"/>
                                        </a:solidFill>
                                        <a:latin typeface="Cambria Math" panose="02040503050406030204" pitchFamily="18" charset="0"/>
                                      </a:rPr>
                                      <m:t>1</m:t>
                                    </m:r>
                                  </m:sup>
                                </m:sSup>
                                <m:r>
                                  <a:rPr lang="en-GB" sz="2000" b="0" i="1" smtClean="0">
                                    <a:solidFill>
                                      <a:schemeClr val="tx1"/>
                                    </a:solidFill>
                                    <a:latin typeface="Cambria Math" panose="02040503050406030204" pitchFamily="18" charset="0"/>
                                  </a:rPr>
                                  <m:t>=4</m:t>
                                </m:r>
                              </m:oMath>
                            </m:oMathPara>
                          </a14:m>
                          <a:endParaRPr lang="en-GB" sz="2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5</m:t>
                                    </m:r>
                                  </m:e>
                                  <m:sup>
                                    <m:r>
                                      <a:rPr lang="en-GB" sz="2000" b="0" i="1" smtClean="0">
                                        <a:solidFill>
                                          <a:schemeClr val="tx1"/>
                                        </a:solidFill>
                                        <a:latin typeface="Cambria Math" panose="02040503050406030204" pitchFamily="18" charset="0"/>
                                      </a:rPr>
                                      <m:t>5</m:t>
                                    </m:r>
                                  </m:sup>
                                </m:sSup>
                                <m:r>
                                  <a:rPr lang="en-GB" sz="2000" b="0" i="1" smtClean="0">
                                    <a:solidFill>
                                      <a:schemeClr val="tx1"/>
                                    </a:solidFill>
                                    <a:latin typeface="Cambria Math" panose="02040503050406030204" pitchFamily="18" charset="0"/>
                                  </a:rPr>
                                  <m:t>=3125</m:t>
                                </m:r>
                              </m:oMath>
                            </m:oMathPara>
                          </a14:m>
                          <a:endParaRPr lang="en-GB" sz="2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0230136"/>
                      </a:ext>
                    </a:extLst>
                  </a:tr>
                  <a:tr h="781830">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3</m:t>
                                    </m:r>
                                  </m:e>
                                  <m:sup>
                                    <m:r>
                                      <a:rPr lang="en-GB" sz="2000" b="0" i="1" smtClean="0">
                                        <a:solidFill>
                                          <a:schemeClr val="tx1"/>
                                        </a:solidFill>
                                        <a:latin typeface="Cambria Math" panose="02040503050406030204" pitchFamily="18" charset="0"/>
                                      </a:rPr>
                                      <m:t>1</m:t>
                                    </m:r>
                                  </m:sup>
                                </m:sSup>
                                <m:r>
                                  <a:rPr lang="en-GB" sz="2000" b="0" i="1" smtClean="0">
                                    <a:solidFill>
                                      <a:schemeClr val="tx1"/>
                                    </a:solidFill>
                                    <a:latin typeface="Cambria Math" panose="02040503050406030204" pitchFamily="18" charset="0"/>
                                  </a:rPr>
                                  <m:t>=3</m:t>
                                </m:r>
                              </m:oMath>
                            </m:oMathPara>
                          </a14:m>
                          <a:endParaRPr lang="en-GB" sz="2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4</m:t>
                                    </m:r>
                                  </m:e>
                                  <m:sup>
                                    <m:r>
                                      <a:rPr lang="en-GB" sz="2000" b="0" i="1" smtClean="0">
                                        <a:solidFill>
                                          <a:schemeClr val="tx1"/>
                                        </a:solidFill>
                                        <a:latin typeface="Cambria Math" panose="02040503050406030204" pitchFamily="18" charset="0"/>
                                      </a:rPr>
                                      <m:t>0</m:t>
                                    </m:r>
                                  </m:sup>
                                </m:sSup>
                                <m:r>
                                  <a:rPr lang="en-GB" sz="2000" b="0" i="1" smtClean="0">
                                    <a:solidFill>
                                      <a:schemeClr val="tx1"/>
                                    </a:solidFill>
                                    <a:latin typeface="Cambria Math" panose="02040503050406030204" pitchFamily="18" charset="0"/>
                                  </a:rPr>
                                  <m:t>=</m:t>
                                </m:r>
                                <m:r>
                                  <a:rPr lang="en-GB" sz="2000" b="1" i="1" smtClean="0">
                                    <a:solidFill>
                                      <a:schemeClr val="tx1"/>
                                    </a:solidFill>
                                    <a:latin typeface="Cambria Math" panose="02040503050406030204" pitchFamily="18" charset="0"/>
                                  </a:rPr>
                                  <m:t>𝟏</m:t>
                                </m:r>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5</m:t>
                                    </m:r>
                                  </m:e>
                                  <m:sup>
                                    <m:r>
                                      <a:rPr lang="en-GB" sz="2000" b="0" i="1" smtClean="0">
                                        <a:solidFill>
                                          <a:schemeClr val="tx1"/>
                                        </a:solidFill>
                                        <a:latin typeface="Cambria Math" panose="02040503050406030204" pitchFamily="18" charset="0"/>
                                      </a:rPr>
                                      <m:t>3</m:t>
                                    </m:r>
                                  </m:sup>
                                </m:sSup>
                                <m:r>
                                  <a:rPr lang="en-GB" sz="2000" b="0" i="1" smtClean="0">
                                    <a:solidFill>
                                      <a:schemeClr val="tx1"/>
                                    </a:solidFill>
                                    <a:latin typeface="Cambria Math" panose="02040503050406030204" pitchFamily="18" charset="0"/>
                                  </a:rPr>
                                  <m:t>=</m:t>
                                </m:r>
                                <m:r>
                                  <a:rPr lang="en-GB" sz="2000" b="1" i="1" smtClean="0">
                                    <a:solidFill>
                                      <a:schemeClr val="tx1"/>
                                    </a:solidFill>
                                    <a:latin typeface="Cambria Math" panose="02040503050406030204" pitchFamily="18" charset="0"/>
                                  </a:rPr>
                                  <m:t>𝟏𝟐𝟓</m:t>
                                </m:r>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620396"/>
                      </a:ext>
                    </a:extLst>
                  </a:tr>
                  <a:tr h="781830">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3</m:t>
                                    </m:r>
                                  </m:e>
                                  <m:sup>
                                    <m:r>
                                      <a:rPr lang="en-GB" sz="2000" b="0" i="1" smtClean="0">
                                        <a:solidFill>
                                          <a:schemeClr val="tx1"/>
                                        </a:solidFill>
                                        <a:latin typeface="Cambria Math" panose="02040503050406030204" pitchFamily="18" charset="0"/>
                                      </a:rPr>
                                      <m:t>0</m:t>
                                    </m:r>
                                  </m:sup>
                                </m:sSup>
                                <m:r>
                                  <a:rPr lang="en-GB" sz="2000" b="0" i="1" smtClean="0">
                                    <a:solidFill>
                                      <a:schemeClr val="tx1"/>
                                    </a:solidFill>
                                    <a:latin typeface="Cambria Math" panose="02040503050406030204" pitchFamily="18" charset="0"/>
                                  </a:rPr>
                                  <m:t>=</m:t>
                                </m:r>
                                <m:r>
                                  <a:rPr lang="en-GB" sz="2000" b="1" i="1" smtClean="0">
                                    <a:solidFill>
                                      <a:schemeClr val="tx1"/>
                                    </a:solidFill>
                                    <a:latin typeface="Cambria Math" panose="02040503050406030204" pitchFamily="18" charset="0"/>
                                  </a:rPr>
                                  <m:t>𝟏</m:t>
                                </m:r>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4</m:t>
                                    </m:r>
                                  </m:e>
                                  <m:sup>
                                    <m:r>
                                      <a:rPr lang="en-GB" sz="2000" b="0" i="1" smtClean="0">
                                        <a:solidFill>
                                          <a:schemeClr val="tx1"/>
                                        </a:solidFill>
                                        <a:latin typeface="Cambria Math" panose="02040503050406030204" pitchFamily="18" charset="0"/>
                                      </a:rPr>
                                      <m:t>−1</m:t>
                                    </m:r>
                                  </m:sup>
                                </m:sSup>
                                <m:r>
                                  <a:rPr lang="en-GB" sz="2000" b="0" i="1" smtClean="0">
                                    <a:solidFill>
                                      <a:schemeClr val="tx1"/>
                                    </a:solidFill>
                                    <a:latin typeface="Cambria Math" panose="02040503050406030204" pitchFamily="18" charset="0"/>
                                  </a:rPr>
                                  <m:t>=</m:t>
                                </m:r>
                                <m:f>
                                  <m:fPr>
                                    <m:ctrlPr>
                                      <a:rPr lang="en-GB" sz="2000" b="1" i="1" smtClean="0">
                                        <a:solidFill>
                                          <a:schemeClr val="tx1"/>
                                        </a:solidFill>
                                        <a:latin typeface="Cambria Math" panose="02040503050406030204" pitchFamily="18" charset="0"/>
                                      </a:rPr>
                                    </m:ctrlPr>
                                  </m:fPr>
                                  <m:num>
                                    <m:r>
                                      <a:rPr lang="en-GB" sz="2000" b="1" i="1" smtClean="0">
                                        <a:solidFill>
                                          <a:schemeClr val="tx1"/>
                                        </a:solidFill>
                                        <a:latin typeface="Cambria Math" panose="02040503050406030204" pitchFamily="18" charset="0"/>
                                      </a:rPr>
                                      <m:t>𝟏</m:t>
                                    </m:r>
                                  </m:num>
                                  <m:den>
                                    <m:r>
                                      <a:rPr lang="en-GB" sz="2000" b="1" i="1" smtClean="0">
                                        <a:solidFill>
                                          <a:schemeClr val="tx1"/>
                                        </a:solidFill>
                                        <a:latin typeface="Cambria Math" panose="02040503050406030204" pitchFamily="18" charset="0"/>
                                      </a:rPr>
                                      <m:t>𝟒</m:t>
                                    </m:r>
                                  </m:den>
                                </m:f>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5</m:t>
                                    </m:r>
                                  </m:e>
                                  <m:sup>
                                    <m:r>
                                      <a:rPr lang="en-GB" sz="2000" b="0" i="1" smtClean="0">
                                        <a:solidFill>
                                          <a:schemeClr val="tx1"/>
                                        </a:solidFill>
                                        <a:latin typeface="Cambria Math" panose="02040503050406030204" pitchFamily="18" charset="0"/>
                                      </a:rPr>
                                      <m:t>1</m:t>
                                    </m:r>
                                  </m:sup>
                                </m:sSup>
                                <m:r>
                                  <a:rPr lang="en-GB" sz="2000" b="0" i="1" smtClean="0">
                                    <a:solidFill>
                                      <a:schemeClr val="tx1"/>
                                    </a:solidFill>
                                    <a:latin typeface="Cambria Math" panose="02040503050406030204" pitchFamily="18" charset="0"/>
                                  </a:rPr>
                                  <m:t>=</m:t>
                                </m:r>
                                <m:r>
                                  <a:rPr lang="en-GB" sz="2000" b="1" i="1" smtClean="0">
                                    <a:solidFill>
                                      <a:schemeClr val="tx1"/>
                                    </a:solidFill>
                                    <a:latin typeface="Cambria Math" panose="02040503050406030204" pitchFamily="18" charset="0"/>
                                  </a:rPr>
                                  <m:t>𝟓</m:t>
                                </m:r>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9696914"/>
                      </a:ext>
                    </a:extLst>
                  </a:tr>
                  <a:tr h="781830">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3</m:t>
                                    </m:r>
                                  </m:e>
                                  <m:sup>
                                    <m:r>
                                      <a:rPr lang="en-GB" sz="2000" b="0" i="1" smtClean="0">
                                        <a:solidFill>
                                          <a:schemeClr val="tx1"/>
                                        </a:solidFill>
                                        <a:latin typeface="Cambria Math" panose="02040503050406030204" pitchFamily="18" charset="0"/>
                                      </a:rPr>
                                      <m:t>−1</m:t>
                                    </m:r>
                                  </m:sup>
                                </m:sSup>
                                <m:r>
                                  <a:rPr lang="en-GB" sz="2000" b="0" i="1" smtClean="0">
                                    <a:solidFill>
                                      <a:schemeClr val="tx1"/>
                                    </a:solidFill>
                                    <a:latin typeface="Cambria Math" panose="02040503050406030204" pitchFamily="18" charset="0"/>
                                  </a:rPr>
                                  <m:t>=</m:t>
                                </m:r>
                                <m:f>
                                  <m:fPr>
                                    <m:ctrlPr>
                                      <a:rPr lang="en-GB" sz="2000" b="1" i="1" smtClean="0">
                                        <a:solidFill>
                                          <a:schemeClr val="tx1"/>
                                        </a:solidFill>
                                        <a:latin typeface="Cambria Math" panose="02040503050406030204" pitchFamily="18" charset="0"/>
                                      </a:rPr>
                                    </m:ctrlPr>
                                  </m:fPr>
                                  <m:num>
                                    <m:r>
                                      <a:rPr lang="en-GB" sz="2000" b="1" i="1" smtClean="0">
                                        <a:solidFill>
                                          <a:schemeClr val="tx1"/>
                                        </a:solidFill>
                                        <a:latin typeface="Cambria Math" panose="02040503050406030204" pitchFamily="18" charset="0"/>
                                      </a:rPr>
                                      <m:t>𝟏</m:t>
                                    </m:r>
                                  </m:num>
                                  <m:den>
                                    <m:r>
                                      <a:rPr lang="en-GB" sz="2000" b="1" i="1" smtClean="0">
                                        <a:solidFill>
                                          <a:schemeClr val="tx1"/>
                                        </a:solidFill>
                                        <a:latin typeface="Cambria Math" panose="02040503050406030204" pitchFamily="18" charset="0"/>
                                      </a:rPr>
                                      <m:t>𝟑</m:t>
                                    </m:r>
                                  </m:den>
                                </m:f>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1" i="1" smtClean="0">
                                        <a:solidFill>
                                          <a:schemeClr val="tx1"/>
                                        </a:solidFill>
                                        <a:latin typeface="Cambria Math" panose="02040503050406030204" pitchFamily="18" charset="0"/>
                                      </a:rPr>
                                    </m:ctrlPr>
                                  </m:sSupPr>
                                  <m:e>
                                    <m:r>
                                      <a:rPr lang="en-GB" sz="2000" b="1" i="1" smtClean="0">
                                        <a:solidFill>
                                          <a:schemeClr val="tx1"/>
                                        </a:solidFill>
                                        <a:latin typeface="Cambria Math" panose="02040503050406030204" pitchFamily="18" charset="0"/>
                                      </a:rPr>
                                      <m:t>𝟒</m:t>
                                    </m:r>
                                  </m:e>
                                  <m:sup>
                                    <m:r>
                                      <a:rPr lang="en-GB" sz="2000" b="1" i="1" smtClean="0">
                                        <a:solidFill>
                                          <a:schemeClr val="tx1"/>
                                        </a:solidFill>
                                        <a:latin typeface="Cambria Math" panose="02040503050406030204" pitchFamily="18" charset="0"/>
                                      </a:rPr>
                                      <m:t>−</m:t>
                                    </m:r>
                                    <m:r>
                                      <a:rPr lang="en-GB" sz="2000" b="1" i="1" smtClean="0">
                                        <a:solidFill>
                                          <a:schemeClr val="tx1"/>
                                        </a:solidFill>
                                        <a:latin typeface="Cambria Math" panose="02040503050406030204" pitchFamily="18" charset="0"/>
                                      </a:rPr>
                                      <m:t>𝟐</m:t>
                                    </m:r>
                                  </m:sup>
                                </m:sSup>
                                <m:r>
                                  <a:rPr lang="en-GB" sz="2000" b="0" i="1" smtClean="0">
                                    <a:solidFill>
                                      <a:schemeClr val="tx1"/>
                                    </a:solidFill>
                                    <a:latin typeface="Cambria Math" panose="02040503050406030204" pitchFamily="18" charset="0"/>
                                  </a:rPr>
                                  <m:t>=</m:t>
                                </m:r>
                                <m:f>
                                  <m:fPr>
                                    <m:ctrlPr>
                                      <a:rPr lang="en-GB" sz="2000" b="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1</m:t>
                                    </m:r>
                                  </m:num>
                                  <m:den>
                                    <m:r>
                                      <a:rPr lang="en-GB" sz="2000" b="0" i="1" smtClean="0">
                                        <a:solidFill>
                                          <a:schemeClr val="tx1"/>
                                        </a:solidFill>
                                        <a:latin typeface="Cambria Math" panose="02040503050406030204" pitchFamily="18" charset="0"/>
                                      </a:rPr>
                                      <m:t>16</m:t>
                                    </m:r>
                                  </m:den>
                                </m:f>
                              </m:oMath>
                            </m:oMathPara>
                          </a14:m>
                          <a:endParaRPr lang="en-GB" sz="2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5</m:t>
                                    </m:r>
                                  </m:e>
                                  <m:sup>
                                    <m:r>
                                      <a:rPr lang="en-GB" sz="2000" b="0" i="1" smtClean="0">
                                        <a:solidFill>
                                          <a:schemeClr val="tx1"/>
                                        </a:solidFill>
                                        <a:latin typeface="Cambria Math" panose="02040503050406030204" pitchFamily="18" charset="0"/>
                                      </a:rPr>
                                      <m:t>0</m:t>
                                    </m:r>
                                  </m:sup>
                                </m:sSup>
                                <m:r>
                                  <a:rPr lang="en-GB" sz="2000" b="0" i="1" smtClean="0">
                                    <a:solidFill>
                                      <a:schemeClr val="tx1"/>
                                    </a:solidFill>
                                    <a:latin typeface="Cambria Math" panose="02040503050406030204" pitchFamily="18" charset="0"/>
                                  </a:rPr>
                                  <m:t>=</m:t>
                                </m:r>
                                <m:r>
                                  <a:rPr lang="en-GB" sz="2000" b="1" i="1" smtClean="0">
                                    <a:solidFill>
                                      <a:schemeClr val="tx1"/>
                                    </a:solidFill>
                                    <a:latin typeface="Cambria Math" panose="02040503050406030204" pitchFamily="18" charset="0"/>
                                  </a:rPr>
                                  <m:t>𝟏</m:t>
                                </m:r>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159749"/>
                      </a:ext>
                    </a:extLst>
                  </a:tr>
                  <a:tr h="781830">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3</m:t>
                                    </m:r>
                                  </m:e>
                                  <m:sup>
                                    <m:r>
                                      <a:rPr lang="en-GB" sz="2000" b="0" i="1" smtClean="0">
                                        <a:solidFill>
                                          <a:schemeClr val="tx1"/>
                                        </a:solidFill>
                                        <a:latin typeface="Cambria Math" panose="02040503050406030204" pitchFamily="18" charset="0"/>
                                      </a:rPr>
                                      <m:t>−2</m:t>
                                    </m:r>
                                  </m:sup>
                                </m:sSup>
                                <m:r>
                                  <a:rPr lang="en-GB" sz="2000" b="0" i="1" smtClean="0">
                                    <a:solidFill>
                                      <a:schemeClr val="tx1"/>
                                    </a:solidFill>
                                    <a:latin typeface="Cambria Math" panose="02040503050406030204" pitchFamily="18" charset="0"/>
                                  </a:rPr>
                                  <m:t>=</m:t>
                                </m:r>
                                <m:f>
                                  <m:fPr>
                                    <m:ctrlPr>
                                      <a:rPr lang="en-GB" sz="2000" b="1" i="1" smtClean="0">
                                        <a:solidFill>
                                          <a:schemeClr val="tx1"/>
                                        </a:solidFill>
                                        <a:latin typeface="Cambria Math" panose="02040503050406030204" pitchFamily="18" charset="0"/>
                                      </a:rPr>
                                    </m:ctrlPr>
                                  </m:fPr>
                                  <m:num>
                                    <m:r>
                                      <a:rPr lang="en-GB" sz="2000" b="1" i="1" smtClean="0">
                                        <a:solidFill>
                                          <a:schemeClr val="tx1"/>
                                        </a:solidFill>
                                        <a:latin typeface="Cambria Math" panose="02040503050406030204" pitchFamily="18" charset="0"/>
                                      </a:rPr>
                                      <m:t>𝟏</m:t>
                                    </m:r>
                                  </m:num>
                                  <m:den>
                                    <m:r>
                                      <a:rPr lang="en-GB" sz="2000" b="1" i="1" smtClean="0">
                                        <a:solidFill>
                                          <a:schemeClr val="tx1"/>
                                        </a:solidFill>
                                        <a:latin typeface="Cambria Math" panose="02040503050406030204" pitchFamily="18" charset="0"/>
                                      </a:rPr>
                                      <m:t>𝟗</m:t>
                                    </m:r>
                                  </m:den>
                                </m:f>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4</m:t>
                                    </m:r>
                                  </m:e>
                                  <m:sup>
                                    <m:r>
                                      <a:rPr lang="en-GB" sz="2000" b="0" i="1" smtClean="0">
                                        <a:solidFill>
                                          <a:schemeClr val="tx1"/>
                                        </a:solidFill>
                                        <a:latin typeface="Cambria Math" panose="02040503050406030204" pitchFamily="18" charset="0"/>
                                      </a:rPr>
                                      <m:t>−3</m:t>
                                    </m:r>
                                  </m:sup>
                                </m:sSup>
                                <m:r>
                                  <a:rPr lang="en-GB" sz="2000" b="0" i="1" smtClean="0">
                                    <a:solidFill>
                                      <a:schemeClr val="tx1"/>
                                    </a:solidFill>
                                    <a:latin typeface="Cambria Math" panose="02040503050406030204" pitchFamily="18" charset="0"/>
                                  </a:rPr>
                                  <m:t>=</m:t>
                                </m:r>
                                <m:f>
                                  <m:fPr>
                                    <m:ctrlPr>
                                      <a:rPr lang="en-GB" sz="2000" b="1" i="1" smtClean="0">
                                        <a:solidFill>
                                          <a:schemeClr val="tx1"/>
                                        </a:solidFill>
                                        <a:latin typeface="Cambria Math" panose="02040503050406030204" pitchFamily="18" charset="0"/>
                                      </a:rPr>
                                    </m:ctrlPr>
                                  </m:fPr>
                                  <m:num>
                                    <m:r>
                                      <a:rPr lang="en-GB" sz="2000" b="1" i="1" smtClean="0">
                                        <a:solidFill>
                                          <a:schemeClr val="tx1"/>
                                        </a:solidFill>
                                        <a:latin typeface="Cambria Math" panose="02040503050406030204" pitchFamily="18" charset="0"/>
                                      </a:rPr>
                                      <m:t>𝟏</m:t>
                                    </m:r>
                                  </m:num>
                                  <m:den>
                                    <m:r>
                                      <a:rPr lang="en-GB" sz="2000" b="1" i="1" smtClean="0">
                                        <a:solidFill>
                                          <a:schemeClr val="tx1"/>
                                        </a:solidFill>
                                        <a:latin typeface="Cambria Math" panose="02040503050406030204" pitchFamily="18" charset="0"/>
                                      </a:rPr>
                                      <m:t>𝟔𝟒</m:t>
                                    </m:r>
                                  </m:den>
                                </m:f>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5</m:t>
                                    </m:r>
                                  </m:e>
                                  <m:sup>
                                    <m:r>
                                      <a:rPr lang="en-GB" sz="2000" b="0" i="1" smtClean="0">
                                        <a:solidFill>
                                          <a:schemeClr val="tx1"/>
                                        </a:solidFill>
                                        <a:latin typeface="Cambria Math" panose="02040503050406030204" pitchFamily="18" charset="0"/>
                                      </a:rPr>
                                      <m:t>−1</m:t>
                                    </m:r>
                                  </m:sup>
                                </m:sSup>
                                <m:r>
                                  <a:rPr lang="en-GB" sz="2000" b="0" i="1" smtClean="0">
                                    <a:solidFill>
                                      <a:schemeClr val="tx1"/>
                                    </a:solidFill>
                                    <a:latin typeface="Cambria Math" panose="02040503050406030204" pitchFamily="18" charset="0"/>
                                  </a:rPr>
                                  <m:t>=</m:t>
                                </m:r>
                                <m:f>
                                  <m:fPr>
                                    <m:ctrlPr>
                                      <a:rPr lang="en-GB" sz="2000" b="1" i="1" smtClean="0">
                                        <a:solidFill>
                                          <a:schemeClr val="tx1"/>
                                        </a:solidFill>
                                        <a:latin typeface="Cambria Math" panose="02040503050406030204" pitchFamily="18" charset="0"/>
                                      </a:rPr>
                                    </m:ctrlPr>
                                  </m:fPr>
                                  <m:num>
                                    <m:r>
                                      <a:rPr lang="en-GB" sz="2000" b="1" i="1" smtClean="0">
                                        <a:solidFill>
                                          <a:schemeClr val="tx1"/>
                                        </a:solidFill>
                                        <a:latin typeface="Cambria Math" panose="02040503050406030204" pitchFamily="18" charset="0"/>
                                      </a:rPr>
                                      <m:t>𝟏</m:t>
                                    </m:r>
                                  </m:num>
                                  <m:den>
                                    <m:r>
                                      <a:rPr lang="en-GB" sz="2000" b="1" i="1" smtClean="0">
                                        <a:solidFill>
                                          <a:schemeClr val="tx1"/>
                                        </a:solidFill>
                                        <a:latin typeface="Cambria Math" panose="02040503050406030204" pitchFamily="18" charset="0"/>
                                      </a:rPr>
                                      <m:t>𝟓</m:t>
                                    </m:r>
                                  </m:den>
                                </m:f>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4633190"/>
                      </a:ext>
                    </a:extLst>
                  </a:tr>
                  <a:tr h="781830">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3</m:t>
                                    </m:r>
                                  </m:e>
                                  <m:sup>
                                    <m:r>
                                      <a:rPr lang="en-GB" sz="2000" b="0" i="1" smtClean="0">
                                        <a:solidFill>
                                          <a:schemeClr val="tx1"/>
                                        </a:solidFill>
                                        <a:latin typeface="Cambria Math" panose="02040503050406030204" pitchFamily="18" charset="0"/>
                                      </a:rPr>
                                      <m:t>−3</m:t>
                                    </m:r>
                                  </m:sup>
                                </m:sSup>
                                <m:r>
                                  <a:rPr lang="en-GB" sz="2000" b="0" i="1" smtClean="0">
                                    <a:solidFill>
                                      <a:schemeClr val="tx1"/>
                                    </a:solidFill>
                                    <a:latin typeface="Cambria Math" panose="02040503050406030204" pitchFamily="18" charset="0"/>
                                  </a:rPr>
                                  <m:t>=</m:t>
                                </m:r>
                                <m:f>
                                  <m:fPr>
                                    <m:ctrlPr>
                                      <a:rPr lang="en-GB" sz="2000" b="1" i="1" smtClean="0">
                                        <a:solidFill>
                                          <a:schemeClr val="tx1"/>
                                        </a:solidFill>
                                        <a:latin typeface="Cambria Math" panose="02040503050406030204" pitchFamily="18" charset="0"/>
                                      </a:rPr>
                                    </m:ctrlPr>
                                  </m:fPr>
                                  <m:num>
                                    <m:r>
                                      <a:rPr lang="en-GB" sz="2000" b="1" i="1" smtClean="0">
                                        <a:solidFill>
                                          <a:schemeClr val="tx1"/>
                                        </a:solidFill>
                                        <a:latin typeface="Cambria Math" panose="02040503050406030204" pitchFamily="18" charset="0"/>
                                      </a:rPr>
                                      <m:t>𝟏</m:t>
                                    </m:r>
                                  </m:num>
                                  <m:den>
                                    <m:r>
                                      <a:rPr lang="en-GB" sz="2000" b="1" i="1" smtClean="0">
                                        <a:solidFill>
                                          <a:schemeClr val="tx1"/>
                                        </a:solidFill>
                                        <a:latin typeface="Cambria Math" panose="02040503050406030204" pitchFamily="18" charset="0"/>
                                      </a:rPr>
                                      <m:t>𝟐𝟕</m:t>
                                    </m:r>
                                  </m:den>
                                </m:f>
                              </m:oMath>
                            </m:oMathPara>
                          </a14:m>
                          <a:endParaRPr lang="en-GB"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1" i="1" smtClean="0">
                                        <a:solidFill>
                                          <a:schemeClr val="tx1"/>
                                        </a:solidFill>
                                        <a:latin typeface="Cambria Math" panose="02040503050406030204" pitchFamily="18" charset="0"/>
                                      </a:rPr>
                                    </m:ctrlPr>
                                  </m:sSupPr>
                                  <m:e>
                                    <m:r>
                                      <a:rPr lang="en-GB" sz="2000" b="1" i="1" smtClean="0">
                                        <a:solidFill>
                                          <a:schemeClr val="tx1"/>
                                        </a:solidFill>
                                        <a:latin typeface="Cambria Math" panose="02040503050406030204" pitchFamily="18" charset="0"/>
                                      </a:rPr>
                                      <m:t>𝟒</m:t>
                                    </m:r>
                                  </m:e>
                                  <m:sup>
                                    <m:r>
                                      <a:rPr lang="en-GB" sz="2000" b="1" i="1" smtClean="0">
                                        <a:solidFill>
                                          <a:schemeClr val="tx1"/>
                                        </a:solidFill>
                                        <a:latin typeface="Cambria Math" panose="02040503050406030204" pitchFamily="18" charset="0"/>
                                      </a:rPr>
                                      <m:t>−</m:t>
                                    </m:r>
                                    <m:r>
                                      <a:rPr lang="en-GB" sz="2000" b="1" i="1" smtClean="0">
                                        <a:solidFill>
                                          <a:schemeClr val="tx1"/>
                                        </a:solidFill>
                                        <a:latin typeface="Cambria Math" panose="02040503050406030204" pitchFamily="18" charset="0"/>
                                      </a:rPr>
                                      <m:t>𝟒</m:t>
                                    </m:r>
                                  </m:sup>
                                </m:sSup>
                                <m:r>
                                  <a:rPr lang="en-GB" sz="2000" b="0" i="1" smtClean="0">
                                    <a:solidFill>
                                      <a:schemeClr val="tx1"/>
                                    </a:solidFill>
                                    <a:latin typeface="Cambria Math" panose="02040503050406030204" pitchFamily="18" charset="0"/>
                                  </a:rPr>
                                  <m:t>=</m:t>
                                </m:r>
                                <m:f>
                                  <m:fPr>
                                    <m:ctrlPr>
                                      <a:rPr lang="en-GB" sz="2000" b="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1</m:t>
                                    </m:r>
                                  </m:num>
                                  <m:den>
                                    <m:r>
                                      <a:rPr lang="en-GB" sz="2000" b="0" i="1" smtClean="0">
                                        <a:solidFill>
                                          <a:schemeClr val="tx1"/>
                                        </a:solidFill>
                                        <a:latin typeface="Cambria Math" panose="02040503050406030204" pitchFamily="18" charset="0"/>
                                      </a:rPr>
                                      <m:t>256</m:t>
                                    </m:r>
                                  </m:den>
                                </m:f>
                              </m:oMath>
                            </m:oMathPara>
                          </a14:m>
                          <a:endParaRPr lang="en-GB" sz="2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5</m:t>
                                    </m:r>
                                  </m:e>
                                  <m:sup>
                                    <m:r>
                                      <a:rPr lang="en-GB" sz="2000" b="0" i="1" smtClean="0">
                                        <a:solidFill>
                                          <a:schemeClr val="tx1"/>
                                        </a:solidFill>
                                        <a:latin typeface="Cambria Math" panose="02040503050406030204" pitchFamily="18" charset="0"/>
                                      </a:rPr>
                                      <m:t>−5</m:t>
                                    </m:r>
                                  </m:sup>
                                </m:sSup>
                                <m:r>
                                  <a:rPr lang="en-GB" sz="2000" b="0" i="1" smtClean="0">
                                    <a:solidFill>
                                      <a:schemeClr val="tx1"/>
                                    </a:solidFill>
                                    <a:latin typeface="Cambria Math" panose="02040503050406030204" pitchFamily="18" charset="0"/>
                                  </a:rPr>
                                  <m:t>=</m:t>
                                </m:r>
                                <m:f>
                                  <m:fPr>
                                    <m:ctrlPr>
                                      <a:rPr lang="en-GB" sz="2000" b="1" i="1" smtClean="0">
                                        <a:solidFill>
                                          <a:schemeClr val="tx1"/>
                                        </a:solidFill>
                                        <a:latin typeface="Cambria Math" panose="02040503050406030204" pitchFamily="18" charset="0"/>
                                      </a:rPr>
                                    </m:ctrlPr>
                                  </m:fPr>
                                  <m:num>
                                    <m:r>
                                      <a:rPr lang="en-GB" sz="2000" b="1" i="1" smtClean="0">
                                        <a:solidFill>
                                          <a:schemeClr val="tx1"/>
                                        </a:solidFill>
                                        <a:latin typeface="Cambria Math" panose="02040503050406030204" pitchFamily="18" charset="0"/>
                                      </a:rPr>
                                      <m:t>𝟏</m:t>
                                    </m:r>
                                  </m:num>
                                  <m:den>
                                    <m:r>
                                      <a:rPr lang="en-GB" sz="2000" b="1" i="1" smtClean="0">
                                        <a:solidFill>
                                          <a:schemeClr val="tx1"/>
                                        </a:solidFill>
                                        <a:latin typeface="Cambria Math" panose="02040503050406030204" pitchFamily="18" charset="0"/>
                                      </a:rPr>
                                      <m:t>𝟑𝟏𝟐𝟓</m:t>
                                    </m:r>
                                  </m:den>
                                </m:f>
                              </m:oMath>
                            </m:oMathPara>
                          </a14:m>
                          <a:endParaRPr lang="en-GB" sz="20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296132"/>
                      </a:ext>
                    </a:extLst>
                  </a:tr>
                </a:tbl>
              </a:graphicData>
            </a:graphic>
          </p:graphicFrame>
        </mc:Choice>
        <mc:Fallback xmlns="">
          <p:graphicFrame>
            <p:nvGraphicFramePr>
              <p:cNvPr id="6" name="Table 5">
                <a:extLst>
                  <a:ext uri="{FF2B5EF4-FFF2-40B4-BE49-F238E27FC236}">
                    <a16:creationId xmlns:a16="http://schemas.microsoft.com/office/drawing/2014/main" id="{E120F9C8-79D2-1120-0B8E-31B6E74020A5}"/>
                  </a:ext>
                </a:extLst>
              </p:cNvPr>
              <p:cNvGraphicFramePr>
                <a:graphicFrameLocks noGrp="1"/>
              </p:cNvGraphicFramePr>
              <p:nvPr>
                <p:extLst>
                  <p:ext uri="{D42A27DB-BD31-4B8C-83A1-F6EECF244321}">
                    <p14:modId xmlns:p14="http://schemas.microsoft.com/office/powerpoint/2010/main" val="881625560"/>
                  </p:ext>
                </p:extLst>
              </p:nvPr>
            </p:nvGraphicFramePr>
            <p:xfrm>
              <a:off x="1282574" y="1396999"/>
              <a:ext cx="6578850" cy="4690980"/>
            </p:xfrm>
            <a:graphic>
              <a:graphicData uri="http://schemas.openxmlformats.org/drawingml/2006/table">
                <a:tbl>
                  <a:tblPr firstRow="1" bandRow="1">
                    <a:tableStyleId>{5C22544A-7EE6-4342-B048-85BDC9FD1C3A}</a:tableStyleId>
                  </a:tblPr>
                  <a:tblGrid>
                    <a:gridCol w="2192950">
                      <a:extLst>
                        <a:ext uri="{9D8B030D-6E8A-4147-A177-3AD203B41FA5}">
                          <a16:colId xmlns:a16="http://schemas.microsoft.com/office/drawing/2014/main" val="3131674531"/>
                        </a:ext>
                      </a:extLst>
                    </a:gridCol>
                    <a:gridCol w="2192950">
                      <a:extLst>
                        <a:ext uri="{9D8B030D-6E8A-4147-A177-3AD203B41FA5}">
                          <a16:colId xmlns:a16="http://schemas.microsoft.com/office/drawing/2014/main" val="2593131771"/>
                        </a:ext>
                      </a:extLst>
                    </a:gridCol>
                    <a:gridCol w="2192950">
                      <a:extLst>
                        <a:ext uri="{9D8B030D-6E8A-4147-A177-3AD203B41FA5}">
                          <a16:colId xmlns:a16="http://schemas.microsoft.com/office/drawing/2014/main" val="3515014166"/>
                        </a:ext>
                      </a:extLst>
                    </a:gridCol>
                  </a:tblGrid>
                  <a:tr h="78183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78" t="-781" r="-200556" b="-50312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0278" t="-781" r="-100556" b="-50312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278" t="-781" r="-556" b="-503125"/>
                          </a:stretch>
                        </a:blipFill>
                      </a:tcPr>
                    </a:tc>
                    <a:extLst>
                      <a:ext uri="{0D108BD9-81ED-4DB2-BD59-A6C34878D82A}">
                        <a16:rowId xmlns:a16="http://schemas.microsoft.com/office/drawing/2014/main" val="3570230136"/>
                      </a:ext>
                    </a:extLst>
                  </a:tr>
                  <a:tr h="78183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78" t="-100000" r="-200556" b="-39922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0278" t="-100000" r="-100556" b="-39922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278" t="-100000" r="-556" b="-399225"/>
                          </a:stretch>
                        </a:blipFill>
                      </a:tcPr>
                    </a:tc>
                    <a:extLst>
                      <a:ext uri="{0D108BD9-81ED-4DB2-BD59-A6C34878D82A}">
                        <a16:rowId xmlns:a16="http://schemas.microsoft.com/office/drawing/2014/main" val="3533620396"/>
                      </a:ext>
                    </a:extLst>
                  </a:tr>
                  <a:tr h="78183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78" t="-201563" r="-200556" b="-3023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0278" t="-201563" r="-100556" b="-3023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278" t="-201563" r="-556" b="-302344"/>
                          </a:stretch>
                        </a:blipFill>
                      </a:tcPr>
                    </a:tc>
                    <a:extLst>
                      <a:ext uri="{0D108BD9-81ED-4DB2-BD59-A6C34878D82A}">
                        <a16:rowId xmlns:a16="http://schemas.microsoft.com/office/drawing/2014/main" val="3409696914"/>
                      </a:ext>
                    </a:extLst>
                  </a:tr>
                  <a:tr h="78183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78" t="-301563" r="-200556" b="-2023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0278" t="-301563" r="-100556" b="-202344"/>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278" t="-301563" r="-556" b="-202344"/>
                          </a:stretch>
                        </a:blipFill>
                      </a:tcPr>
                    </a:tc>
                    <a:extLst>
                      <a:ext uri="{0D108BD9-81ED-4DB2-BD59-A6C34878D82A}">
                        <a16:rowId xmlns:a16="http://schemas.microsoft.com/office/drawing/2014/main" val="306159749"/>
                      </a:ext>
                    </a:extLst>
                  </a:tr>
                  <a:tr h="78183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78" t="-398450" r="-200556" b="-10077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0278" t="-398450" r="-100556" b="-100775"/>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278" t="-398450" r="-556" b="-100775"/>
                          </a:stretch>
                        </a:blipFill>
                      </a:tcPr>
                    </a:tc>
                    <a:extLst>
                      <a:ext uri="{0D108BD9-81ED-4DB2-BD59-A6C34878D82A}">
                        <a16:rowId xmlns:a16="http://schemas.microsoft.com/office/drawing/2014/main" val="514633190"/>
                      </a:ext>
                    </a:extLst>
                  </a:tr>
                  <a:tr h="78183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78" t="-502344" r="-200556" b="-156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100278" t="-502344" r="-100556" b="-1563"/>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00278" t="-502344" r="-556" b="-1563"/>
                          </a:stretch>
                        </a:blipFill>
                      </a:tcPr>
                    </a:tc>
                    <a:extLst>
                      <a:ext uri="{0D108BD9-81ED-4DB2-BD59-A6C34878D82A}">
                        <a16:rowId xmlns:a16="http://schemas.microsoft.com/office/drawing/2014/main" val="112296132"/>
                      </a:ext>
                    </a:extLst>
                  </a:tr>
                </a:tbl>
              </a:graphicData>
            </a:graphic>
          </p:graphicFrame>
        </mc:Fallback>
      </mc:AlternateContent>
      <p:sp>
        <p:nvSpPr>
          <p:cNvPr id="3" name="TextBox 2">
            <a:extLst>
              <a:ext uri="{FF2B5EF4-FFF2-40B4-BE49-F238E27FC236}">
                <a16:creationId xmlns:a16="http://schemas.microsoft.com/office/drawing/2014/main" id="{5D16D122-1F5D-E7E3-E99D-A7E572193F28}"/>
              </a:ext>
            </a:extLst>
          </p:cNvPr>
          <p:cNvSpPr txBox="1"/>
          <p:nvPr/>
        </p:nvSpPr>
        <p:spPr>
          <a:xfrm>
            <a:off x="264694" y="854242"/>
            <a:ext cx="4408579"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Fill in the blanks in the table below.</a:t>
            </a:r>
          </a:p>
        </p:txBody>
      </p:sp>
      <p:sp>
        <p:nvSpPr>
          <p:cNvPr id="4" name="Rectangle 3">
            <a:extLst>
              <a:ext uri="{FF2B5EF4-FFF2-40B4-BE49-F238E27FC236}">
                <a16:creationId xmlns:a16="http://schemas.microsoft.com/office/drawing/2014/main" id="{536D73EC-6629-C05C-120A-85F40A0235D3}"/>
              </a:ext>
            </a:extLst>
          </p:cNvPr>
          <p:cNvSpPr/>
          <p:nvPr/>
        </p:nvSpPr>
        <p:spPr>
          <a:xfrm>
            <a:off x="2585931" y="3085345"/>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B57D8354-EA10-2805-7331-798E20120613}"/>
              </a:ext>
            </a:extLst>
          </p:cNvPr>
          <p:cNvSpPr/>
          <p:nvPr/>
        </p:nvSpPr>
        <p:spPr>
          <a:xfrm>
            <a:off x="2585931" y="3847319"/>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4D8A99D6-6378-CDDD-79B2-7403E4EC8562}"/>
              </a:ext>
            </a:extLst>
          </p:cNvPr>
          <p:cNvSpPr/>
          <p:nvPr/>
        </p:nvSpPr>
        <p:spPr>
          <a:xfrm>
            <a:off x="2585931" y="4633357"/>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8" name="Rectangle 7">
            <a:extLst>
              <a:ext uri="{FF2B5EF4-FFF2-40B4-BE49-F238E27FC236}">
                <a16:creationId xmlns:a16="http://schemas.microsoft.com/office/drawing/2014/main" id="{2B4597C3-6D49-D1D6-06D1-3AB1112A3030}"/>
              </a:ext>
            </a:extLst>
          </p:cNvPr>
          <p:cNvSpPr/>
          <p:nvPr/>
        </p:nvSpPr>
        <p:spPr>
          <a:xfrm>
            <a:off x="2565149" y="5421101"/>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9" name="Rectangle 8">
            <a:extLst>
              <a:ext uri="{FF2B5EF4-FFF2-40B4-BE49-F238E27FC236}">
                <a16:creationId xmlns:a16="http://schemas.microsoft.com/office/drawing/2014/main" id="{FE2ABDEB-9E81-9BA7-E9C8-F5789BDAE24D}"/>
              </a:ext>
            </a:extLst>
          </p:cNvPr>
          <p:cNvSpPr/>
          <p:nvPr/>
        </p:nvSpPr>
        <p:spPr>
          <a:xfrm>
            <a:off x="4723542" y="2297601"/>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DD857953-3DD8-273C-DBF8-7156DAAB65F0}"/>
              </a:ext>
            </a:extLst>
          </p:cNvPr>
          <p:cNvSpPr/>
          <p:nvPr/>
        </p:nvSpPr>
        <p:spPr>
          <a:xfrm>
            <a:off x="4723542" y="3072275"/>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1" name="Rectangle 10">
            <a:extLst>
              <a:ext uri="{FF2B5EF4-FFF2-40B4-BE49-F238E27FC236}">
                <a16:creationId xmlns:a16="http://schemas.microsoft.com/office/drawing/2014/main" id="{E175583E-9FBE-D770-BD0A-0DEB5068CC0C}"/>
              </a:ext>
            </a:extLst>
          </p:cNvPr>
          <p:cNvSpPr/>
          <p:nvPr/>
        </p:nvSpPr>
        <p:spPr>
          <a:xfrm>
            <a:off x="4015081" y="3847318"/>
            <a:ext cx="3796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2" name="Rectangle 11">
            <a:extLst>
              <a:ext uri="{FF2B5EF4-FFF2-40B4-BE49-F238E27FC236}">
                <a16:creationId xmlns:a16="http://schemas.microsoft.com/office/drawing/2014/main" id="{38B53799-7651-87EC-5250-05134E4741B4}"/>
              </a:ext>
            </a:extLst>
          </p:cNvPr>
          <p:cNvSpPr/>
          <p:nvPr/>
        </p:nvSpPr>
        <p:spPr>
          <a:xfrm>
            <a:off x="4723542" y="4633357"/>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BC888FA4-7E5F-C169-E374-46DD9A3ACC41}"/>
              </a:ext>
            </a:extLst>
          </p:cNvPr>
          <p:cNvSpPr/>
          <p:nvPr/>
        </p:nvSpPr>
        <p:spPr>
          <a:xfrm>
            <a:off x="3970630" y="5421100"/>
            <a:ext cx="3796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4" name="Rectangle 13">
            <a:extLst>
              <a:ext uri="{FF2B5EF4-FFF2-40B4-BE49-F238E27FC236}">
                <a16:creationId xmlns:a16="http://schemas.microsoft.com/office/drawing/2014/main" id="{FCDA8463-B115-C27E-7A8D-031C8259AF75}"/>
              </a:ext>
            </a:extLst>
          </p:cNvPr>
          <p:cNvSpPr/>
          <p:nvPr/>
        </p:nvSpPr>
        <p:spPr>
          <a:xfrm>
            <a:off x="6974778" y="3085344"/>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B1C32D62-74E9-BCD3-09AE-036215155E70}"/>
              </a:ext>
            </a:extLst>
          </p:cNvPr>
          <p:cNvSpPr/>
          <p:nvPr/>
        </p:nvSpPr>
        <p:spPr>
          <a:xfrm>
            <a:off x="6974778" y="3847318"/>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6" name="Rectangle 15">
            <a:extLst>
              <a:ext uri="{FF2B5EF4-FFF2-40B4-BE49-F238E27FC236}">
                <a16:creationId xmlns:a16="http://schemas.microsoft.com/office/drawing/2014/main" id="{D8A4AD9C-1D18-227E-E92B-8E9C9F9C24D7}"/>
              </a:ext>
            </a:extLst>
          </p:cNvPr>
          <p:cNvSpPr/>
          <p:nvPr/>
        </p:nvSpPr>
        <p:spPr>
          <a:xfrm>
            <a:off x="6974778" y="4633356"/>
            <a:ext cx="336987"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7" name="Rectangle 16">
            <a:extLst>
              <a:ext uri="{FF2B5EF4-FFF2-40B4-BE49-F238E27FC236}">
                <a16:creationId xmlns:a16="http://schemas.microsoft.com/office/drawing/2014/main" id="{BF966111-99A0-AFFC-918D-972205103D79}"/>
              </a:ext>
            </a:extLst>
          </p:cNvPr>
          <p:cNvSpPr/>
          <p:nvPr/>
        </p:nvSpPr>
        <p:spPr>
          <a:xfrm>
            <a:off x="6793352" y="5421100"/>
            <a:ext cx="637360"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8" name="Rectangle 17">
            <a:extLst>
              <a:ext uri="{FF2B5EF4-FFF2-40B4-BE49-F238E27FC236}">
                <a16:creationId xmlns:a16="http://schemas.microsoft.com/office/drawing/2014/main" id="{4856A0BD-5B24-967E-0AE3-56C26ECF3CC0}"/>
              </a:ext>
            </a:extLst>
          </p:cNvPr>
          <p:cNvSpPr/>
          <p:nvPr/>
        </p:nvSpPr>
        <p:spPr>
          <a:xfrm>
            <a:off x="6759294" y="2323370"/>
            <a:ext cx="637360" cy="55916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19" name="Rectangle 18">
            <a:extLst>
              <a:ext uri="{FF2B5EF4-FFF2-40B4-BE49-F238E27FC236}">
                <a16:creationId xmlns:a16="http://schemas.microsoft.com/office/drawing/2014/main" id="{DE60FAD1-CE1E-9FD4-D2AD-F31871F68116}"/>
              </a:ext>
            </a:extLst>
          </p:cNvPr>
          <p:cNvSpPr/>
          <p:nvPr/>
        </p:nvSpPr>
        <p:spPr>
          <a:xfrm>
            <a:off x="8233491" y="56039"/>
            <a:ext cx="817169" cy="407462"/>
          </a:xfrm>
          <a:prstGeom prst="rect">
            <a:avLst/>
          </a:prstGeom>
          <a:solidFill>
            <a:schemeClr val="accent5">
              <a:lumMod val="20000"/>
              <a:lumOff val="80000"/>
            </a:schemeClr>
          </a:solidFill>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ysClr val="windowText" lastClr="000000"/>
                </a:solidFill>
                <a:effectLst/>
                <a:uLnTx/>
                <a:uFillTx/>
                <a:latin typeface="+mj-lt"/>
                <a:ea typeface="+mn-ea"/>
                <a:cs typeface="+mn-cs"/>
              </a:rPr>
              <a:t>Show all</a:t>
            </a:r>
            <a:r>
              <a:rPr kumimoji="0" lang="en-GB" sz="1200" b="1" i="0" u="none" strike="noStrike" kern="0" cap="none" spc="0" normalizeH="0" noProof="0" dirty="0">
                <a:ln>
                  <a:noFill/>
                </a:ln>
                <a:solidFill>
                  <a:sysClr val="windowText" lastClr="000000"/>
                </a:solidFill>
                <a:effectLst/>
                <a:uLnTx/>
                <a:uFillTx/>
                <a:latin typeface="+mj-lt"/>
                <a:ea typeface="+mn-ea"/>
                <a:cs typeface="+mn-cs"/>
              </a:rPr>
              <a:t> solutions</a:t>
            </a:r>
            <a:endParaRPr kumimoji="0" lang="en-GB" sz="1200" b="1" i="0" u="none" strike="noStrike" kern="0" cap="none" spc="0" normalizeH="0" baseline="0" noProof="0" dirty="0">
              <a:ln>
                <a:noFill/>
              </a:ln>
              <a:solidFill>
                <a:sysClr val="windowText" lastClr="000000"/>
              </a:solidFill>
              <a:effectLst/>
              <a:uLnTx/>
              <a:uFillTx/>
              <a:latin typeface="+mj-lt"/>
              <a:ea typeface="+mn-ea"/>
              <a:cs typeface="+mn-cs"/>
            </a:endParaRPr>
          </a:p>
        </p:txBody>
      </p:sp>
    </p:spTree>
    <p:extLst>
      <p:ext uri="{BB962C8B-B14F-4D97-AF65-F5344CB8AC3E}">
        <p14:creationId xmlns:p14="http://schemas.microsoft.com/office/powerpoint/2010/main" val="290678844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childTnLst>
                          </p:cTn>
                        </p:par>
                      </p:childTnLst>
                    </p:cTn>
                  </p:par>
                </p:childTnLst>
              </p:cTn>
              <p:nextCondLst>
                <p:cond evt="onClick" delay="0">
                  <p:tgtEl>
                    <p:spTgt spid="4"/>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hidden"/>
                                      </p:to>
                                    </p:set>
                                  </p:childTnLst>
                                </p:cTn>
                              </p:par>
                            </p:childTnLst>
                          </p:cTn>
                        </p:par>
                      </p:childTnLst>
                    </p:cTn>
                  </p:par>
                </p:childTnLst>
              </p:cTn>
              <p:nextCondLst>
                <p:cond evt="onClick" delay="0">
                  <p:tgtEl>
                    <p:spTgt spid="5"/>
                  </p:tgtEl>
                </p:cond>
              </p:nextCondLst>
            </p:seq>
            <p:seq concurrent="1" nextAc="seek">
              <p:cTn id="12" restart="whenNotActive" fill="hold" evtFilter="cancelBubble" nodeType="interactiveSeq">
                <p:stCondLst>
                  <p:cond evt="onClick" delay="0">
                    <p:tgtEl>
                      <p:spTgt spid="7"/>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hidden"/>
                                      </p:to>
                                    </p:set>
                                  </p:childTnLst>
                                </p:cTn>
                              </p:par>
                            </p:childTnLst>
                          </p:cTn>
                        </p:par>
                      </p:childTnLst>
                    </p:cTn>
                  </p:par>
                </p:childTnLst>
              </p:cTn>
              <p:nextCondLst>
                <p:cond evt="onClick" delay="0">
                  <p:tgtEl>
                    <p:spTgt spid="7"/>
                  </p:tgtEl>
                </p:cond>
              </p:nextCondLst>
            </p:seq>
            <p:seq concurrent="1" nextAc="seek">
              <p:cTn id="17" restart="whenNotActive" fill="hold" evtFilter="cancelBubble" nodeType="interactiveSeq">
                <p:stCondLst>
                  <p:cond evt="onClick" delay="0">
                    <p:tgtEl>
                      <p:spTgt spid="8"/>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hidden"/>
                                      </p:to>
                                    </p:set>
                                  </p:childTnLst>
                                </p:cTn>
                              </p:par>
                            </p:childTnLst>
                          </p:cTn>
                        </p:par>
                      </p:childTnLst>
                    </p:cTn>
                  </p:par>
                </p:childTnLst>
              </p:cTn>
              <p:nextCondLst>
                <p:cond evt="onClick" delay="0">
                  <p:tgtEl>
                    <p:spTgt spid="8"/>
                  </p:tgtEl>
                </p:cond>
              </p:nextCondLst>
            </p:seq>
            <p:seq concurrent="1" nextAc="seek">
              <p:cTn id="22" restart="whenNotActive" fill="hold" evtFilter="cancelBubble" nodeType="interactiveSeq">
                <p:stCondLst>
                  <p:cond evt="onClick" delay="0">
                    <p:tgtEl>
                      <p:spTgt spid="9"/>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9"/>
                  </p:tgtEl>
                </p:cond>
              </p:nextCondLst>
            </p:seq>
            <p:seq concurrent="1" nextAc="seek">
              <p:cTn id="27" restart="whenNotActive" fill="hold" evtFilter="cancelBubble" nodeType="interactiveSeq">
                <p:stCondLst>
                  <p:cond evt="onClick" delay="0">
                    <p:tgtEl>
                      <p:spTgt spid="10"/>
                    </p:tgtEl>
                  </p:cond>
                </p:stCondLst>
                <p:endSync evt="end" delay="0">
                  <p:rtn val="all"/>
                </p:endSync>
                <p:childTnLst>
                  <p:par>
                    <p:cTn id="28" fill="hold">
                      <p:stCondLst>
                        <p:cond delay="0"/>
                      </p:stCondLst>
                      <p:childTnLst>
                        <p:par>
                          <p:cTn id="29" fill="hold">
                            <p:stCondLst>
                              <p:cond delay="0"/>
                            </p:stCondLst>
                            <p:childTnLst>
                              <p:par>
                                <p:cTn id="30" presetID="1" presetClass="exit"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hidden"/>
                                      </p:to>
                                    </p:set>
                                  </p:childTnLst>
                                </p:cTn>
                              </p:par>
                            </p:childTnLst>
                          </p:cTn>
                        </p:par>
                      </p:childTnLst>
                    </p:cTn>
                  </p:par>
                </p:childTnLst>
              </p:cTn>
              <p:nextCondLst>
                <p:cond evt="onClick" delay="0">
                  <p:tgtEl>
                    <p:spTgt spid="10"/>
                  </p:tgtEl>
                </p:cond>
              </p:nextCondLst>
            </p:seq>
            <p:seq concurrent="1" nextAc="seek">
              <p:cTn id="32" restart="whenNotActive" fill="hold" evtFilter="cancelBubble" nodeType="interactiveSeq">
                <p:stCondLst>
                  <p:cond evt="onClick" delay="0">
                    <p:tgtEl>
                      <p:spTgt spid="11"/>
                    </p:tgtEl>
                  </p:cond>
                </p:stCondLst>
                <p:endSync evt="end" delay="0">
                  <p:rtn val="all"/>
                </p:endSync>
                <p:childTnLst>
                  <p:par>
                    <p:cTn id="33" fill="hold">
                      <p:stCondLst>
                        <p:cond delay="0"/>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37" restart="whenNotActive" fill="hold" evtFilter="cancelBubble" nodeType="interactiveSeq">
                <p:stCondLst>
                  <p:cond evt="onClick" delay="0">
                    <p:tgtEl>
                      <p:spTgt spid="12"/>
                    </p:tgtEl>
                  </p:cond>
                </p:stCondLst>
                <p:endSync evt="end" delay="0">
                  <p:rtn val="all"/>
                </p:endSync>
                <p:childTnLst>
                  <p:par>
                    <p:cTn id="38" fill="hold">
                      <p:stCondLst>
                        <p:cond delay="0"/>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seq concurrent="1" nextAc="seek">
              <p:cTn id="42" restart="whenNotActive" fill="hold" evtFilter="cancelBubble" nodeType="interactiveSeq">
                <p:stCondLst>
                  <p:cond evt="onClick" delay="0">
                    <p:tgtEl>
                      <p:spTgt spid="13"/>
                    </p:tgtEl>
                  </p:cond>
                </p:stCondLst>
                <p:endSync evt="end" delay="0">
                  <p:rtn val="all"/>
                </p:endSync>
                <p:childTnLst>
                  <p:par>
                    <p:cTn id="43" fill="hold">
                      <p:stCondLst>
                        <p:cond delay="0"/>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47" restart="whenNotActive" fill="hold" evtFilter="cancelBubble" nodeType="interactiveSeq">
                <p:stCondLst>
                  <p:cond evt="onClick" delay="0">
                    <p:tgtEl>
                      <p:spTgt spid="14"/>
                    </p:tgtEl>
                  </p:cond>
                </p:stCondLst>
                <p:endSync evt="end" delay="0">
                  <p:rtn val="all"/>
                </p:endSync>
                <p:childTnLst>
                  <p:par>
                    <p:cTn id="48" fill="hold">
                      <p:stCondLst>
                        <p:cond delay="0"/>
                      </p:stCondLst>
                      <p:childTnLst>
                        <p:par>
                          <p:cTn id="49" fill="hold">
                            <p:stCondLst>
                              <p:cond delay="0"/>
                            </p:stCondLst>
                            <p:childTnLst>
                              <p:par>
                                <p:cTn id="50" presetID="1" presetClass="exit"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52" restart="whenNotActive" fill="hold" evtFilter="cancelBubble" nodeType="interactiveSeq">
                <p:stCondLst>
                  <p:cond evt="onClick" delay="0">
                    <p:tgtEl>
                      <p:spTgt spid="15"/>
                    </p:tgtEl>
                  </p:cond>
                </p:stCondLst>
                <p:endSync evt="end" delay="0">
                  <p:rtn val="all"/>
                </p:endSync>
                <p:childTnLst>
                  <p:par>
                    <p:cTn id="53" fill="hold">
                      <p:stCondLst>
                        <p:cond delay="0"/>
                      </p:stCondLst>
                      <p:childTnLst>
                        <p:par>
                          <p:cTn id="54" fill="hold">
                            <p:stCondLst>
                              <p:cond delay="0"/>
                            </p:stCondLst>
                            <p:childTnLst>
                              <p:par>
                                <p:cTn id="55" presetID="1" presetClass="exit" presetSubtype="0" fill="hold" grpId="0" nodeType="clickEffect">
                                  <p:stCondLst>
                                    <p:cond delay="0"/>
                                  </p:stCondLst>
                                  <p:childTnLst>
                                    <p:set>
                                      <p:cBhvr>
                                        <p:cTn id="56"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57" restart="whenNotActive" fill="hold" evtFilter="cancelBubble" nodeType="interactiveSeq">
                <p:stCondLst>
                  <p:cond evt="onClick" delay="0">
                    <p:tgtEl>
                      <p:spTgt spid="16"/>
                    </p:tgtEl>
                  </p:cond>
                </p:stCondLst>
                <p:endSync evt="end" delay="0">
                  <p:rtn val="all"/>
                </p:endSync>
                <p:childTnLst>
                  <p:par>
                    <p:cTn id="58" fill="hold">
                      <p:stCondLst>
                        <p:cond delay="0"/>
                      </p:stCondLst>
                      <p:childTnLst>
                        <p:par>
                          <p:cTn id="59" fill="hold">
                            <p:stCondLst>
                              <p:cond delay="0"/>
                            </p:stCondLst>
                            <p:childTnLst>
                              <p:par>
                                <p:cTn id="60" presetID="1" presetClass="exit"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62" restart="whenNotActive" fill="hold" evtFilter="cancelBubble" nodeType="interactiveSeq">
                <p:stCondLst>
                  <p:cond evt="onClick" delay="0">
                    <p:tgtEl>
                      <p:spTgt spid="17"/>
                    </p:tgtEl>
                  </p:cond>
                </p:stCondLst>
                <p:endSync evt="end" delay="0">
                  <p:rtn val="all"/>
                </p:endSync>
                <p:childTnLst>
                  <p:par>
                    <p:cTn id="63" fill="hold">
                      <p:stCondLst>
                        <p:cond delay="0"/>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67" restart="whenNotActive" fill="hold" evtFilter="cancelBubble" nodeType="interactiveSeq">
                <p:stCondLst>
                  <p:cond evt="onClick" delay="0">
                    <p:tgtEl>
                      <p:spTgt spid="18"/>
                    </p:tgtEl>
                  </p:cond>
                </p:stCondLst>
                <p:endSync evt="end" delay="0">
                  <p:rtn val="all"/>
                </p:endSync>
                <p:childTnLst>
                  <p:par>
                    <p:cTn id="68" fill="hold">
                      <p:stCondLst>
                        <p:cond delay="0"/>
                      </p:stCondLst>
                      <p:childTnLst>
                        <p:par>
                          <p:cTn id="69" fill="hold">
                            <p:stCondLst>
                              <p:cond delay="0"/>
                            </p:stCondLst>
                            <p:childTnLst>
                              <p:par>
                                <p:cTn id="70" presetID="1" presetClass="exit" presetSubtype="0" fill="hold" grpId="0" nodeType="clickEffect">
                                  <p:stCondLst>
                                    <p:cond delay="0"/>
                                  </p:stCondLst>
                                  <p:childTnLst>
                                    <p:set>
                                      <p:cBhvr>
                                        <p:cTn id="71"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72" restart="whenNotActive" fill="hold" evtFilter="cancelBubble" nodeType="interactiveSeq">
                <p:stCondLst>
                  <p:cond evt="onClick" delay="0">
                    <p:tgtEl>
                      <p:spTgt spid="19"/>
                    </p:tgtEl>
                  </p:cond>
                </p:stCondLst>
                <p:endSync evt="end" delay="0">
                  <p:rtn val="all"/>
                </p:endSync>
                <p:childTnLst>
                  <p:par>
                    <p:cTn id="73" fill="hold">
                      <p:stCondLst>
                        <p:cond delay="0"/>
                      </p:stCondLst>
                      <p:childTnLst>
                        <p:par>
                          <p:cTn id="74" fill="hold">
                            <p:stCondLst>
                              <p:cond delay="0"/>
                            </p:stCondLst>
                            <p:childTnLst>
                              <p:par>
                                <p:cTn id="75" presetID="1" presetClass="exit" presetSubtype="0" fill="hold" grpId="1" nodeType="withEffect">
                                  <p:stCondLst>
                                    <p:cond delay="0"/>
                                  </p:stCondLst>
                                  <p:childTnLst>
                                    <p:set>
                                      <p:cBhvr>
                                        <p:cTn id="76" dur="1" fill="hold">
                                          <p:stCondLst>
                                            <p:cond delay="0"/>
                                          </p:stCondLst>
                                        </p:cTn>
                                        <p:tgtEl>
                                          <p:spTgt spid="4"/>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5"/>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7"/>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8"/>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9"/>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10"/>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11"/>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12"/>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13"/>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14"/>
                                        </p:tgtEl>
                                        <p:attrNameLst>
                                          <p:attrName>style.visibility</p:attrName>
                                        </p:attrNameLst>
                                      </p:cBhvr>
                                      <p:to>
                                        <p:strVal val="hidden"/>
                                      </p:to>
                                    </p:set>
                                  </p:childTnLst>
                                </p:cTn>
                              </p:par>
                              <p:par>
                                <p:cTn id="95" presetID="1" presetClass="exit" presetSubtype="0" fill="hold" grpId="1" nodeType="withEffect">
                                  <p:stCondLst>
                                    <p:cond delay="0"/>
                                  </p:stCondLst>
                                  <p:childTnLst>
                                    <p:set>
                                      <p:cBhvr>
                                        <p:cTn id="96" dur="1" fill="hold">
                                          <p:stCondLst>
                                            <p:cond delay="0"/>
                                          </p:stCondLst>
                                        </p:cTn>
                                        <p:tgtEl>
                                          <p:spTgt spid="15"/>
                                        </p:tgtEl>
                                        <p:attrNameLst>
                                          <p:attrName>style.visibility</p:attrName>
                                        </p:attrNameLst>
                                      </p:cBhvr>
                                      <p:to>
                                        <p:strVal val="hidden"/>
                                      </p:to>
                                    </p:set>
                                  </p:childTnLst>
                                </p:cTn>
                              </p:par>
                              <p:par>
                                <p:cTn id="97" presetID="1" presetClass="exit" presetSubtype="0" fill="hold" grpId="1" nodeType="withEffect">
                                  <p:stCondLst>
                                    <p:cond delay="0"/>
                                  </p:stCondLst>
                                  <p:childTnLst>
                                    <p:set>
                                      <p:cBhvr>
                                        <p:cTn id="98" dur="1" fill="hold">
                                          <p:stCondLst>
                                            <p:cond delay="0"/>
                                          </p:stCondLst>
                                        </p:cTn>
                                        <p:tgtEl>
                                          <p:spTgt spid="16"/>
                                        </p:tgtEl>
                                        <p:attrNameLst>
                                          <p:attrName>style.visibility</p:attrName>
                                        </p:attrNameLst>
                                      </p:cBhvr>
                                      <p:to>
                                        <p:strVal val="hidden"/>
                                      </p:to>
                                    </p:set>
                                  </p:childTnLst>
                                </p:cTn>
                              </p:par>
                              <p:par>
                                <p:cTn id="99" presetID="1" presetClass="exit" presetSubtype="0" fill="hold" grpId="1" nodeType="withEffect">
                                  <p:stCondLst>
                                    <p:cond delay="0"/>
                                  </p:stCondLst>
                                  <p:childTnLst>
                                    <p:set>
                                      <p:cBhvr>
                                        <p:cTn id="100" dur="1" fill="hold">
                                          <p:stCondLst>
                                            <p:cond delay="0"/>
                                          </p:stCondLst>
                                        </p:cTn>
                                        <p:tgtEl>
                                          <p:spTgt spid="17"/>
                                        </p:tgtEl>
                                        <p:attrNameLst>
                                          <p:attrName>style.visibility</p:attrName>
                                        </p:attrNameLst>
                                      </p:cBhvr>
                                      <p:to>
                                        <p:strVal val="hidden"/>
                                      </p:to>
                                    </p:set>
                                  </p:childTnLst>
                                </p:cTn>
                              </p:par>
                              <p:par>
                                <p:cTn id="101" presetID="1" presetClass="exit" presetSubtype="0" fill="hold" grpId="1" nodeType="withEffect">
                                  <p:stCondLst>
                                    <p:cond delay="0"/>
                                  </p:stCondLst>
                                  <p:childTnLst>
                                    <p:set>
                                      <p:cBhvr>
                                        <p:cTn id="102"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4" grpId="0" animBg="1"/>
      <p:bldP spid="4" grpId="1" animBg="1"/>
      <p:bldP spid="5" grpId="0" animBg="1"/>
      <p:bldP spid="5" grpId="1" animBg="1"/>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46F8EA67-5A1E-4849-8978-C8EDB689D0C9}"/>
              </a:ext>
            </a:extLst>
          </p:cNvPr>
          <p:cNvCxnSpPr>
            <a:cxnSpLocks/>
          </p:cNvCxnSpPr>
          <p:nvPr/>
        </p:nvCxnSpPr>
        <p:spPr>
          <a:xfrm>
            <a:off x="2918764" y="4259730"/>
            <a:ext cx="729072" cy="150509"/>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F0AD0880-EA3F-7463-CF59-471FB9E198BF}"/>
              </a:ext>
            </a:extLst>
          </p:cNvPr>
          <p:cNvSpPr>
            <a:spLocks noGrp="1"/>
          </p:cNvSpPr>
          <p:nvPr>
            <p:ph type="title"/>
          </p:nvPr>
        </p:nvSpPr>
        <p:spPr/>
        <p:txBody>
          <a:bodyPr/>
          <a:lstStyle/>
          <a:p>
            <a:r>
              <a:rPr lang="en-GB" dirty="0"/>
              <a:t>The Big Idea: Negative Indices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5A2F41D-5B51-B797-9418-094D821131B8}"/>
                  </a:ext>
                </a:extLst>
              </p:cNvPr>
              <p:cNvSpPr txBox="1"/>
              <p:nvPr/>
            </p:nvSpPr>
            <p:spPr>
              <a:xfrm>
                <a:off x="1305425" y="3228945"/>
                <a:ext cx="6533148"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How could we use this to 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6</m:t>
                        </m:r>
                      </m:e>
                      <m:sup>
                        <m:r>
                          <a:rPr lang="en-GB" b="0" i="1" smtClean="0">
                            <a:latin typeface="Cambria Math" panose="02040503050406030204" pitchFamily="18" charset="0"/>
                          </a:rPr>
                          <m:t>−3</m:t>
                        </m:r>
                      </m:sup>
                    </m:sSup>
                  </m:oMath>
                </a14:m>
                <a:r>
                  <a:rPr lang="en-GB" dirty="0"/>
                  <a:t>?</a:t>
                </a:r>
              </a:p>
            </p:txBody>
          </p:sp>
        </mc:Choice>
        <mc:Fallback xmlns="">
          <p:sp>
            <p:nvSpPr>
              <p:cNvPr id="6" name="TextBox 5">
                <a:extLst>
                  <a:ext uri="{FF2B5EF4-FFF2-40B4-BE49-F238E27FC236}">
                    <a16:creationId xmlns:a16="http://schemas.microsoft.com/office/drawing/2014/main" id="{15A2F41D-5B51-B797-9418-094D821131B8}"/>
                  </a:ext>
                </a:extLst>
              </p:cNvPr>
              <p:cNvSpPr txBox="1">
                <a:spLocks noRot="1" noChangeAspect="1" noMove="1" noResize="1" noEditPoints="1" noAdjustHandles="1" noChangeArrowheads="1" noChangeShapeType="1" noTextEdit="1"/>
              </p:cNvSpPr>
              <p:nvPr/>
            </p:nvSpPr>
            <p:spPr>
              <a:xfrm>
                <a:off x="1305425" y="3228945"/>
                <a:ext cx="6533148" cy="400110"/>
              </a:xfrm>
              <a:prstGeom prst="rect">
                <a:avLst/>
              </a:prstGeom>
              <a:blipFill>
                <a:blip r:embed="rId2"/>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3" name="TextBox 2">
            <a:extLst>
              <a:ext uri="{FF2B5EF4-FFF2-40B4-BE49-F238E27FC236}">
                <a16:creationId xmlns:a16="http://schemas.microsoft.com/office/drawing/2014/main" id="{87B95438-BADE-4E5A-BE66-D0DA5417BA0A}"/>
              </a:ext>
            </a:extLst>
          </p:cNvPr>
          <p:cNvSpPr txBox="1"/>
          <p:nvPr/>
        </p:nvSpPr>
        <p:spPr>
          <a:xfrm>
            <a:off x="262001" y="683946"/>
            <a:ext cx="8619998" cy="707886"/>
          </a:xfrm>
          <a:prstGeom prst="rect">
            <a:avLst/>
          </a:prstGeom>
          <a:noFill/>
        </p:spPr>
        <p:txBody>
          <a:bodyPr wrap="square" rtlCol="0">
            <a:spAutoFit/>
          </a:bodyPr>
          <a:lstStyle/>
          <a:p>
            <a:pPr algn="ctr"/>
            <a:r>
              <a:rPr lang="en-GB" sz="2000" dirty="0"/>
              <a:t>Earlier, we noticed that the negative power is the </a:t>
            </a:r>
            <a:r>
              <a:rPr lang="en-GB" sz="2000" b="1" dirty="0"/>
              <a:t>reciprocal</a:t>
            </a:r>
            <a:r>
              <a:rPr lang="en-GB" sz="2000" dirty="0"/>
              <a:t> of the positive power.</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61F437A-AE77-7B87-07A7-CAF7862E3B27}"/>
                  </a:ext>
                </a:extLst>
              </p:cNvPr>
              <p:cNvSpPr txBox="1"/>
              <p:nvPr/>
            </p:nvSpPr>
            <p:spPr>
              <a:xfrm>
                <a:off x="884685" y="1598748"/>
                <a:ext cx="1498295" cy="116673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4</m:t>
                          </m:r>
                        </m:sup>
                      </m:sSup>
                      <m:r>
                        <a:rPr lang="en-GB" b="0" i="1" smtClean="0">
                          <a:latin typeface="Cambria Math" panose="02040503050406030204" pitchFamily="18" charset="0"/>
                        </a:rPr>
                        <m:t>=16</m:t>
                      </m:r>
                    </m:oMath>
                  </m:oMathPara>
                </a14:m>
                <a:endParaRPr lang="en-GB" b="0" dirty="0"/>
              </a:p>
              <a:p>
                <a:endParaRPr lang="en-GB" dirty="0"/>
              </a:p>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−4</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16</m:t>
                          </m:r>
                        </m:den>
                      </m:f>
                    </m:oMath>
                  </m:oMathPara>
                </a14:m>
                <a:endParaRPr lang="en-GB" dirty="0"/>
              </a:p>
            </p:txBody>
          </p:sp>
        </mc:Choice>
        <mc:Fallback xmlns="">
          <p:sp>
            <p:nvSpPr>
              <p:cNvPr id="4" name="TextBox 3">
                <a:extLst>
                  <a:ext uri="{FF2B5EF4-FFF2-40B4-BE49-F238E27FC236}">
                    <a16:creationId xmlns:a16="http://schemas.microsoft.com/office/drawing/2014/main" id="{061F437A-AE77-7B87-07A7-CAF7862E3B27}"/>
                  </a:ext>
                </a:extLst>
              </p:cNvPr>
              <p:cNvSpPr txBox="1">
                <a:spLocks noRot="1" noChangeAspect="1" noMove="1" noResize="1" noEditPoints="1" noAdjustHandles="1" noChangeArrowheads="1" noChangeShapeType="1" noTextEdit="1"/>
              </p:cNvSpPr>
              <p:nvPr/>
            </p:nvSpPr>
            <p:spPr>
              <a:xfrm>
                <a:off x="884685" y="1598748"/>
                <a:ext cx="1498295" cy="116673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3200FF4-A750-F887-2F38-F22D19F0CCCC}"/>
                  </a:ext>
                </a:extLst>
              </p:cNvPr>
              <p:cNvSpPr txBox="1"/>
              <p:nvPr/>
            </p:nvSpPr>
            <p:spPr>
              <a:xfrm>
                <a:off x="3726751" y="1586165"/>
                <a:ext cx="1737142" cy="116987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5</m:t>
                          </m:r>
                        </m:sup>
                      </m:sSup>
                      <m:r>
                        <a:rPr lang="en-GB" b="0" i="1" smtClean="0">
                          <a:latin typeface="Cambria Math" panose="02040503050406030204" pitchFamily="18" charset="0"/>
                        </a:rPr>
                        <m:t>=3125</m:t>
                      </m:r>
                    </m:oMath>
                  </m:oMathPara>
                </a14:m>
                <a:endParaRPr lang="en-GB" b="0" dirty="0"/>
              </a:p>
              <a:p>
                <a:endParaRPr lang="en-GB" dirty="0"/>
              </a:p>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−5</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3125</m:t>
                          </m:r>
                        </m:den>
                      </m:f>
                    </m:oMath>
                  </m:oMathPara>
                </a14:m>
                <a:endParaRPr lang="en-GB" dirty="0"/>
              </a:p>
            </p:txBody>
          </p:sp>
        </mc:Choice>
        <mc:Fallback xmlns="">
          <p:sp>
            <p:nvSpPr>
              <p:cNvPr id="5" name="TextBox 4">
                <a:extLst>
                  <a:ext uri="{FF2B5EF4-FFF2-40B4-BE49-F238E27FC236}">
                    <a16:creationId xmlns:a16="http://schemas.microsoft.com/office/drawing/2014/main" id="{13200FF4-A750-F887-2F38-F22D19F0CCCC}"/>
                  </a:ext>
                </a:extLst>
              </p:cNvPr>
              <p:cNvSpPr txBox="1">
                <a:spLocks noRot="1" noChangeAspect="1" noMove="1" noResize="1" noEditPoints="1" noAdjustHandles="1" noChangeArrowheads="1" noChangeShapeType="1" noTextEdit="1"/>
              </p:cNvSpPr>
              <p:nvPr/>
            </p:nvSpPr>
            <p:spPr>
              <a:xfrm>
                <a:off x="3726751" y="1586165"/>
                <a:ext cx="1737142" cy="116987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D9F9E9A-CD5F-FD08-57A9-0FAD9C8BF38C}"/>
                  </a:ext>
                </a:extLst>
              </p:cNvPr>
              <p:cNvSpPr txBox="1"/>
              <p:nvPr/>
            </p:nvSpPr>
            <p:spPr>
              <a:xfrm>
                <a:off x="6807663" y="1608189"/>
                <a:ext cx="1367618" cy="116493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i="1" smtClean="0">
                              <a:latin typeface="Cambria Math" panose="02040503050406030204" pitchFamily="18" charset="0"/>
                            </a:rPr>
                            <m:t>4</m:t>
                          </m:r>
                        </m:e>
                        <m:sup>
                          <m:r>
                            <a:rPr lang="en-GB" b="0" i="1" smtClean="0">
                              <a:latin typeface="Cambria Math" panose="02040503050406030204" pitchFamily="18" charset="0"/>
                            </a:rPr>
                            <m:t>1</m:t>
                          </m:r>
                        </m:sup>
                      </m:sSup>
                      <m:r>
                        <a:rPr lang="en-GB" b="0" i="1" smtClean="0">
                          <a:latin typeface="Cambria Math" panose="02040503050406030204" pitchFamily="18" charset="0"/>
                        </a:rPr>
                        <m:t>=4</m:t>
                      </m:r>
                    </m:oMath>
                  </m:oMathPara>
                </a14:m>
                <a:endParaRPr lang="en-GB" b="0" dirty="0"/>
              </a:p>
              <a:p>
                <a:endParaRPr lang="en-GB" dirty="0"/>
              </a:p>
              <a:p>
                <a:pP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4</m:t>
                          </m:r>
                        </m:e>
                        <m:sup>
                          <m:r>
                            <a:rPr lang="en-GB" b="0" i="1" smtClean="0">
                              <a:latin typeface="Cambria Math" panose="02040503050406030204" pitchFamily="18" charset="0"/>
                            </a:rPr>
                            <m:t>−1</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4</m:t>
                          </m:r>
                        </m:den>
                      </m:f>
                    </m:oMath>
                  </m:oMathPara>
                </a14:m>
                <a:endParaRPr lang="en-GB" dirty="0"/>
              </a:p>
            </p:txBody>
          </p:sp>
        </mc:Choice>
        <mc:Fallback xmlns="">
          <p:sp>
            <p:nvSpPr>
              <p:cNvPr id="7" name="TextBox 6">
                <a:extLst>
                  <a:ext uri="{FF2B5EF4-FFF2-40B4-BE49-F238E27FC236}">
                    <a16:creationId xmlns:a16="http://schemas.microsoft.com/office/drawing/2014/main" id="{8D9F9E9A-CD5F-FD08-57A9-0FAD9C8BF38C}"/>
                  </a:ext>
                </a:extLst>
              </p:cNvPr>
              <p:cNvSpPr txBox="1">
                <a:spLocks noRot="1" noChangeAspect="1" noMove="1" noResize="1" noEditPoints="1" noAdjustHandles="1" noChangeArrowheads="1" noChangeShapeType="1" noTextEdit="1"/>
              </p:cNvSpPr>
              <p:nvPr/>
            </p:nvSpPr>
            <p:spPr>
              <a:xfrm>
                <a:off x="6807663" y="1608189"/>
                <a:ext cx="1367618" cy="1164934"/>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41A5AF-A367-4A91-B505-4C2C25DA3BC2}"/>
                  </a:ext>
                </a:extLst>
              </p:cNvPr>
              <p:cNvSpPr txBox="1"/>
              <p:nvPr/>
            </p:nvSpPr>
            <p:spPr>
              <a:xfrm>
                <a:off x="768927" y="4116724"/>
                <a:ext cx="2302013" cy="147732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dirty="0"/>
                  <a:t>We can use index laws to split up </a:t>
                </a:r>
                <a14:m>
                  <m:oMath xmlns:m="http://schemas.openxmlformats.org/officeDocument/2006/math">
                    <m:sSup>
                      <m:sSupPr>
                        <m:ctrlPr>
                          <a:rPr lang="en-GB" b="0" i="1" dirty="0" smtClean="0">
                            <a:latin typeface="Cambria Math" panose="02040503050406030204" pitchFamily="18" charset="0"/>
                          </a:rPr>
                        </m:ctrlPr>
                      </m:sSupPr>
                      <m:e>
                        <m:r>
                          <a:rPr lang="en-GB" i="1" dirty="0" smtClean="0">
                            <a:latin typeface="Cambria Math" panose="02040503050406030204" pitchFamily="18" charset="0"/>
                          </a:rPr>
                          <m:t>6</m:t>
                        </m:r>
                      </m:e>
                      <m:sup>
                        <m:r>
                          <a:rPr lang="en-GB" b="0" i="1" dirty="0" smtClean="0">
                            <a:latin typeface="Cambria Math" panose="02040503050406030204" pitchFamily="18" charset="0"/>
                          </a:rPr>
                          <m:t>−3</m:t>
                        </m:r>
                      </m:sup>
                    </m:sSup>
                    <m:r>
                      <a:rPr lang="en-GB" b="0" i="1" dirty="0" smtClean="0">
                        <a:latin typeface="Cambria Math" panose="02040503050406030204" pitchFamily="18" charset="0"/>
                      </a:rPr>
                      <m:t>:</m:t>
                    </m:r>
                  </m:oMath>
                </a14:m>
                <a:endParaRPr lang="en-GB" dirty="0"/>
              </a:p>
              <a:p>
                <a:pPr algn="ct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𝑛</m:t>
                                  </m:r>
                                </m:sup>
                              </m:sSup>
                            </m:e>
                          </m:d>
                        </m:e>
                        <m:sup>
                          <m:r>
                            <a:rPr lang="en-GB" b="0" i="1" smtClean="0">
                              <a:latin typeface="Cambria Math" panose="02040503050406030204" pitchFamily="18" charset="0"/>
                            </a:rPr>
                            <m:t>𝑚</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𝑛𝑚</m:t>
                          </m:r>
                        </m:sup>
                      </m:sSup>
                    </m:oMath>
                  </m:oMathPara>
                </a14:m>
                <a:endParaRPr lang="en-GB" dirty="0"/>
              </a:p>
              <a:p>
                <a:pPr algn="ctr"/>
                <a:r>
                  <a:rPr lang="en-GB" dirty="0"/>
                  <a:t>So split </a:t>
                </a:r>
                <a14:m>
                  <m:oMath xmlns:m="http://schemas.openxmlformats.org/officeDocument/2006/math">
                    <m:r>
                      <a:rPr lang="en-GB" b="0" i="1" smtClean="0">
                        <a:latin typeface="Cambria Math" panose="02040503050406030204" pitchFamily="18" charset="0"/>
                      </a:rPr>
                      <m:t>−3</m:t>
                    </m:r>
                  </m:oMath>
                </a14:m>
                <a:r>
                  <a:rPr lang="en-GB" dirty="0"/>
                  <a:t> into </a:t>
                </a:r>
                <a:br>
                  <a:rPr lang="en-GB" dirty="0"/>
                </a:b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3×−1</m:t>
                      </m:r>
                    </m:oMath>
                  </m:oMathPara>
                </a14:m>
                <a:endParaRPr lang="en-GB" dirty="0"/>
              </a:p>
            </p:txBody>
          </p:sp>
        </mc:Choice>
        <mc:Fallback xmlns="">
          <p:sp>
            <p:nvSpPr>
              <p:cNvPr id="14" name="TextBox 13">
                <a:extLst>
                  <a:ext uri="{FF2B5EF4-FFF2-40B4-BE49-F238E27FC236}">
                    <a16:creationId xmlns:a16="http://schemas.microsoft.com/office/drawing/2014/main" id="{E641A5AF-A367-4A91-B505-4C2C25DA3BC2}"/>
                  </a:ext>
                </a:extLst>
              </p:cNvPr>
              <p:cNvSpPr txBox="1">
                <a:spLocks noRot="1" noChangeAspect="1" noMove="1" noResize="1" noEditPoints="1" noAdjustHandles="1" noChangeArrowheads="1" noChangeShapeType="1" noTextEdit="1"/>
              </p:cNvSpPr>
              <p:nvPr/>
            </p:nvSpPr>
            <p:spPr>
              <a:xfrm>
                <a:off x="768927" y="4116724"/>
                <a:ext cx="2302013" cy="1477328"/>
              </a:xfrm>
              <a:prstGeom prst="rect">
                <a:avLst/>
              </a:prstGeom>
              <a:blipFill>
                <a:blip r:embed="rId6"/>
                <a:stretch>
                  <a:fillRect t="-1619"/>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AA4EC82-C6F5-10E0-FD96-9899C377C6C1}"/>
                  </a:ext>
                </a:extLst>
              </p:cNvPr>
              <p:cNvSpPr txBox="1"/>
              <p:nvPr/>
            </p:nvSpPr>
            <p:spPr>
              <a:xfrm>
                <a:off x="3193633" y="4843387"/>
                <a:ext cx="3400783"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r>
                                <a:rPr lang="en-GB" sz="2000" b="0" i="1" smtClean="0">
                                  <a:latin typeface="Cambria Math" panose="02040503050406030204" pitchFamily="18" charset="0"/>
                                </a:rPr>
                                <m:t>216</m:t>
                              </m:r>
                            </m:e>
                          </m:d>
                        </m:e>
                        <m:sup>
                          <m:r>
                            <a:rPr lang="en-GB" sz="2000" b="0" i="1" smtClean="0">
                              <a:latin typeface="Cambria Math" panose="02040503050406030204" pitchFamily="18" charset="0"/>
                            </a:rPr>
                            <m:t>−1</m:t>
                          </m:r>
                        </m:sup>
                      </m:sSup>
                    </m:oMath>
                  </m:oMathPara>
                </a14:m>
                <a:endParaRPr lang="en-GB" sz="2000" dirty="0"/>
              </a:p>
            </p:txBody>
          </p:sp>
        </mc:Choice>
        <mc:Fallback xmlns="">
          <p:sp>
            <p:nvSpPr>
              <p:cNvPr id="10" name="TextBox 9">
                <a:extLst>
                  <a:ext uri="{FF2B5EF4-FFF2-40B4-BE49-F238E27FC236}">
                    <a16:creationId xmlns:a16="http://schemas.microsoft.com/office/drawing/2014/main" id="{9AA4EC82-C6F5-10E0-FD96-9899C377C6C1}"/>
                  </a:ext>
                </a:extLst>
              </p:cNvPr>
              <p:cNvSpPr txBox="1">
                <a:spLocks noRot="1" noChangeAspect="1" noMove="1" noResize="1" noEditPoints="1" noAdjustHandles="1" noChangeArrowheads="1" noChangeShapeType="1" noTextEdit="1"/>
              </p:cNvSpPr>
              <p:nvPr/>
            </p:nvSpPr>
            <p:spPr>
              <a:xfrm>
                <a:off x="3193633" y="4843387"/>
                <a:ext cx="3400783" cy="400110"/>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4AAB723-13D9-DDC8-7897-FBF0BD8CD5EF}"/>
                  </a:ext>
                </a:extLst>
              </p:cNvPr>
              <p:cNvSpPr txBox="1"/>
              <p:nvPr/>
            </p:nvSpPr>
            <p:spPr>
              <a:xfrm>
                <a:off x="3478871" y="4210184"/>
                <a:ext cx="2186255"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6</m:t>
                          </m:r>
                        </m:e>
                        <m:sup>
                          <m:r>
                            <a:rPr lang="en-GB" sz="2000" b="0" i="1" smtClean="0">
                              <a:latin typeface="Cambria Math" panose="02040503050406030204" pitchFamily="18" charset="0"/>
                            </a:rPr>
                            <m:t>−3</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6</m:t>
                                  </m:r>
                                </m:e>
                                <m:sup>
                                  <m:r>
                                    <a:rPr lang="en-GB" sz="2000" b="0" i="1" smtClean="0">
                                      <a:latin typeface="Cambria Math" panose="02040503050406030204" pitchFamily="18" charset="0"/>
                                    </a:rPr>
                                    <m:t>3</m:t>
                                  </m:r>
                                </m:sup>
                              </m:sSup>
                            </m:e>
                          </m:d>
                        </m:e>
                        <m:sup>
                          <m:r>
                            <a:rPr lang="en-GB" sz="2000" b="0" i="1" smtClean="0">
                              <a:latin typeface="Cambria Math" panose="02040503050406030204" pitchFamily="18" charset="0"/>
                            </a:rPr>
                            <m:t>−1</m:t>
                          </m:r>
                        </m:sup>
                      </m:sSup>
                    </m:oMath>
                  </m:oMathPara>
                </a14:m>
                <a:endParaRPr lang="en-GB" sz="2000" dirty="0"/>
              </a:p>
            </p:txBody>
          </p:sp>
        </mc:Choice>
        <mc:Fallback xmlns="">
          <p:sp>
            <p:nvSpPr>
              <p:cNvPr id="20" name="TextBox 19">
                <a:extLst>
                  <a:ext uri="{FF2B5EF4-FFF2-40B4-BE49-F238E27FC236}">
                    <a16:creationId xmlns:a16="http://schemas.microsoft.com/office/drawing/2014/main" id="{B4AAB723-13D9-DDC8-7897-FBF0BD8CD5EF}"/>
                  </a:ext>
                </a:extLst>
              </p:cNvPr>
              <p:cNvSpPr txBox="1">
                <a:spLocks noRot="1" noChangeAspect="1" noMove="1" noResize="1" noEditPoints="1" noAdjustHandles="1" noChangeArrowheads="1" noChangeShapeType="1" noTextEdit="1"/>
              </p:cNvSpPr>
              <p:nvPr/>
            </p:nvSpPr>
            <p:spPr>
              <a:xfrm>
                <a:off x="3478871" y="4210184"/>
                <a:ext cx="2186255" cy="400110"/>
              </a:xfrm>
              <a:prstGeom prst="rect">
                <a:avLst/>
              </a:prstGeom>
              <a:blipFill>
                <a:blip r:embed="rId8"/>
                <a:stretch>
                  <a:fillRect/>
                </a:stretch>
              </a:blipFill>
            </p:spPr>
            <p:txBody>
              <a:bodyPr/>
              <a:lstStyle/>
              <a:p>
                <a:r>
                  <a:rPr lang="en-GB">
                    <a:noFill/>
                  </a:rPr>
                  <a:t> </a:t>
                </a:r>
              </a:p>
            </p:txBody>
          </p:sp>
        </mc:Fallback>
      </mc:AlternateContent>
      <p:cxnSp>
        <p:nvCxnSpPr>
          <p:cNvPr id="27" name="Straight Arrow Connector 26">
            <a:extLst>
              <a:ext uri="{FF2B5EF4-FFF2-40B4-BE49-F238E27FC236}">
                <a16:creationId xmlns:a16="http://schemas.microsoft.com/office/drawing/2014/main" id="{4A8DC641-7AFF-4EFC-9BDD-FC76C271AF11}"/>
              </a:ext>
            </a:extLst>
          </p:cNvPr>
          <p:cNvCxnSpPr>
            <a:cxnSpLocks/>
          </p:cNvCxnSpPr>
          <p:nvPr/>
        </p:nvCxnSpPr>
        <p:spPr>
          <a:xfrm flipH="1" flipV="1">
            <a:off x="4953805" y="4610294"/>
            <a:ext cx="1602511" cy="36938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CF4B3CA-3CE2-F559-0D31-47F2C17F0946}"/>
                  </a:ext>
                </a:extLst>
              </p:cNvPr>
              <p:cNvSpPr txBox="1"/>
              <p:nvPr/>
            </p:nvSpPr>
            <p:spPr>
              <a:xfrm>
                <a:off x="5842439" y="4619063"/>
                <a:ext cx="1819276" cy="64633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dirty="0"/>
                  <a:t>We know that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6</m:t>
                        </m:r>
                      </m:e>
                      <m:sup>
                        <m:r>
                          <a:rPr lang="en-GB" i="1">
                            <a:latin typeface="Cambria Math" panose="02040503050406030204" pitchFamily="18" charset="0"/>
                          </a:rPr>
                          <m:t>3</m:t>
                        </m:r>
                      </m:sup>
                    </m:sSup>
                    <m:r>
                      <a:rPr lang="en-GB" i="1">
                        <a:latin typeface="Cambria Math" panose="02040503050406030204" pitchFamily="18" charset="0"/>
                      </a:rPr>
                      <m:t>=216</m:t>
                    </m:r>
                  </m:oMath>
                </a14:m>
                <a:endParaRPr lang="en-GB" dirty="0"/>
              </a:p>
            </p:txBody>
          </p:sp>
        </mc:Choice>
        <mc:Fallback xmlns="">
          <p:sp>
            <p:nvSpPr>
              <p:cNvPr id="26" name="TextBox 25">
                <a:extLst>
                  <a:ext uri="{FF2B5EF4-FFF2-40B4-BE49-F238E27FC236}">
                    <a16:creationId xmlns:a16="http://schemas.microsoft.com/office/drawing/2014/main" id="{CCF4B3CA-3CE2-F559-0D31-47F2C17F0946}"/>
                  </a:ext>
                </a:extLst>
              </p:cNvPr>
              <p:cNvSpPr txBox="1">
                <a:spLocks noRot="1" noChangeAspect="1" noMove="1" noResize="1" noEditPoints="1" noAdjustHandles="1" noChangeArrowheads="1" noChangeShapeType="1" noTextEdit="1"/>
              </p:cNvSpPr>
              <p:nvPr/>
            </p:nvSpPr>
            <p:spPr>
              <a:xfrm>
                <a:off x="5842439" y="4619063"/>
                <a:ext cx="1819276" cy="646331"/>
              </a:xfrm>
              <a:prstGeom prst="rect">
                <a:avLst/>
              </a:prstGeom>
              <a:blipFill>
                <a:blip r:embed="rId9"/>
                <a:stretch>
                  <a:fillRect t="-454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228BEA6-470A-009C-6748-ED026A2E84D8}"/>
                  </a:ext>
                </a:extLst>
              </p:cNvPr>
              <p:cNvSpPr txBox="1"/>
              <p:nvPr/>
            </p:nvSpPr>
            <p:spPr>
              <a:xfrm>
                <a:off x="3865619" y="5379461"/>
                <a:ext cx="1412758"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216</m:t>
                          </m:r>
                        </m:den>
                      </m:f>
                    </m:oMath>
                  </m:oMathPara>
                </a14:m>
                <a:endParaRPr lang="en-GB" sz="2000" dirty="0"/>
              </a:p>
            </p:txBody>
          </p:sp>
        </mc:Choice>
        <mc:Fallback xmlns="">
          <p:sp>
            <p:nvSpPr>
              <p:cNvPr id="31" name="TextBox 30">
                <a:extLst>
                  <a:ext uri="{FF2B5EF4-FFF2-40B4-BE49-F238E27FC236}">
                    <a16:creationId xmlns:a16="http://schemas.microsoft.com/office/drawing/2014/main" id="{3228BEA6-470A-009C-6748-ED026A2E84D8}"/>
                  </a:ext>
                </a:extLst>
              </p:cNvPr>
              <p:cNvSpPr txBox="1">
                <a:spLocks noRot="1" noChangeAspect="1" noMove="1" noResize="1" noEditPoints="1" noAdjustHandles="1" noChangeArrowheads="1" noChangeShapeType="1" noTextEdit="1"/>
              </p:cNvSpPr>
              <p:nvPr/>
            </p:nvSpPr>
            <p:spPr>
              <a:xfrm>
                <a:off x="3865619" y="5379461"/>
                <a:ext cx="1412758" cy="670568"/>
              </a:xfrm>
              <a:prstGeom prst="rect">
                <a:avLst/>
              </a:prstGeom>
              <a:blipFill>
                <a:blip r:embed="rId10"/>
                <a:stretch>
                  <a:fillRect/>
                </a:stretch>
              </a:blipFill>
            </p:spPr>
            <p:txBody>
              <a:bodyPr/>
              <a:lstStyle/>
              <a:p>
                <a:r>
                  <a:rPr lang="en-GB">
                    <a:noFill/>
                  </a:rPr>
                  <a:t> </a:t>
                </a:r>
              </a:p>
            </p:txBody>
          </p:sp>
        </mc:Fallback>
      </mc:AlternateContent>
      <p:cxnSp>
        <p:nvCxnSpPr>
          <p:cNvPr id="32" name="Straight Arrow Connector 31">
            <a:extLst>
              <a:ext uri="{FF2B5EF4-FFF2-40B4-BE49-F238E27FC236}">
                <a16:creationId xmlns:a16="http://schemas.microsoft.com/office/drawing/2014/main" id="{19FA80D1-C4C8-6D8D-140B-0ECDBCD316AD}"/>
              </a:ext>
            </a:extLst>
          </p:cNvPr>
          <p:cNvCxnSpPr>
            <a:cxnSpLocks/>
          </p:cNvCxnSpPr>
          <p:nvPr/>
        </p:nvCxnSpPr>
        <p:spPr>
          <a:xfrm flipH="1" flipV="1">
            <a:off x="5331097" y="5191423"/>
            <a:ext cx="835914" cy="858606"/>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CABDB9E-BD87-3702-33ED-A2EAED713B05}"/>
                  </a:ext>
                </a:extLst>
              </p:cNvPr>
              <p:cNvSpPr txBox="1"/>
              <p:nvPr/>
            </p:nvSpPr>
            <p:spPr>
              <a:xfrm>
                <a:off x="5568998" y="5615078"/>
                <a:ext cx="2366158"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The power of </a:t>
                </a:r>
                <a14:m>
                  <m:oMath xmlns:m="http://schemas.openxmlformats.org/officeDocument/2006/math">
                    <m:r>
                      <a:rPr lang="en-GB" sz="1600" i="1" dirty="0" smtClean="0">
                        <a:latin typeface="Cambria Math" panose="02040503050406030204" pitchFamily="18" charset="0"/>
                      </a:rPr>
                      <m:t>−1 </m:t>
                    </m:r>
                  </m:oMath>
                </a14:m>
                <a:r>
                  <a:rPr lang="en-GB" sz="1600" dirty="0"/>
                  <a:t>means to find the reciprocal</a:t>
                </a:r>
              </a:p>
            </p:txBody>
          </p:sp>
        </mc:Choice>
        <mc:Fallback xmlns="">
          <p:sp>
            <p:nvSpPr>
              <p:cNvPr id="12" name="TextBox 11">
                <a:extLst>
                  <a:ext uri="{FF2B5EF4-FFF2-40B4-BE49-F238E27FC236}">
                    <a16:creationId xmlns:a16="http://schemas.microsoft.com/office/drawing/2014/main" id="{5CABDB9E-BD87-3702-33ED-A2EAED713B05}"/>
                  </a:ext>
                </a:extLst>
              </p:cNvPr>
              <p:cNvSpPr txBox="1">
                <a:spLocks noRot="1" noChangeAspect="1" noMove="1" noResize="1" noEditPoints="1" noAdjustHandles="1" noChangeArrowheads="1" noChangeShapeType="1" noTextEdit="1"/>
              </p:cNvSpPr>
              <p:nvPr/>
            </p:nvSpPr>
            <p:spPr>
              <a:xfrm>
                <a:off x="5568998" y="5615078"/>
                <a:ext cx="2366158" cy="584775"/>
              </a:xfrm>
              <a:prstGeom prst="rect">
                <a:avLst/>
              </a:prstGeom>
              <a:blipFill>
                <a:blip r:embed="rId11"/>
                <a:stretch>
                  <a:fillRect l="-510" t="-2000" r="-3061" b="-9000"/>
                </a:stretch>
              </a:blipFill>
            </p:spPr>
            <p:txBody>
              <a:bodyPr/>
              <a:lstStyle/>
              <a:p>
                <a:r>
                  <a:rPr lang="en-GB">
                    <a:noFill/>
                  </a:rPr>
                  <a:t> </a:t>
                </a:r>
              </a:p>
            </p:txBody>
          </p:sp>
        </mc:Fallback>
      </mc:AlternateContent>
    </p:spTree>
    <p:extLst>
      <p:ext uri="{BB962C8B-B14F-4D97-AF65-F5344CB8AC3E}">
        <p14:creationId xmlns:p14="http://schemas.microsoft.com/office/powerpoint/2010/main" val="2619509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10" grpId="0"/>
      <p:bldP spid="20" grpId="0"/>
      <p:bldP spid="26" grpId="0" animBg="1"/>
      <p:bldP spid="31" grpId="0"/>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8BFFB-819A-21B7-BE7F-5ED2EF523FF9}"/>
            </a:ext>
          </a:extLst>
        </p:cNvPr>
        <p:cNvGrpSpPr/>
        <p:nvPr/>
      </p:nvGrpSpPr>
      <p:grpSpPr>
        <a:xfrm>
          <a:off x="0" y="0"/>
          <a:ext cx="0" cy="0"/>
          <a:chOff x="0" y="0"/>
          <a:chExt cx="0" cy="0"/>
        </a:xfrm>
      </p:grpSpPr>
      <p:grpSp>
        <p:nvGrpSpPr>
          <p:cNvPr id="43" name="Group 42">
            <a:extLst>
              <a:ext uri="{FF2B5EF4-FFF2-40B4-BE49-F238E27FC236}">
                <a16:creationId xmlns:a16="http://schemas.microsoft.com/office/drawing/2014/main" id="{2B23E1BB-1530-0A9B-E6C0-9DD81277175A}"/>
              </a:ext>
            </a:extLst>
          </p:cNvPr>
          <p:cNvGrpSpPr/>
          <p:nvPr/>
        </p:nvGrpSpPr>
        <p:grpSpPr>
          <a:xfrm>
            <a:off x="4521565" y="2129249"/>
            <a:ext cx="2847433" cy="2246463"/>
            <a:chOff x="2664639" y="2694860"/>
            <a:chExt cx="5588409" cy="4489541"/>
          </a:xfrm>
        </p:grpSpPr>
        <p:sp>
          <p:nvSpPr>
            <p:cNvPr id="44" name="Free-form: Shape 97">
              <a:extLst>
                <a:ext uri="{FF2B5EF4-FFF2-40B4-BE49-F238E27FC236}">
                  <a16:creationId xmlns:a16="http://schemas.microsoft.com/office/drawing/2014/main" id="{FEE70607-456F-46EA-45D0-0DD8DC008778}"/>
                </a:ext>
              </a:extLst>
            </p:cNvPr>
            <p:cNvSpPr/>
            <p:nvPr/>
          </p:nvSpPr>
          <p:spPr>
            <a:xfrm>
              <a:off x="2674513" y="2694860"/>
              <a:ext cx="5578535" cy="4470244"/>
            </a:xfrm>
            <a:custGeom>
              <a:avLst/>
              <a:gdLst>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9144000" h="5143500">
                  <a:moveTo>
                    <a:pt x="0" y="0"/>
                  </a:moveTo>
                  <a:lnTo>
                    <a:pt x="9144000" y="0"/>
                  </a:lnTo>
                  <a:lnTo>
                    <a:pt x="9144000" y="5143500"/>
                  </a:lnTo>
                  <a:lnTo>
                    <a:pt x="0" y="5143500"/>
                  </a:lnTo>
                  <a:close/>
                </a:path>
              </a:pathLst>
            </a:custGeom>
            <a:solidFill>
              <a:srgbClr val="F2F2F2"/>
            </a:solidFill>
            <a:ln w="476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Trebuchet MS" panose="020B0603020202020204"/>
              </a:endParaRPr>
            </a:p>
          </p:txBody>
        </p:sp>
        <p:sp>
          <p:nvSpPr>
            <p:cNvPr id="45" name="Free-form: Shape 98">
              <a:extLst>
                <a:ext uri="{FF2B5EF4-FFF2-40B4-BE49-F238E27FC236}">
                  <a16:creationId xmlns:a16="http://schemas.microsoft.com/office/drawing/2014/main" id="{B2C01772-42FB-F2E1-7E4A-DF7424969C66}"/>
                </a:ext>
              </a:extLst>
            </p:cNvPr>
            <p:cNvSpPr/>
            <p:nvPr/>
          </p:nvSpPr>
          <p:spPr>
            <a:xfrm>
              <a:off x="2664639" y="2734922"/>
              <a:ext cx="5559551" cy="4449479"/>
            </a:xfrm>
            <a:custGeom>
              <a:avLst/>
              <a:gdLst>
                <a:gd name="connsiteX0" fmla="*/ 0 w 5559551"/>
                <a:gd name="connsiteY0" fmla="*/ 0 h 4449479"/>
                <a:gd name="connsiteX1" fmla="*/ 0 w 5559551"/>
                <a:gd name="connsiteY1" fmla="*/ 4449480 h 4449479"/>
                <a:gd name="connsiteX2" fmla="*/ 5559552 w 5559551"/>
                <a:gd name="connsiteY2" fmla="*/ 4449480 h 4449479"/>
                <a:gd name="connsiteX3" fmla="*/ 5559552 w 5559551"/>
                <a:gd name="connsiteY3" fmla="*/ 0 h 4449479"/>
                <a:gd name="connsiteX4" fmla="*/ 0 w 5559551"/>
                <a:gd name="connsiteY4" fmla="*/ 0 h 4449479"/>
                <a:gd name="connsiteX5" fmla="*/ 5550313 w 5559551"/>
                <a:gd name="connsiteY5" fmla="*/ 555031 h 4449479"/>
                <a:gd name="connsiteX6" fmla="*/ 5004530 w 5559551"/>
                <a:gd name="connsiteY6" fmla="*/ 555031 h 4449479"/>
                <a:gd name="connsiteX7" fmla="*/ 5004530 w 5559551"/>
                <a:gd name="connsiteY7" fmla="*/ 9249 h 4449479"/>
                <a:gd name="connsiteX8" fmla="*/ 5550313 w 5559551"/>
                <a:gd name="connsiteY8" fmla="*/ 9249 h 4449479"/>
                <a:gd name="connsiteX9" fmla="*/ 5550313 w 5559551"/>
                <a:gd name="connsiteY9" fmla="*/ 555031 h 4449479"/>
                <a:gd name="connsiteX10" fmla="*/ 2775161 w 5559551"/>
                <a:gd name="connsiteY10" fmla="*/ 2229379 h 4449479"/>
                <a:gd name="connsiteX11" fmla="*/ 2775161 w 5559551"/>
                <a:gd name="connsiteY11" fmla="*/ 2775161 h 4449479"/>
                <a:gd name="connsiteX12" fmla="*/ 2229379 w 5559551"/>
                <a:gd name="connsiteY12" fmla="*/ 2775161 h 4449479"/>
                <a:gd name="connsiteX13" fmla="*/ 2229379 w 5559551"/>
                <a:gd name="connsiteY13" fmla="*/ 2229379 h 4449479"/>
                <a:gd name="connsiteX14" fmla="*/ 2775161 w 5559551"/>
                <a:gd name="connsiteY14" fmla="*/ 2229379 h 4449479"/>
                <a:gd name="connsiteX15" fmla="*/ 2229379 w 5559551"/>
                <a:gd name="connsiteY15" fmla="*/ 2220130 h 4449479"/>
                <a:gd name="connsiteX16" fmla="*/ 2229379 w 5559551"/>
                <a:gd name="connsiteY16" fmla="*/ 1674347 h 4449479"/>
                <a:gd name="connsiteX17" fmla="*/ 2775161 w 5559551"/>
                <a:gd name="connsiteY17" fmla="*/ 1674347 h 4449479"/>
                <a:gd name="connsiteX18" fmla="*/ 2775161 w 5559551"/>
                <a:gd name="connsiteY18" fmla="*/ 2220130 h 4449479"/>
                <a:gd name="connsiteX19" fmla="*/ 2229379 w 5559551"/>
                <a:gd name="connsiteY19" fmla="*/ 2220130 h 4449479"/>
                <a:gd name="connsiteX20" fmla="*/ 2784410 w 5559551"/>
                <a:gd name="connsiteY20" fmla="*/ 2229379 h 4449479"/>
                <a:gd name="connsiteX21" fmla="*/ 3330178 w 5559551"/>
                <a:gd name="connsiteY21" fmla="*/ 2229379 h 4449479"/>
                <a:gd name="connsiteX22" fmla="*/ 3330178 w 5559551"/>
                <a:gd name="connsiteY22" fmla="*/ 2775161 h 4449479"/>
                <a:gd name="connsiteX23" fmla="*/ 2784410 w 5559551"/>
                <a:gd name="connsiteY23" fmla="*/ 2775161 h 4449479"/>
                <a:gd name="connsiteX24" fmla="*/ 2784410 w 5559551"/>
                <a:gd name="connsiteY24" fmla="*/ 2229379 h 4449479"/>
                <a:gd name="connsiteX25" fmla="*/ 2784410 w 5559551"/>
                <a:gd name="connsiteY25" fmla="*/ 2229379 h 4449479"/>
                <a:gd name="connsiteX26" fmla="*/ 2784410 w 5559551"/>
                <a:gd name="connsiteY26" fmla="*/ 2220130 h 4449479"/>
                <a:gd name="connsiteX27" fmla="*/ 2784410 w 5559551"/>
                <a:gd name="connsiteY27" fmla="*/ 1674347 h 4449479"/>
                <a:gd name="connsiteX28" fmla="*/ 3330178 w 5559551"/>
                <a:gd name="connsiteY28" fmla="*/ 1674347 h 4449479"/>
                <a:gd name="connsiteX29" fmla="*/ 3330178 w 5559551"/>
                <a:gd name="connsiteY29" fmla="*/ 2220130 h 4449479"/>
                <a:gd name="connsiteX30" fmla="*/ 2784410 w 5559551"/>
                <a:gd name="connsiteY30" fmla="*/ 2220130 h 4449479"/>
                <a:gd name="connsiteX31" fmla="*/ 3339417 w 5559551"/>
                <a:gd name="connsiteY31" fmla="*/ 1674347 h 4449479"/>
                <a:gd name="connsiteX32" fmla="*/ 3885247 w 5559551"/>
                <a:gd name="connsiteY32" fmla="*/ 1674347 h 4449479"/>
                <a:gd name="connsiteX33" fmla="*/ 3885247 w 5559551"/>
                <a:gd name="connsiteY33" fmla="*/ 2220130 h 4449479"/>
                <a:gd name="connsiteX34" fmla="*/ 3339417 w 5559551"/>
                <a:gd name="connsiteY34" fmla="*/ 2220130 h 4449479"/>
                <a:gd name="connsiteX35" fmla="*/ 3339417 w 5559551"/>
                <a:gd name="connsiteY35" fmla="*/ 1674347 h 4449479"/>
                <a:gd name="connsiteX36" fmla="*/ 3339417 w 5559551"/>
                <a:gd name="connsiteY36" fmla="*/ 1665094 h 4449479"/>
                <a:gd name="connsiteX37" fmla="*/ 3339417 w 5559551"/>
                <a:gd name="connsiteY37" fmla="*/ 1119311 h 4449479"/>
                <a:gd name="connsiteX38" fmla="*/ 3885247 w 5559551"/>
                <a:gd name="connsiteY38" fmla="*/ 1119311 h 4449479"/>
                <a:gd name="connsiteX39" fmla="*/ 3885247 w 5559551"/>
                <a:gd name="connsiteY39" fmla="*/ 1665094 h 4449479"/>
                <a:gd name="connsiteX40" fmla="*/ 3339417 w 5559551"/>
                <a:gd name="connsiteY40" fmla="*/ 1665094 h 4449479"/>
                <a:gd name="connsiteX41" fmla="*/ 3330178 w 5559551"/>
                <a:gd name="connsiteY41" fmla="*/ 1665094 h 4449479"/>
                <a:gd name="connsiteX42" fmla="*/ 2784410 w 5559551"/>
                <a:gd name="connsiteY42" fmla="*/ 1665094 h 4449479"/>
                <a:gd name="connsiteX43" fmla="*/ 2784410 w 5559551"/>
                <a:gd name="connsiteY43" fmla="*/ 1119311 h 4449479"/>
                <a:gd name="connsiteX44" fmla="*/ 3330178 w 5559551"/>
                <a:gd name="connsiteY44" fmla="*/ 1119311 h 4449479"/>
                <a:gd name="connsiteX45" fmla="*/ 3330178 w 5559551"/>
                <a:gd name="connsiteY45" fmla="*/ 1665094 h 4449479"/>
                <a:gd name="connsiteX46" fmla="*/ 2775161 w 5559551"/>
                <a:gd name="connsiteY46" fmla="*/ 1665094 h 4449479"/>
                <a:gd name="connsiteX47" fmla="*/ 2229379 w 5559551"/>
                <a:gd name="connsiteY47" fmla="*/ 1665094 h 4449479"/>
                <a:gd name="connsiteX48" fmla="*/ 2229379 w 5559551"/>
                <a:gd name="connsiteY48" fmla="*/ 1119311 h 4449479"/>
                <a:gd name="connsiteX49" fmla="*/ 2775161 w 5559551"/>
                <a:gd name="connsiteY49" fmla="*/ 1119311 h 4449479"/>
                <a:gd name="connsiteX50" fmla="*/ 2775161 w 5559551"/>
                <a:gd name="connsiteY50" fmla="*/ 1665094 h 4449479"/>
                <a:gd name="connsiteX51" fmla="*/ 2220130 w 5559551"/>
                <a:gd name="connsiteY51" fmla="*/ 1665094 h 4449479"/>
                <a:gd name="connsiteX52" fmla="*/ 1674347 w 5559551"/>
                <a:gd name="connsiteY52" fmla="*/ 1665094 h 4449479"/>
                <a:gd name="connsiteX53" fmla="*/ 1674347 w 5559551"/>
                <a:gd name="connsiteY53" fmla="*/ 1119311 h 4449479"/>
                <a:gd name="connsiteX54" fmla="*/ 2220130 w 5559551"/>
                <a:gd name="connsiteY54" fmla="*/ 1119311 h 4449479"/>
                <a:gd name="connsiteX55" fmla="*/ 2220130 w 5559551"/>
                <a:gd name="connsiteY55" fmla="*/ 1665094 h 4449479"/>
                <a:gd name="connsiteX56" fmla="*/ 2220130 w 5559551"/>
                <a:gd name="connsiteY56" fmla="*/ 1674347 h 4449479"/>
                <a:gd name="connsiteX57" fmla="*/ 2220130 w 5559551"/>
                <a:gd name="connsiteY57" fmla="*/ 2220130 h 4449479"/>
                <a:gd name="connsiteX58" fmla="*/ 1674347 w 5559551"/>
                <a:gd name="connsiteY58" fmla="*/ 2220130 h 4449479"/>
                <a:gd name="connsiteX59" fmla="*/ 1674347 w 5559551"/>
                <a:gd name="connsiteY59" fmla="*/ 1674347 h 4449479"/>
                <a:gd name="connsiteX60" fmla="*/ 2220130 w 5559551"/>
                <a:gd name="connsiteY60" fmla="*/ 1674347 h 4449479"/>
                <a:gd name="connsiteX61" fmla="*/ 2220130 w 5559551"/>
                <a:gd name="connsiteY61" fmla="*/ 2229379 h 4449479"/>
                <a:gd name="connsiteX62" fmla="*/ 2220130 w 5559551"/>
                <a:gd name="connsiteY62" fmla="*/ 2775161 h 4449479"/>
                <a:gd name="connsiteX63" fmla="*/ 1674347 w 5559551"/>
                <a:gd name="connsiteY63" fmla="*/ 2775161 h 4449479"/>
                <a:gd name="connsiteX64" fmla="*/ 1674347 w 5559551"/>
                <a:gd name="connsiteY64" fmla="*/ 2229379 h 4449479"/>
                <a:gd name="connsiteX65" fmla="*/ 2220130 w 5559551"/>
                <a:gd name="connsiteY65" fmla="*/ 2229379 h 4449479"/>
                <a:gd name="connsiteX66" fmla="*/ 2220130 w 5559551"/>
                <a:gd name="connsiteY66" fmla="*/ 2784410 h 4449479"/>
                <a:gd name="connsiteX67" fmla="*/ 2220130 w 5559551"/>
                <a:gd name="connsiteY67" fmla="*/ 3330192 h 4449479"/>
                <a:gd name="connsiteX68" fmla="*/ 1674347 w 5559551"/>
                <a:gd name="connsiteY68" fmla="*/ 3330192 h 4449479"/>
                <a:gd name="connsiteX69" fmla="*/ 1674347 w 5559551"/>
                <a:gd name="connsiteY69" fmla="*/ 2784410 h 4449479"/>
                <a:gd name="connsiteX70" fmla="*/ 2220130 w 5559551"/>
                <a:gd name="connsiteY70" fmla="*/ 2784410 h 4449479"/>
                <a:gd name="connsiteX71" fmla="*/ 2229379 w 5559551"/>
                <a:gd name="connsiteY71" fmla="*/ 2784410 h 4449479"/>
                <a:gd name="connsiteX72" fmla="*/ 2775161 w 5559551"/>
                <a:gd name="connsiteY72" fmla="*/ 2784410 h 4449479"/>
                <a:gd name="connsiteX73" fmla="*/ 2775161 w 5559551"/>
                <a:gd name="connsiteY73" fmla="*/ 3330192 h 4449479"/>
                <a:gd name="connsiteX74" fmla="*/ 2229379 w 5559551"/>
                <a:gd name="connsiteY74" fmla="*/ 3330192 h 4449479"/>
                <a:gd name="connsiteX75" fmla="*/ 2229379 w 5559551"/>
                <a:gd name="connsiteY75" fmla="*/ 2784410 h 4449479"/>
                <a:gd name="connsiteX76" fmla="*/ 2784410 w 5559551"/>
                <a:gd name="connsiteY76" fmla="*/ 2784410 h 4449479"/>
                <a:gd name="connsiteX77" fmla="*/ 3330178 w 5559551"/>
                <a:gd name="connsiteY77" fmla="*/ 2784410 h 4449479"/>
                <a:gd name="connsiteX78" fmla="*/ 3330178 w 5559551"/>
                <a:gd name="connsiteY78" fmla="*/ 3330192 h 4449479"/>
                <a:gd name="connsiteX79" fmla="*/ 2784410 w 5559551"/>
                <a:gd name="connsiteY79" fmla="*/ 3330192 h 4449479"/>
                <a:gd name="connsiteX80" fmla="*/ 2784410 w 5559551"/>
                <a:gd name="connsiteY80" fmla="*/ 2784410 h 4449479"/>
                <a:gd name="connsiteX81" fmla="*/ 2784410 w 5559551"/>
                <a:gd name="connsiteY81" fmla="*/ 2784410 h 4449479"/>
                <a:gd name="connsiteX82" fmla="*/ 3339417 w 5559551"/>
                <a:gd name="connsiteY82" fmla="*/ 2784410 h 4449479"/>
                <a:gd name="connsiteX83" fmla="*/ 3885247 w 5559551"/>
                <a:gd name="connsiteY83" fmla="*/ 2784410 h 4449479"/>
                <a:gd name="connsiteX84" fmla="*/ 3885247 w 5559551"/>
                <a:gd name="connsiteY84" fmla="*/ 3330192 h 4449479"/>
                <a:gd name="connsiteX85" fmla="*/ 3339417 w 5559551"/>
                <a:gd name="connsiteY85" fmla="*/ 3330192 h 4449479"/>
                <a:gd name="connsiteX86" fmla="*/ 3339417 w 5559551"/>
                <a:gd name="connsiteY86" fmla="*/ 2784410 h 4449479"/>
                <a:gd name="connsiteX87" fmla="*/ 3339417 w 5559551"/>
                <a:gd name="connsiteY87" fmla="*/ 2775161 h 4449479"/>
                <a:gd name="connsiteX88" fmla="*/ 3339417 w 5559551"/>
                <a:gd name="connsiteY88" fmla="*/ 2229379 h 4449479"/>
                <a:gd name="connsiteX89" fmla="*/ 3885247 w 5559551"/>
                <a:gd name="connsiteY89" fmla="*/ 2229379 h 4449479"/>
                <a:gd name="connsiteX90" fmla="*/ 3885247 w 5559551"/>
                <a:gd name="connsiteY90" fmla="*/ 2775161 h 4449479"/>
                <a:gd name="connsiteX91" fmla="*/ 3339417 w 5559551"/>
                <a:gd name="connsiteY91" fmla="*/ 2775161 h 4449479"/>
                <a:gd name="connsiteX92" fmla="*/ 3894487 w 5559551"/>
                <a:gd name="connsiteY92" fmla="*/ 2229379 h 4449479"/>
                <a:gd name="connsiteX93" fmla="*/ 4440269 w 5559551"/>
                <a:gd name="connsiteY93" fmla="*/ 2229379 h 4449479"/>
                <a:gd name="connsiteX94" fmla="*/ 4440269 w 5559551"/>
                <a:gd name="connsiteY94" fmla="*/ 2775161 h 4449479"/>
                <a:gd name="connsiteX95" fmla="*/ 3894487 w 5559551"/>
                <a:gd name="connsiteY95" fmla="*/ 2775161 h 4449479"/>
                <a:gd name="connsiteX96" fmla="*/ 3894487 w 5559551"/>
                <a:gd name="connsiteY96" fmla="*/ 2229379 h 4449479"/>
                <a:gd name="connsiteX97" fmla="*/ 3894487 w 5559551"/>
                <a:gd name="connsiteY97" fmla="*/ 2220130 h 4449479"/>
                <a:gd name="connsiteX98" fmla="*/ 3894487 w 5559551"/>
                <a:gd name="connsiteY98" fmla="*/ 1674347 h 4449479"/>
                <a:gd name="connsiteX99" fmla="*/ 4440269 w 5559551"/>
                <a:gd name="connsiteY99" fmla="*/ 1674347 h 4449479"/>
                <a:gd name="connsiteX100" fmla="*/ 4440269 w 5559551"/>
                <a:gd name="connsiteY100" fmla="*/ 2220130 h 4449479"/>
                <a:gd name="connsiteX101" fmla="*/ 3894487 w 5559551"/>
                <a:gd name="connsiteY101" fmla="*/ 2220130 h 4449479"/>
                <a:gd name="connsiteX102" fmla="*/ 3894487 w 5559551"/>
                <a:gd name="connsiteY102" fmla="*/ 1665094 h 4449479"/>
                <a:gd name="connsiteX103" fmla="*/ 3894487 w 5559551"/>
                <a:gd name="connsiteY103" fmla="*/ 1119311 h 4449479"/>
                <a:gd name="connsiteX104" fmla="*/ 4440269 w 5559551"/>
                <a:gd name="connsiteY104" fmla="*/ 1119311 h 4449479"/>
                <a:gd name="connsiteX105" fmla="*/ 4440269 w 5559551"/>
                <a:gd name="connsiteY105" fmla="*/ 1665094 h 4449479"/>
                <a:gd name="connsiteX106" fmla="*/ 3894487 w 5559551"/>
                <a:gd name="connsiteY106" fmla="*/ 1665094 h 4449479"/>
                <a:gd name="connsiteX107" fmla="*/ 3894487 w 5559551"/>
                <a:gd name="connsiteY107" fmla="*/ 1110063 h 4449479"/>
                <a:gd name="connsiteX108" fmla="*/ 3894487 w 5559551"/>
                <a:gd name="connsiteY108" fmla="*/ 564280 h 4449479"/>
                <a:gd name="connsiteX109" fmla="*/ 4440269 w 5559551"/>
                <a:gd name="connsiteY109" fmla="*/ 564280 h 4449479"/>
                <a:gd name="connsiteX110" fmla="*/ 4440269 w 5559551"/>
                <a:gd name="connsiteY110" fmla="*/ 1110063 h 4449479"/>
                <a:gd name="connsiteX111" fmla="*/ 3894487 w 5559551"/>
                <a:gd name="connsiteY111" fmla="*/ 1110063 h 4449479"/>
                <a:gd name="connsiteX112" fmla="*/ 3885247 w 5559551"/>
                <a:gd name="connsiteY112" fmla="*/ 1110063 h 4449479"/>
                <a:gd name="connsiteX113" fmla="*/ 3339417 w 5559551"/>
                <a:gd name="connsiteY113" fmla="*/ 1110063 h 4449479"/>
                <a:gd name="connsiteX114" fmla="*/ 3339417 w 5559551"/>
                <a:gd name="connsiteY114" fmla="*/ 564280 h 4449479"/>
                <a:gd name="connsiteX115" fmla="*/ 3885247 w 5559551"/>
                <a:gd name="connsiteY115" fmla="*/ 564280 h 4449479"/>
                <a:gd name="connsiteX116" fmla="*/ 3885247 w 5559551"/>
                <a:gd name="connsiteY116" fmla="*/ 1110063 h 4449479"/>
                <a:gd name="connsiteX117" fmla="*/ 3330178 w 5559551"/>
                <a:gd name="connsiteY117" fmla="*/ 1110063 h 4449479"/>
                <a:gd name="connsiteX118" fmla="*/ 2784410 w 5559551"/>
                <a:gd name="connsiteY118" fmla="*/ 1110063 h 4449479"/>
                <a:gd name="connsiteX119" fmla="*/ 2784410 w 5559551"/>
                <a:gd name="connsiteY119" fmla="*/ 564280 h 4449479"/>
                <a:gd name="connsiteX120" fmla="*/ 3330178 w 5559551"/>
                <a:gd name="connsiteY120" fmla="*/ 564280 h 4449479"/>
                <a:gd name="connsiteX121" fmla="*/ 3330178 w 5559551"/>
                <a:gd name="connsiteY121" fmla="*/ 1110063 h 4449479"/>
                <a:gd name="connsiteX122" fmla="*/ 2775161 w 5559551"/>
                <a:gd name="connsiteY122" fmla="*/ 1110063 h 4449479"/>
                <a:gd name="connsiteX123" fmla="*/ 2229379 w 5559551"/>
                <a:gd name="connsiteY123" fmla="*/ 1110063 h 4449479"/>
                <a:gd name="connsiteX124" fmla="*/ 2229379 w 5559551"/>
                <a:gd name="connsiteY124" fmla="*/ 564280 h 4449479"/>
                <a:gd name="connsiteX125" fmla="*/ 2775161 w 5559551"/>
                <a:gd name="connsiteY125" fmla="*/ 564280 h 4449479"/>
                <a:gd name="connsiteX126" fmla="*/ 2775161 w 5559551"/>
                <a:gd name="connsiteY126" fmla="*/ 1110063 h 4449479"/>
                <a:gd name="connsiteX127" fmla="*/ 2220130 w 5559551"/>
                <a:gd name="connsiteY127" fmla="*/ 1110063 h 4449479"/>
                <a:gd name="connsiteX128" fmla="*/ 1674347 w 5559551"/>
                <a:gd name="connsiteY128" fmla="*/ 1110063 h 4449479"/>
                <a:gd name="connsiteX129" fmla="*/ 1674347 w 5559551"/>
                <a:gd name="connsiteY129" fmla="*/ 564280 h 4449479"/>
                <a:gd name="connsiteX130" fmla="*/ 2220130 w 5559551"/>
                <a:gd name="connsiteY130" fmla="*/ 564280 h 4449479"/>
                <a:gd name="connsiteX131" fmla="*/ 2220130 w 5559551"/>
                <a:gd name="connsiteY131" fmla="*/ 1110063 h 4449479"/>
                <a:gd name="connsiteX132" fmla="*/ 1665094 w 5559551"/>
                <a:gd name="connsiteY132" fmla="*/ 1110063 h 4449479"/>
                <a:gd name="connsiteX133" fmla="*/ 1119311 w 5559551"/>
                <a:gd name="connsiteY133" fmla="*/ 1110063 h 4449479"/>
                <a:gd name="connsiteX134" fmla="*/ 1119311 w 5559551"/>
                <a:gd name="connsiteY134" fmla="*/ 564280 h 4449479"/>
                <a:gd name="connsiteX135" fmla="*/ 1665094 w 5559551"/>
                <a:gd name="connsiteY135" fmla="*/ 564280 h 4449479"/>
                <a:gd name="connsiteX136" fmla="*/ 1665094 w 5559551"/>
                <a:gd name="connsiteY136" fmla="*/ 1110063 h 4449479"/>
                <a:gd name="connsiteX137" fmla="*/ 1665094 w 5559551"/>
                <a:gd name="connsiteY137" fmla="*/ 1119316 h 4449479"/>
                <a:gd name="connsiteX138" fmla="*/ 1665094 w 5559551"/>
                <a:gd name="connsiteY138" fmla="*/ 1665099 h 4449479"/>
                <a:gd name="connsiteX139" fmla="*/ 1119311 w 5559551"/>
                <a:gd name="connsiteY139" fmla="*/ 1665099 h 4449479"/>
                <a:gd name="connsiteX140" fmla="*/ 1119311 w 5559551"/>
                <a:gd name="connsiteY140" fmla="*/ 1119316 h 4449479"/>
                <a:gd name="connsiteX141" fmla="*/ 1665094 w 5559551"/>
                <a:gd name="connsiteY141" fmla="*/ 1119316 h 4449479"/>
                <a:gd name="connsiteX142" fmla="*/ 1665094 w 5559551"/>
                <a:gd name="connsiteY142" fmla="*/ 1674347 h 4449479"/>
                <a:gd name="connsiteX143" fmla="*/ 1665094 w 5559551"/>
                <a:gd name="connsiteY143" fmla="*/ 2220130 h 4449479"/>
                <a:gd name="connsiteX144" fmla="*/ 1119311 w 5559551"/>
                <a:gd name="connsiteY144" fmla="*/ 2220130 h 4449479"/>
                <a:gd name="connsiteX145" fmla="*/ 1119311 w 5559551"/>
                <a:gd name="connsiteY145" fmla="*/ 1674347 h 4449479"/>
                <a:gd name="connsiteX146" fmla="*/ 1665094 w 5559551"/>
                <a:gd name="connsiteY146" fmla="*/ 1674347 h 4449479"/>
                <a:gd name="connsiteX147" fmla="*/ 1665094 w 5559551"/>
                <a:gd name="connsiteY147" fmla="*/ 2229379 h 4449479"/>
                <a:gd name="connsiteX148" fmla="*/ 1665094 w 5559551"/>
                <a:gd name="connsiteY148" fmla="*/ 2775161 h 4449479"/>
                <a:gd name="connsiteX149" fmla="*/ 1119311 w 5559551"/>
                <a:gd name="connsiteY149" fmla="*/ 2775161 h 4449479"/>
                <a:gd name="connsiteX150" fmla="*/ 1119311 w 5559551"/>
                <a:gd name="connsiteY150" fmla="*/ 2229379 h 4449479"/>
                <a:gd name="connsiteX151" fmla="*/ 1665094 w 5559551"/>
                <a:gd name="connsiteY151" fmla="*/ 2229379 h 4449479"/>
                <a:gd name="connsiteX152" fmla="*/ 1665094 w 5559551"/>
                <a:gd name="connsiteY152" fmla="*/ 2784410 h 4449479"/>
                <a:gd name="connsiteX153" fmla="*/ 1665094 w 5559551"/>
                <a:gd name="connsiteY153" fmla="*/ 3330192 h 4449479"/>
                <a:gd name="connsiteX154" fmla="*/ 1119311 w 5559551"/>
                <a:gd name="connsiteY154" fmla="*/ 3330192 h 4449479"/>
                <a:gd name="connsiteX155" fmla="*/ 1119311 w 5559551"/>
                <a:gd name="connsiteY155" fmla="*/ 2784410 h 4449479"/>
                <a:gd name="connsiteX156" fmla="*/ 1665094 w 5559551"/>
                <a:gd name="connsiteY156" fmla="*/ 2784410 h 4449479"/>
                <a:gd name="connsiteX157" fmla="*/ 1665094 w 5559551"/>
                <a:gd name="connsiteY157" fmla="*/ 3339441 h 4449479"/>
                <a:gd name="connsiteX158" fmla="*/ 1665094 w 5559551"/>
                <a:gd name="connsiteY158" fmla="*/ 3885224 h 4449479"/>
                <a:gd name="connsiteX159" fmla="*/ 1119311 w 5559551"/>
                <a:gd name="connsiteY159" fmla="*/ 3885224 h 4449479"/>
                <a:gd name="connsiteX160" fmla="*/ 1119311 w 5559551"/>
                <a:gd name="connsiteY160" fmla="*/ 3339441 h 4449479"/>
                <a:gd name="connsiteX161" fmla="*/ 1665094 w 5559551"/>
                <a:gd name="connsiteY161" fmla="*/ 3339441 h 4449479"/>
                <a:gd name="connsiteX162" fmla="*/ 1674347 w 5559551"/>
                <a:gd name="connsiteY162" fmla="*/ 3339441 h 4449479"/>
                <a:gd name="connsiteX163" fmla="*/ 2220130 w 5559551"/>
                <a:gd name="connsiteY163" fmla="*/ 3339441 h 4449479"/>
                <a:gd name="connsiteX164" fmla="*/ 2220130 w 5559551"/>
                <a:gd name="connsiteY164" fmla="*/ 3885224 h 4449479"/>
                <a:gd name="connsiteX165" fmla="*/ 1674347 w 5559551"/>
                <a:gd name="connsiteY165" fmla="*/ 3885224 h 4449479"/>
                <a:gd name="connsiteX166" fmla="*/ 1674347 w 5559551"/>
                <a:gd name="connsiteY166" fmla="*/ 3339441 h 4449479"/>
                <a:gd name="connsiteX167" fmla="*/ 2229379 w 5559551"/>
                <a:gd name="connsiteY167" fmla="*/ 3339441 h 4449479"/>
                <a:gd name="connsiteX168" fmla="*/ 2775161 w 5559551"/>
                <a:gd name="connsiteY168" fmla="*/ 3339441 h 4449479"/>
                <a:gd name="connsiteX169" fmla="*/ 2775161 w 5559551"/>
                <a:gd name="connsiteY169" fmla="*/ 3885224 h 4449479"/>
                <a:gd name="connsiteX170" fmla="*/ 2229379 w 5559551"/>
                <a:gd name="connsiteY170" fmla="*/ 3885224 h 4449479"/>
                <a:gd name="connsiteX171" fmla="*/ 2229379 w 5559551"/>
                <a:gd name="connsiteY171" fmla="*/ 3339441 h 4449479"/>
                <a:gd name="connsiteX172" fmla="*/ 2784410 w 5559551"/>
                <a:gd name="connsiteY172" fmla="*/ 3339441 h 4449479"/>
                <a:gd name="connsiteX173" fmla="*/ 3330178 w 5559551"/>
                <a:gd name="connsiteY173" fmla="*/ 3339441 h 4449479"/>
                <a:gd name="connsiteX174" fmla="*/ 3330178 w 5559551"/>
                <a:gd name="connsiteY174" fmla="*/ 3885224 h 4449479"/>
                <a:gd name="connsiteX175" fmla="*/ 2784410 w 5559551"/>
                <a:gd name="connsiteY175" fmla="*/ 3885224 h 4449479"/>
                <a:gd name="connsiteX176" fmla="*/ 2784410 w 5559551"/>
                <a:gd name="connsiteY176" fmla="*/ 3339441 h 4449479"/>
                <a:gd name="connsiteX177" fmla="*/ 2784410 w 5559551"/>
                <a:gd name="connsiteY177" fmla="*/ 3339441 h 4449479"/>
                <a:gd name="connsiteX178" fmla="*/ 3339417 w 5559551"/>
                <a:gd name="connsiteY178" fmla="*/ 3339441 h 4449479"/>
                <a:gd name="connsiteX179" fmla="*/ 3885247 w 5559551"/>
                <a:gd name="connsiteY179" fmla="*/ 3339441 h 4449479"/>
                <a:gd name="connsiteX180" fmla="*/ 3885247 w 5559551"/>
                <a:gd name="connsiteY180" fmla="*/ 3885224 h 4449479"/>
                <a:gd name="connsiteX181" fmla="*/ 3339417 w 5559551"/>
                <a:gd name="connsiteY181" fmla="*/ 3885224 h 4449479"/>
                <a:gd name="connsiteX182" fmla="*/ 3339417 w 5559551"/>
                <a:gd name="connsiteY182" fmla="*/ 3339441 h 4449479"/>
                <a:gd name="connsiteX183" fmla="*/ 3894487 w 5559551"/>
                <a:gd name="connsiteY183" fmla="*/ 3339441 h 4449479"/>
                <a:gd name="connsiteX184" fmla="*/ 4440269 w 5559551"/>
                <a:gd name="connsiteY184" fmla="*/ 3339441 h 4449479"/>
                <a:gd name="connsiteX185" fmla="*/ 4440269 w 5559551"/>
                <a:gd name="connsiteY185" fmla="*/ 3885224 h 4449479"/>
                <a:gd name="connsiteX186" fmla="*/ 3894487 w 5559551"/>
                <a:gd name="connsiteY186" fmla="*/ 3885224 h 4449479"/>
                <a:gd name="connsiteX187" fmla="*/ 3894487 w 5559551"/>
                <a:gd name="connsiteY187" fmla="*/ 3339441 h 4449479"/>
                <a:gd name="connsiteX188" fmla="*/ 3894487 w 5559551"/>
                <a:gd name="connsiteY188" fmla="*/ 3330192 h 4449479"/>
                <a:gd name="connsiteX189" fmla="*/ 3894487 w 5559551"/>
                <a:gd name="connsiteY189" fmla="*/ 2784410 h 4449479"/>
                <a:gd name="connsiteX190" fmla="*/ 4440269 w 5559551"/>
                <a:gd name="connsiteY190" fmla="*/ 2784410 h 4449479"/>
                <a:gd name="connsiteX191" fmla="*/ 4440269 w 5559551"/>
                <a:gd name="connsiteY191" fmla="*/ 3330192 h 4449479"/>
                <a:gd name="connsiteX192" fmla="*/ 3894487 w 5559551"/>
                <a:gd name="connsiteY192" fmla="*/ 3330192 h 4449479"/>
                <a:gd name="connsiteX193" fmla="*/ 4449509 w 5559551"/>
                <a:gd name="connsiteY193" fmla="*/ 2784410 h 4449479"/>
                <a:gd name="connsiteX194" fmla="*/ 4995291 w 5559551"/>
                <a:gd name="connsiteY194" fmla="*/ 2784410 h 4449479"/>
                <a:gd name="connsiteX195" fmla="*/ 4995291 w 5559551"/>
                <a:gd name="connsiteY195" fmla="*/ 3330192 h 4449479"/>
                <a:gd name="connsiteX196" fmla="*/ 4449509 w 5559551"/>
                <a:gd name="connsiteY196" fmla="*/ 3330192 h 4449479"/>
                <a:gd name="connsiteX197" fmla="*/ 4449509 w 5559551"/>
                <a:gd name="connsiteY197" fmla="*/ 2784410 h 4449479"/>
                <a:gd name="connsiteX198" fmla="*/ 4449509 w 5559551"/>
                <a:gd name="connsiteY198" fmla="*/ 2775161 h 4449479"/>
                <a:gd name="connsiteX199" fmla="*/ 4449509 w 5559551"/>
                <a:gd name="connsiteY199" fmla="*/ 2229379 h 4449479"/>
                <a:gd name="connsiteX200" fmla="*/ 4995291 w 5559551"/>
                <a:gd name="connsiteY200" fmla="*/ 2229379 h 4449479"/>
                <a:gd name="connsiteX201" fmla="*/ 4995291 w 5559551"/>
                <a:gd name="connsiteY201" fmla="*/ 2775161 h 4449479"/>
                <a:gd name="connsiteX202" fmla="*/ 4449509 w 5559551"/>
                <a:gd name="connsiteY202" fmla="*/ 2775161 h 4449479"/>
                <a:gd name="connsiteX203" fmla="*/ 4449509 w 5559551"/>
                <a:gd name="connsiteY203" fmla="*/ 2220130 h 4449479"/>
                <a:gd name="connsiteX204" fmla="*/ 4449509 w 5559551"/>
                <a:gd name="connsiteY204" fmla="*/ 1674347 h 4449479"/>
                <a:gd name="connsiteX205" fmla="*/ 4995291 w 5559551"/>
                <a:gd name="connsiteY205" fmla="*/ 1674347 h 4449479"/>
                <a:gd name="connsiteX206" fmla="*/ 4995291 w 5559551"/>
                <a:gd name="connsiteY206" fmla="*/ 2220130 h 4449479"/>
                <a:gd name="connsiteX207" fmla="*/ 4449509 w 5559551"/>
                <a:gd name="connsiteY207" fmla="*/ 2220130 h 4449479"/>
                <a:gd name="connsiteX208" fmla="*/ 4449509 w 5559551"/>
                <a:gd name="connsiteY208" fmla="*/ 1665094 h 4449479"/>
                <a:gd name="connsiteX209" fmla="*/ 4449509 w 5559551"/>
                <a:gd name="connsiteY209" fmla="*/ 1119311 h 4449479"/>
                <a:gd name="connsiteX210" fmla="*/ 4995291 w 5559551"/>
                <a:gd name="connsiteY210" fmla="*/ 1119311 h 4449479"/>
                <a:gd name="connsiteX211" fmla="*/ 4995291 w 5559551"/>
                <a:gd name="connsiteY211" fmla="*/ 1665094 h 4449479"/>
                <a:gd name="connsiteX212" fmla="*/ 4449509 w 5559551"/>
                <a:gd name="connsiteY212" fmla="*/ 1665094 h 4449479"/>
                <a:gd name="connsiteX213" fmla="*/ 4449509 w 5559551"/>
                <a:gd name="connsiteY213" fmla="*/ 1110063 h 4449479"/>
                <a:gd name="connsiteX214" fmla="*/ 4449509 w 5559551"/>
                <a:gd name="connsiteY214" fmla="*/ 564280 h 4449479"/>
                <a:gd name="connsiteX215" fmla="*/ 4995291 w 5559551"/>
                <a:gd name="connsiteY215" fmla="*/ 564280 h 4449479"/>
                <a:gd name="connsiteX216" fmla="*/ 4995291 w 5559551"/>
                <a:gd name="connsiteY216" fmla="*/ 1110063 h 4449479"/>
                <a:gd name="connsiteX217" fmla="*/ 4449509 w 5559551"/>
                <a:gd name="connsiteY217" fmla="*/ 1110063 h 4449479"/>
                <a:gd name="connsiteX218" fmla="*/ 4449509 w 5559551"/>
                <a:gd name="connsiteY218" fmla="*/ 555031 h 4449479"/>
                <a:gd name="connsiteX219" fmla="*/ 4449509 w 5559551"/>
                <a:gd name="connsiteY219" fmla="*/ 9249 h 4449479"/>
                <a:gd name="connsiteX220" fmla="*/ 4995291 w 5559551"/>
                <a:gd name="connsiteY220" fmla="*/ 9249 h 4449479"/>
                <a:gd name="connsiteX221" fmla="*/ 4995291 w 5559551"/>
                <a:gd name="connsiteY221" fmla="*/ 555031 h 4449479"/>
                <a:gd name="connsiteX222" fmla="*/ 4449509 w 5559551"/>
                <a:gd name="connsiteY222" fmla="*/ 555031 h 4449479"/>
                <a:gd name="connsiteX223" fmla="*/ 4440269 w 5559551"/>
                <a:gd name="connsiteY223" fmla="*/ 555031 h 4449479"/>
                <a:gd name="connsiteX224" fmla="*/ 3894487 w 5559551"/>
                <a:gd name="connsiteY224" fmla="*/ 555031 h 4449479"/>
                <a:gd name="connsiteX225" fmla="*/ 3894487 w 5559551"/>
                <a:gd name="connsiteY225" fmla="*/ 9249 h 4449479"/>
                <a:gd name="connsiteX226" fmla="*/ 4440269 w 5559551"/>
                <a:gd name="connsiteY226" fmla="*/ 9249 h 4449479"/>
                <a:gd name="connsiteX227" fmla="*/ 4440269 w 5559551"/>
                <a:gd name="connsiteY227" fmla="*/ 555031 h 4449479"/>
                <a:gd name="connsiteX228" fmla="*/ 3885247 w 5559551"/>
                <a:gd name="connsiteY228" fmla="*/ 555031 h 4449479"/>
                <a:gd name="connsiteX229" fmla="*/ 3339417 w 5559551"/>
                <a:gd name="connsiteY229" fmla="*/ 555031 h 4449479"/>
                <a:gd name="connsiteX230" fmla="*/ 3339417 w 5559551"/>
                <a:gd name="connsiteY230" fmla="*/ 9249 h 4449479"/>
                <a:gd name="connsiteX231" fmla="*/ 3885247 w 5559551"/>
                <a:gd name="connsiteY231" fmla="*/ 9249 h 4449479"/>
                <a:gd name="connsiteX232" fmla="*/ 3885247 w 5559551"/>
                <a:gd name="connsiteY232" fmla="*/ 555031 h 4449479"/>
                <a:gd name="connsiteX233" fmla="*/ 3330178 w 5559551"/>
                <a:gd name="connsiteY233" fmla="*/ 555031 h 4449479"/>
                <a:gd name="connsiteX234" fmla="*/ 2784410 w 5559551"/>
                <a:gd name="connsiteY234" fmla="*/ 555031 h 4449479"/>
                <a:gd name="connsiteX235" fmla="*/ 2784410 w 5559551"/>
                <a:gd name="connsiteY235" fmla="*/ 9249 h 4449479"/>
                <a:gd name="connsiteX236" fmla="*/ 3330178 w 5559551"/>
                <a:gd name="connsiteY236" fmla="*/ 9249 h 4449479"/>
                <a:gd name="connsiteX237" fmla="*/ 3330178 w 5559551"/>
                <a:gd name="connsiteY237" fmla="*/ 555031 h 4449479"/>
                <a:gd name="connsiteX238" fmla="*/ 2775161 w 5559551"/>
                <a:gd name="connsiteY238" fmla="*/ 555031 h 4449479"/>
                <a:gd name="connsiteX239" fmla="*/ 2229379 w 5559551"/>
                <a:gd name="connsiteY239" fmla="*/ 555031 h 4449479"/>
                <a:gd name="connsiteX240" fmla="*/ 2229379 w 5559551"/>
                <a:gd name="connsiteY240" fmla="*/ 9249 h 4449479"/>
                <a:gd name="connsiteX241" fmla="*/ 2775161 w 5559551"/>
                <a:gd name="connsiteY241" fmla="*/ 9249 h 4449479"/>
                <a:gd name="connsiteX242" fmla="*/ 2775161 w 5559551"/>
                <a:gd name="connsiteY242" fmla="*/ 555031 h 4449479"/>
                <a:gd name="connsiteX243" fmla="*/ 2220130 w 5559551"/>
                <a:gd name="connsiteY243" fmla="*/ 555031 h 4449479"/>
                <a:gd name="connsiteX244" fmla="*/ 1674347 w 5559551"/>
                <a:gd name="connsiteY244" fmla="*/ 555031 h 4449479"/>
                <a:gd name="connsiteX245" fmla="*/ 1674347 w 5559551"/>
                <a:gd name="connsiteY245" fmla="*/ 9249 h 4449479"/>
                <a:gd name="connsiteX246" fmla="*/ 2220130 w 5559551"/>
                <a:gd name="connsiteY246" fmla="*/ 9249 h 4449479"/>
                <a:gd name="connsiteX247" fmla="*/ 2220130 w 5559551"/>
                <a:gd name="connsiteY247" fmla="*/ 555031 h 4449479"/>
                <a:gd name="connsiteX248" fmla="*/ 1665094 w 5559551"/>
                <a:gd name="connsiteY248" fmla="*/ 555031 h 4449479"/>
                <a:gd name="connsiteX249" fmla="*/ 1119311 w 5559551"/>
                <a:gd name="connsiteY249" fmla="*/ 555031 h 4449479"/>
                <a:gd name="connsiteX250" fmla="*/ 1119311 w 5559551"/>
                <a:gd name="connsiteY250" fmla="*/ 9249 h 4449479"/>
                <a:gd name="connsiteX251" fmla="*/ 1665094 w 5559551"/>
                <a:gd name="connsiteY251" fmla="*/ 9249 h 4449479"/>
                <a:gd name="connsiteX252" fmla="*/ 1665094 w 5559551"/>
                <a:gd name="connsiteY252" fmla="*/ 555031 h 4449479"/>
                <a:gd name="connsiteX253" fmla="*/ 1110063 w 5559551"/>
                <a:gd name="connsiteY253" fmla="*/ 555031 h 4449479"/>
                <a:gd name="connsiteX254" fmla="*/ 564280 w 5559551"/>
                <a:gd name="connsiteY254" fmla="*/ 555031 h 4449479"/>
                <a:gd name="connsiteX255" fmla="*/ 564280 w 5559551"/>
                <a:gd name="connsiteY255" fmla="*/ 9249 h 4449479"/>
                <a:gd name="connsiteX256" fmla="*/ 1110063 w 5559551"/>
                <a:gd name="connsiteY256" fmla="*/ 9249 h 4449479"/>
                <a:gd name="connsiteX257" fmla="*/ 1110063 w 5559551"/>
                <a:gd name="connsiteY257" fmla="*/ 555031 h 4449479"/>
                <a:gd name="connsiteX258" fmla="*/ 1110063 w 5559551"/>
                <a:gd name="connsiteY258" fmla="*/ 564280 h 4449479"/>
                <a:gd name="connsiteX259" fmla="*/ 1110063 w 5559551"/>
                <a:gd name="connsiteY259" fmla="*/ 1110063 h 4449479"/>
                <a:gd name="connsiteX260" fmla="*/ 564280 w 5559551"/>
                <a:gd name="connsiteY260" fmla="*/ 1110063 h 4449479"/>
                <a:gd name="connsiteX261" fmla="*/ 564280 w 5559551"/>
                <a:gd name="connsiteY261" fmla="*/ 564280 h 4449479"/>
                <a:gd name="connsiteX262" fmla="*/ 1110063 w 5559551"/>
                <a:gd name="connsiteY262" fmla="*/ 564280 h 4449479"/>
                <a:gd name="connsiteX263" fmla="*/ 1110063 w 5559551"/>
                <a:gd name="connsiteY263" fmla="*/ 1119316 h 4449479"/>
                <a:gd name="connsiteX264" fmla="*/ 1110063 w 5559551"/>
                <a:gd name="connsiteY264" fmla="*/ 1665099 h 4449479"/>
                <a:gd name="connsiteX265" fmla="*/ 564280 w 5559551"/>
                <a:gd name="connsiteY265" fmla="*/ 1665099 h 4449479"/>
                <a:gd name="connsiteX266" fmla="*/ 564280 w 5559551"/>
                <a:gd name="connsiteY266" fmla="*/ 1119316 h 4449479"/>
                <a:gd name="connsiteX267" fmla="*/ 1110063 w 5559551"/>
                <a:gd name="connsiteY267" fmla="*/ 1119316 h 4449479"/>
                <a:gd name="connsiteX268" fmla="*/ 1110063 w 5559551"/>
                <a:gd name="connsiteY268" fmla="*/ 1674347 h 4449479"/>
                <a:gd name="connsiteX269" fmla="*/ 1110063 w 5559551"/>
                <a:gd name="connsiteY269" fmla="*/ 2220130 h 4449479"/>
                <a:gd name="connsiteX270" fmla="*/ 564280 w 5559551"/>
                <a:gd name="connsiteY270" fmla="*/ 2220130 h 4449479"/>
                <a:gd name="connsiteX271" fmla="*/ 564280 w 5559551"/>
                <a:gd name="connsiteY271" fmla="*/ 1674347 h 4449479"/>
                <a:gd name="connsiteX272" fmla="*/ 1110063 w 5559551"/>
                <a:gd name="connsiteY272" fmla="*/ 1674347 h 4449479"/>
                <a:gd name="connsiteX273" fmla="*/ 1110063 w 5559551"/>
                <a:gd name="connsiteY273" fmla="*/ 2229379 h 4449479"/>
                <a:gd name="connsiteX274" fmla="*/ 1110063 w 5559551"/>
                <a:gd name="connsiteY274" fmla="*/ 2775161 h 4449479"/>
                <a:gd name="connsiteX275" fmla="*/ 564280 w 5559551"/>
                <a:gd name="connsiteY275" fmla="*/ 2775161 h 4449479"/>
                <a:gd name="connsiteX276" fmla="*/ 564280 w 5559551"/>
                <a:gd name="connsiteY276" fmla="*/ 2229379 h 4449479"/>
                <a:gd name="connsiteX277" fmla="*/ 1110063 w 5559551"/>
                <a:gd name="connsiteY277" fmla="*/ 2229379 h 4449479"/>
                <a:gd name="connsiteX278" fmla="*/ 1110063 w 5559551"/>
                <a:gd name="connsiteY278" fmla="*/ 2784410 h 4449479"/>
                <a:gd name="connsiteX279" fmla="*/ 1110063 w 5559551"/>
                <a:gd name="connsiteY279" fmla="*/ 3330192 h 4449479"/>
                <a:gd name="connsiteX280" fmla="*/ 564280 w 5559551"/>
                <a:gd name="connsiteY280" fmla="*/ 3330192 h 4449479"/>
                <a:gd name="connsiteX281" fmla="*/ 564280 w 5559551"/>
                <a:gd name="connsiteY281" fmla="*/ 2784410 h 4449479"/>
                <a:gd name="connsiteX282" fmla="*/ 1110063 w 5559551"/>
                <a:gd name="connsiteY282" fmla="*/ 2784410 h 4449479"/>
                <a:gd name="connsiteX283" fmla="*/ 1110063 w 5559551"/>
                <a:gd name="connsiteY283" fmla="*/ 3339441 h 4449479"/>
                <a:gd name="connsiteX284" fmla="*/ 1110063 w 5559551"/>
                <a:gd name="connsiteY284" fmla="*/ 3885224 h 4449479"/>
                <a:gd name="connsiteX285" fmla="*/ 564280 w 5559551"/>
                <a:gd name="connsiteY285" fmla="*/ 3885224 h 4449479"/>
                <a:gd name="connsiteX286" fmla="*/ 564280 w 5559551"/>
                <a:gd name="connsiteY286" fmla="*/ 3339441 h 4449479"/>
                <a:gd name="connsiteX287" fmla="*/ 1110063 w 5559551"/>
                <a:gd name="connsiteY287" fmla="*/ 3339441 h 4449479"/>
                <a:gd name="connsiteX288" fmla="*/ 1110063 w 5559551"/>
                <a:gd name="connsiteY288" fmla="*/ 3894473 h 4449479"/>
                <a:gd name="connsiteX289" fmla="*/ 1110063 w 5559551"/>
                <a:gd name="connsiteY289" fmla="*/ 4440241 h 4449479"/>
                <a:gd name="connsiteX290" fmla="*/ 564280 w 5559551"/>
                <a:gd name="connsiteY290" fmla="*/ 4440241 h 4449479"/>
                <a:gd name="connsiteX291" fmla="*/ 564280 w 5559551"/>
                <a:gd name="connsiteY291" fmla="*/ 3894473 h 4449479"/>
                <a:gd name="connsiteX292" fmla="*/ 1110063 w 5559551"/>
                <a:gd name="connsiteY292" fmla="*/ 3894473 h 4449479"/>
                <a:gd name="connsiteX293" fmla="*/ 1119316 w 5559551"/>
                <a:gd name="connsiteY293" fmla="*/ 3894473 h 4449479"/>
                <a:gd name="connsiteX294" fmla="*/ 1665099 w 5559551"/>
                <a:gd name="connsiteY294" fmla="*/ 3894473 h 4449479"/>
                <a:gd name="connsiteX295" fmla="*/ 1665099 w 5559551"/>
                <a:gd name="connsiteY295" fmla="*/ 4440241 h 4449479"/>
                <a:gd name="connsiteX296" fmla="*/ 1119316 w 5559551"/>
                <a:gd name="connsiteY296" fmla="*/ 4440241 h 4449479"/>
                <a:gd name="connsiteX297" fmla="*/ 1119316 w 5559551"/>
                <a:gd name="connsiteY297" fmla="*/ 3894473 h 4449479"/>
                <a:gd name="connsiteX298" fmla="*/ 1674347 w 5559551"/>
                <a:gd name="connsiteY298" fmla="*/ 3894473 h 4449479"/>
                <a:gd name="connsiteX299" fmla="*/ 2220130 w 5559551"/>
                <a:gd name="connsiteY299" fmla="*/ 3894473 h 4449479"/>
                <a:gd name="connsiteX300" fmla="*/ 2220130 w 5559551"/>
                <a:gd name="connsiteY300" fmla="*/ 4440241 h 4449479"/>
                <a:gd name="connsiteX301" fmla="*/ 1674347 w 5559551"/>
                <a:gd name="connsiteY301" fmla="*/ 4440241 h 4449479"/>
                <a:gd name="connsiteX302" fmla="*/ 1674347 w 5559551"/>
                <a:gd name="connsiteY302" fmla="*/ 3894473 h 4449479"/>
                <a:gd name="connsiteX303" fmla="*/ 2229379 w 5559551"/>
                <a:gd name="connsiteY303" fmla="*/ 3894473 h 4449479"/>
                <a:gd name="connsiteX304" fmla="*/ 2775161 w 5559551"/>
                <a:gd name="connsiteY304" fmla="*/ 3894473 h 4449479"/>
                <a:gd name="connsiteX305" fmla="*/ 2775161 w 5559551"/>
                <a:gd name="connsiteY305" fmla="*/ 4440241 h 4449479"/>
                <a:gd name="connsiteX306" fmla="*/ 2229379 w 5559551"/>
                <a:gd name="connsiteY306" fmla="*/ 4440241 h 4449479"/>
                <a:gd name="connsiteX307" fmla="*/ 2229379 w 5559551"/>
                <a:gd name="connsiteY307" fmla="*/ 3894473 h 4449479"/>
                <a:gd name="connsiteX308" fmla="*/ 2784410 w 5559551"/>
                <a:gd name="connsiteY308" fmla="*/ 3894473 h 4449479"/>
                <a:gd name="connsiteX309" fmla="*/ 3330178 w 5559551"/>
                <a:gd name="connsiteY309" fmla="*/ 3894473 h 4449479"/>
                <a:gd name="connsiteX310" fmla="*/ 3330178 w 5559551"/>
                <a:gd name="connsiteY310" fmla="*/ 4440241 h 4449479"/>
                <a:gd name="connsiteX311" fmla="*/ 2784410 w 5559551"/>
                <a:gd name="connsiteY311" fmla="*/ 4440241 h 4449479"/>
                <a:gd name="connsiteX312" fmla="*/ 2784410 w 5559551"/>
                <a:gd name="connsiteY312" fmla="*/ 3894473 h 4449479"/>
                <a:gd name="connsiteX313" fmla="*/ 2784410 w 5559551"/>
                <a:gd name="connsiteY313" fmla="*/ 3894473 h 4449479"/>
                <a:gd name="connsiteX314" fmla="*/ 3339417 w 5559551"/>
                <a:gd name="connsiteY314" fmla="*/ 3894473 h 4449479"/>
                <a:gd name="connsiteX315" fmla="*/ 3885247 w 5559551"/>
                <a:gd name="connsiteY315" fmla="*/ 3894473 h 4449479"/>
                <a:gd name="connsiteX316" fmla="*/ 3885247 w 5559551"/>
                <a:gd name="connsiteY316" fmla="*/ 4440241 h 4449479"/>
                <a:gd name="connsiteX317" fmla="*/ 3339417 w 5559551"/>
                <a:gd name="connsiteY317" fmla="*/ 4440241 h 4449479"/>
                <a:gd name="connsiteX318" fmla="*/ 3339417 w 5559551"/>
                <a:gd name="connsiteY318" fmla="*/ 3894473 h 4449479"/>
                <a:gd name="connsiteX319" fmla="*/ 3894487 w 5559551"/>
                <a:gd name="connsiteY319" fmla="*/ 3894473 h 4449479"/>
                <a:gd name="connsiteX320" fmla="*/ 4440269 w 5559551"/>
                <a:gd name="connsiteY320" fmla="*/ 3894473 h 4449479"/>
                <a:gd name="connsiteX321" fmla="*/ 4440269 w 5559551"/>
                <a:gd name="connsiteY321" fmla="*/ 4440241 h 4449479"/>
                <a:gd name="connsiteX322" fmla="*/ 3894487 w 5559551"/>
                <a:gd name="connsiteY322" fmla="*/ 4440241 h 4449479"/>
                <a:gd name="connsiteX323" fmla="*/ 3894487 w 5559551"/>
                <a:gd name="connsiteY323" fmla="*/ 3894473 h 4449479"/>
                <a:gd name="connsiteX324" fmla="*/ 4449509 w 5559551"/>
                <a:gd name="connsiteY324" fmla="*/ 3894473 h 4449479"/>
                <a:gd name="connsiteX325" fmla="*/ 4995291 w 5559551"/>
                <a:gd name="connsiteY325" fmla="*/ 3894473 h 4449479"/>
                <a:gd name="connsiteX326" fmla="*/ 4995291 w 5559551"/>
                <a:gd name="connsiteY326" fmla="*/ 4440241 h 4449479"/>
                <a:gd name="connsiteX327" fmla="*/ 4449509 w 5559551"/>
                <a:gd name="connsiteY327" fmla="*/ 4440241 h 4449479"/>
                <a:gd name="connsiteX328" fmla="*/ 4449509 w 5559551"/>
                <a:gd name="connsiteY328" fmla="*/ 3894473 h 4449479"/>
                <a:gd name="connsiteX329" fmla="*/ 4449509 w 5559551"/>
                <a:gd name="connsiteY329" fmla="*/ 3885224 h 4449479"/>
                <a:gd name="connsiteX330" fmla="*/ 4449509 w 5559551"/>
                <a:gd name="connsiteY330" fmla="*/ 3339441 h 4449479"/>
                <a:gd name="connsiteX331" fmla="*/ 4995291 w 5559551"/>
                <a:gd name="connsiteY331" fmla="*/ 3339441 h 4449479"/>
                <a:gd name="connsiteX332" fmla="*/ 4995291 w 5559551"/>
                <a:gd name="connsiteY332" fmla="*/ 3885224 h 4449479"/>
                <a:gd name="connsiteX333" fmla="*/ 4449509 w 5559551"/>
                <a:gd name="connsiteY333" fmla="*/ 3885224 h 4449479"/>
                <a:gd name="connsiteX334" fmla="*/ 5004530 w 5559551"/>
                <a:gd name="connsiteY334" fmla="*/ 3339441 h 4449479"/>
                <a:gd name="connsiteX335" fmla="*/ 5550313 w 5559551"/>
                <a:gd name="connsiteY335" fmla="*/ 3339441 h 4449479"/>
                <a:gd name="connsiteX336" fmla="*/ 5550313 w 5559551"/>
                <a:gd name="connsiteY336" fmla="*/ 3885224 h 4449479"/>
                <a:gd name="connsiteX337" fmla="*/ 5004530 w 5559551"/>
                <a:gd name="connsiteY337" fmla="*/ 3885224 h 4449479"/>
                <a:gd name="connsiteX338" fmla="*/ 5004530 w 5559551"/>
                <a:gd name="connsiteY338" fmla="*/ 3339441 h 4449479"/>
                <a:gd name="connsiteX339" fmla="*/ 5004530 w 5559551"/>
                <a:gd name="connsiteY339" fmla="*/ 3330192 h 4449479"/>
                <a:gd name="connsiteX340" fmla="*/ 5004530 w 5559551"/>
                <a:gd name="connsiteY340" fmla="*/ 2784410 h 4449479"/>
                <a:gd name="connsiteX341" fmla="*/ 5550313 w 5559551"/>
                <a:gd name="connsiteY341" fmla="*/ 2784410 h 4449479"/>
                <a:gd name="connsiteX342" fmla="*/ 5550313 w 5559551"/>
                <a:gd name="connsiteY342" fmla="*/ 3330192 h 4449479"/>
                <a:gd name="connsiteX343" fmla="*/ 5004530 w 5559551"/>
                <a:gd name="connsiteY343" fmla="*/ 3330192 h 4449479"/>
                <a:gd name="connsiteX344" fmla="*/ 5004530 w 5559551"/>
                <a:gd name="connsiteY344" fmla="*/ 2775161 h 4449479"/>
                <a:gd name="connsiteX345" fmla="*/ 5004530 w 5559551"/>
                <a:gd name="connsiteY345" fmla="*/ 2229379 h 4449479"/>
                <a:gd name="connsiteX346" fmla="*/ 5550313 w 5559551"/>
                <a:gd name="connsiteY346" fmla="*/ 2229379 h 4449479"/>
                <a:gd name="connsiteX347" fmla="*/ 5550313 w 5559551"/>
                <a:gd name="connsiteY347" fmla="*/ 2775161 h 4449479"/>
                <a:gd name="connsiteX348" fmla="*/ 5004530 w 5559551"/>
                <a:gd name="connsiteY348" fmla="*/ 2775161 h 4449479"/>
                <a:gd name="connsiteX349" fmla="*/ 5004530 w 5559551"/>
                <a:gd name="connsiteY349" fmla="*/ 2220130 h 4449479"/>
                <a:gd name="connsiteX350" fmla="*/ 5004530 w 5559551"/>
                <a:gd name="connsiteY350" fmla="*/ 1674347 h 4449479"/>
                <a:gd name="connsiteX351" fmla="*/ 5550313 w 5559551"/>
                <a:gd name="connsiteY351" fmla="*/ 1674347 h 4449479"/>
                <a:gd name="connsiteX352" fmla="*/ 5550313 w 5559551"/>
                <a:gd name="connsiteY352" fmla="*/ 2220130 h 4449479"/>
                <a:gd name="connsiteX353" fmla="*/ 5004530 w 5559551"/>
                <a:gd name="connsiteY353" fmla="*/ 2220130 h 4449479"/>
                <a:gd name="connsiteX354" fmla="*/ 5004530 w 5559551"/>
                <a:gd name="connsiteY354" fmla="*/ 1665094 h 4449479"/>
                <a:gd name="connsiteX355" fmla="*/ 5004530 w 5559551"/>
                <a:gd name="connsiteY355" fmla="*/ 1119311 h 4449479"/>
                <a:gd name="connsiteX356" fmla="*/ 5550313 w 5559551"/>
                <a:gd name="connsiteY356" fmla="*/ 1119311 h 4449479"/>
                <a:gd name="connsiteX357" fmla="*/ 5550313 w 5559551"/>
                <a:gd name="connsiteY357" fmla="*/ 1665094 h 4449479"/>
                <a:gd name="connsiteX358" fmla="*/ 5004530 w 5559551"/>
                <a:gd name="connsiteY358" fmla="*/ 1665094 h 4449479"/>
                <a:gd name="connsiteX359" fmla="*/ 5004530 w 5559551"/>
                <a:gd name="connsiteY359" fmla="*/ 1110063 h 4449479"/>
                <a:gd name="connsiteX360" fmla="*/ 5004530 w 5559551"/>
                <a:gd name="connsiteY360" fmla="*/ 564280 h 4449479"/>
                <a:gd name="connsiteX361" fmla="*/ 5550313 w 5559551"/>
                <a:gd name="connsiteY361" fmla="*/ 564280 h 4449479"/>
                <a:gd name="connsiteX362" fmla="*/ 5550313 w 5559551"/>
                <a:gd name="connsiteY362" fmla="*/ 1110063 h 4449479"/>
                <a:gd name="connsiteX363" fmla="*/ 5004530 w 5559551"/>
                <a:gd name="connsiteY363" fmla="*/ 1110063 h 4449479"/>
                <a:gd name="connsiteX364" fmla="*/ 9249 w 5559551"/>
                <a:gd name="connsiteY364" fmla="*/ 9249 h 4449479"/>
                <a:gd name="connsiteX365" fmla="*/ 555031 w 5559551"/>
                <a:gd name="connsiteY365" fmla="*/ 9249 h 4449479"/>
                <a:gd name="connsiteX366" fmla="*/ 555031 w 5559551"/>
                <a:gd name="connsiteY366" fmla="*/ 555031 h 4449479"/>
                <a:gd name="connsiteX367" fmla="*/ 9249 w 5559551"/>
                <a:gd name="connsiteY367" fmla="*/ 555031 h 4449479"/>
                <a:gd name="connsiteX368" fmla="*/ 9249 w 5559551"/>
                <a:gd name="connsiteY368" fmla="*/ 9249 h 4449479"/>
                <a:gd name="connsiteX369" fmla="*/ 9249 w 5559551"/>
                <a:gd name="connsiteY369" fmla="*/ 564280 h 4449479"/>
                <a:gd name="connsiteX370" fmla="*/ 555031 w 5559551"/>
                <a:gd name="connsiteY370" fmla="*/ 564280 h 4449479"/>
                <a:gd name="connsiteX371" fmla="*/ 555031 w 5559551"/>
                <a:gd name="connsiteY371" fmla="*/ 1110063 h 4449479"/>
                <a:gd name="connsiteX372" fmla="*/ 9249 w 5559551"/>
                <a:gd name="connsiteY372" fmla="*/ 1110063 h 4449479"/>
                <a:gd name="connsiteX373" fmla="*/ 9249 w 5559551"/>
                <a:gd name="connsiteY373" fmla="*/ 564280 h 4449479"/>
                <a:gd name="connsiteX374" fmla="*/ 9249 w 5559551"/>
                <a:gd name="connsiteY374" fmla="*/ 1119316 h 4449479"/>
                <a:gd name="connsiteX375" fmla="*/ 555031 w 5559551"/>
                <a:gd name="connsiteY375" fmla="*/ 1119316 h 4449479"/>
                <a:gd name="connsiteX376" fmla="*/ 555031 w 5559551"/>
                <a:gd name="connsiteY376" fmla="*/ 1665099 h 4449479"/>
                <a:gd name="connsiteX377" fmla="*/ 9249 w 5559551"/>
                <a:gd name="connsiteY377" fmla="*/ 1665099 h 4449479"/>
                <a:gd name="connsiteX378" fmla="*/ 9249 w 5559551"/>
                <a:gd name="connsiteY378" fmla="*/ 1119316 h 4449479"/>
                <a:gd name="connsiteX379" fmla="*/ 9249 w 5559551"/>
                <a:gd name="connsiteY379" fmla="*/ 1674347 h 4449479"/>
                <a:gd name="connsiteX380" fmla="*/ 555031 w 5559551"/>
                <a:gd name="connsiteY380" fmla="*/ 1674347 h 4449479"/>
                <a:gd name="connsiteX381" fmla="*/ 555031 w 5559551"/>
                <a:gd name="connsiteY381" fmla="*/ 2220130 h 4449479"/>
                <a:gd name="connsiteX382" fmla="*/ 9249 w 5559551"/>
                <a:gd name="connsiteY382" fmla="*/ 2220130 h 4449479"/>
                <a:gd name="connsiteX383" fmla="*/ 9249 w 5559551"/>
                <a:gd name="connsiteY383" fmla="*/ 1674347 h 4449479"/>
                <a:gd name="connsiteX384" fmla="*/ 9249 w 5559551"/>
                <a:gd name="connsiteY384" fmla="*/ 2229379 h 4449479"/>
                <a:gd name="connsiteX385" fmla="*/ 555031 w 5559551"/>
                <a:gd name="connsiteY385" fmla="*/ 2229379 h 4449479"/>
                <a:gd name="connsiteX386" fmla="*/ 555031 w 5559551"/>
                <a:gd name="connsiteY386" fmla="*/ 2775161 h 4449479"/>
                <a:gd name="connsiteX387" fmla="*/ 9249 w 5559551"/>
                <a:gd name="connsiteY387" fmla="*/ 2775161 h 4449479"/>
                <a:gd name="connsiteX388" fmla="*/ 9249 w 5559551"/>
                <a:gd name="connsiteY388" fmla="*/ 2229379 h 4449479"/>
                <a:gd name="connsiteX389" fmla="*/ 9249 w 5559551"/>
                <a:gd name="connsiteY389" fmla="*/ 2784410 h 4449479"/>
                <a:gd name="connsiteX390" fmla="*/ 555031 w 5559551"/>
                <a:gd name="connsiteY390" fmla="*/ 2784410 h 4449479"/>
                <a:gd name="connsiteX391" fmla="*/ 555031 w 5559551"/>
                <a:gd name="connsiteY391" fmla="*/ 3330192 h 4449479"/>
                <a:gd name="connsiteX392" fmla="*/ 9249 w 5559551"/>
                <a:gd name="connsiteY392" fmla="*/ 3330192 h 4449479"/>
                <a:gd name="connsiteX393" fmla="*/ 9249 w 5559551"/>
                <a:gd name="connsiteY393" fmla="*/ 2784410 h 4449479"/>
                <a:gd name="connsiteX394" fmla="*/ 9249 w 5559551"/>
                <a:gd name="connsiteY394" fmla="*/ 3339441 h 4449479"/>
                <a:gd name="connsiteX395" fmla="*/ 555031 w 5559551"/>
                <a:gd name="connsiteY395" fmla="*/ 3339441 h 4449479"/>
                <a:gd name="connsiteX396" fmla="*/ 555031 w 5559551"/>
                <a:gd name="connsiteY396" fmla="*/ 3885224 h 4449479"/>
                <a:gd name="connsiteX397" fmla="*/ 9249 w 5559551"/>
                <a:gd name="connsiteY397" fmla="*/ 3885224 h 4449479"/>
                <a:gd name="connsiteX398" fmla="*/ 9249 w 5559551"/>
                <a:gd name="connsiteY398" fmla="*/ 3339441 h 4449479"/>
                <a:gd name="connsiteX399" fmla="*/ 9249 w 5559551"/>
                <a:gd name="connsiteY399" fmla="*/ 3894473 h 4449479"/>
                <a:gd name="connsiteX400" fmla="*/ 555031 w 5559551"/>
                <a:gd name="connsiteY400" fmla="*/ 3894473 h 4449479"/>
                <a:gd name="connsiteX401" fmla="*/ 555031 w 5559551"/>
                <a:gd name="connsiteY401" fmla="*/ 4440241 h 4449479"/>
                <a:gd name="connsiteX402" fmla="*/ 9249 w 5559551"/>
                <a:gd name="connsiteY402" fmla="*/ 4440241 h 4449479"/>
                <a:gd name="connsiteX403" fmla="*/ 9249 w 5559551"/>
                <a:gd name="connsiteY403" fmla="*/ 3894473 h 4449479"/>
                <a:gd name="connsiteX404" fmla="*/ 5004530 w 5559551"/>
                <a:gd name="connsiteY404" fmla="*/ 4440241 h 4449479"/>
                <a:gd name="connsiteX405" fmla="*/ 5004530 w 5559551"/>
                <a:gd name="connsiteY405" fmla="*/ 3894473 h 4449479"/>
                <a:gd name="connsiteX406" fmla="*/ 5550313 w 5559551"/>
                <a:gd name="connsiteY406" fmla="*/ 3894473 h 4449479"/>
                <a:gd name="connsiteX407" fmla="*/ 5550313 w 5559551"/>
                <a:gd name="connsiteY407" fmla="*/ 4440241 h 4449479"/>
                <a:gd name="connsiteX408" fmla="*/ 5004530 w 5559551"/>
                <a:gd name="connsiteY408" fmla="*/ 4440241 h 444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5559551" h="4449479">
                  <a:moveTo>
                    <a:pt x="0" y="0"/>
                  </a:moveTo>
                  <a:lnTo>
                    <a:pt x="0" y="4449480"/>
                  </a:lnTo>
                  <a:lnTo>
                    <a:pt x="5559552" y="4449480"/>
                  </a:lnTo>
                  <a:lnTo>
                    <a:pt x="5559552" y="0"/>
                  </a:lnTo>
                  <a:lnTo>
                    <a:pt x="0" y="0"/>
                  </a:lnTo>
                  <a:close/>
                  <a:moveTo>
                    <a:pt x="5550313" y="555031"/>
                  </a:moveTo>
                  <a:lnTo>
                    <a:pt x="5004530" y="555031"/>
                  </a:lnTo>
                  <a:lnTo>
                    <a:pt x="5004530" y="9249"/>
                  </a:lnTo>
                  <a:lnTo>
                    <a:pt x="5550313" y="9249"/>
                  </a:lnTo>
                  <a:lnTo>
                    <a:pt x="5550313" y="555031"/>
                  </a:lnTo>
                  <a:close/>
                  <a:moveTo>
                    <a:pt x="2775161" y="2229379"/>
                  </a:moveTo>
                  <a:lnTo>
                    <a:pt x="2775161" y="2775161"/>
                  </a:lnTo>
                  <a:lnTo>
                    <a:pt x="2229379" y="2775161"/>
                  </a:lnTo>
                  <a:lnTo>
                    <a:pt x="2229379" y="2229379"/>
                  </a:lnTo>
                  <a:lnTo>
                    <a:pt x="2775161" y="2229379"/>
                  </a:lnTo>
                  <a:close/>
                  <a:moveTo>
                    <a:pt x="2229379" y="2220130"/>
                  </a:moveTo>
                  <a:lnTo>
                    <a:pt x="2229379" y="1674347"/>
                  </a:lnTo>
                  <a:lnTo>
                    <a:pt x="2775161" y="1674347"/>
                  </a:lnTo>
                  <a:lnTo>
                    <a:pt x="2775161" y="2220130"/>
                  </a:lnTo>
                  <a:lnTo>
                    <a:pt x="2229379" y="2220130"/>
                  </a:lnTo>
                  <a:close/>
                  <a:moveTo>
                    <a:pt x="2784410" y="2229379"/>
                  </a:moveTo>
                  <a:lnTo>
                    <a:pt x="3330178" y="2229379"/>
                  </a:lnTo>
                  <a:lnTo>
                    <a:pt x="3330178" y="2775161"/>
                  </a:lnTo>
                  <a:lnTo>
                    <a:pt x="2784410" y="2775161"/>
                  </a:lnTo>
                  <a:lnTo>
                    <a:pt x="2784410" y="2229379"/>
                  </a:lnTo>
                  <a:lnTo>
                    <a:pt x="2784410" y="2229379"/>
                  </a:lnTo>
                  <a:close/>
                  <a:moveTo>
                    <a:pt x="2784410" y="2220130"/>
                  </a:moveTo>
                  <a:lnTo>
                    <a:pt x="2784410" y="1674347"/>
                  </a:lnTo>
                  <a:lnTo>
                    <a:pt x="3330178" y="1674347"/>
                  </a:lnTo>
                  <a:lnTo>
                    <a:pt x="3330178" y="2220130"/>
                  </a:lnTo>
                  <a:lnTo>
                    <a:pt x="2784410" y="2220130"/>
                  </a:lnTo>
                  <a:close/>
                  <a:moveTo>
                    <a:pt x="3339417" y="1674347"/>
                  </a:moveTo>
                  <a:lnTo>
                    <a:pt x="3885247" y="1674347"/>
                  </a:lnTo>
                  <a:lnTo>
                    <a:pt x="3885247" y="2220130"/>
                  </a:lnTo>
                  <a:lnTo>
                    <a:pt x="3339417" y="2220130"/>
                  </a:lnTo>
                  <a:lnTo>
                    <a:pt x="3339417" y="1674347"/>
                  </a:lnTo>
                  <a:close/>
                  <a:moveTo>
                    <a:pt x="3339417" y="1665094"/>
                  </a:moveTo>
                  <a:lnTo>
                    <a:pt x="3339417" y="1119311"/>
                  </a:lnTo>
                  <a:lnTo>
                    <a:pt x="3885247" y="1119311"/>
                  </a:lnTo>
                  <a:lnTo>
                    <a:pt x="3885247" y="1665094"/>
                  </a:lnTo>
                  <a:lnTo>
                    <a:pt x="3339417" y="1665094"/>
                  </a:lnTo>
                  <a:close/>
                  <a:moveTo>
                    <a:pt x="3330178" y="1665094"/>
                  </a:moveTo>
                  <a:lnTo>
                    <a:pt x="2784410" y="1665094"/>
                  </a:lnTo>
                  <a:lnTo>
                    <a:pt x="2784410" y="1119311"/>
                  </a:lnTo>
                  <a:lnTo>
                    <a:pt x="3330178" y="1119311"/>
                  </a:lnTo>
                  <a:lnTo>
                    <a:pt x="3330178" y="1665094"/>
                  </a:lnTo>
                  <a:close/>
                  <a:moveTo>
                    <a:pt x="2775161" y="1665094"/>
                  </a:moveTo>
                  <a:lnTo>
                    <a:pt x="2229379" y="1665094"/>
                  </a:lnTo>
                  <a:lnTo>
                    <a:pt x="2229379" y="1119311"/>
                  </a:lnTo>
                  <a:lnTo>
                    <a:pt x="2775161" y="1119311"/>
                  </a:lnTo>
                  <a:lnTo>
                    <a:pt x="2775161" y="1665094"/>
                  </a:lnTo>
                  <a:close/>
                  <a:moveTo>
                    <a:pt x="2220130" y="1665094"/>
                  </a:moveTo>
                  <a:lnTo>
                    <a:pt x="1674347" y="1665094"/>
                  </a:lnTo>
                  <a:lnTo>
                    <a:pt x="1674347" y="1119311"/>
                  </a:lnTo>
                  <a:lnTo>
                    <a:pt x="2220130" y="1119311"/>
                  </a:lnTo>
                  <a:lnTo>
                    <a:pt x="2220130" y="1665094"/>
                  </a:lnTo>
                  <a:close/>
                  <a:moveTo>
                    <a:pt x="2220130" y="1674347"/>
                  </a:moveTo>
                  <a:lnTo>
                    <a:pt x="2220130" y="2220130"/>
                  </a:lnTo>
                  <a:lnTo>
                    <a:pt x="1674347" y="2220130"/>
                  </a:lnTo>
                  <a:lnTo>
                    <a:pt x="1674347" y="1674347"/>
                  </a:lnTo>
                  <a:lnTo>
                    <a:pt x="2220130" y="1674347"/>
                  </a:lnTo>
                  <a:close/>
                  <a:moveTo>
                    <a:pt x="2220130" y="2229379"/>
                  </a:moveTo>
                  <a:lnTo>
                    <a:pt x="2220130" y="2775161"/>
                  </a:lnTo>
                  <a:lnTo>
                    <a:pt x="1674347" y="2775161"/>
                  </a:lnTo>
                  <a:lnTo>
                    <a:pt x="1674347" y="2229379"/>
                  </a:lnTo>
                  <a:lnTo>
                    <a:pt x="2220130" y="2229379"/>
                  </a:lnTo>
                  <a:close/>
                  <a:moveTo>
                    <a:pt x="2220130" y="2784410"/>
                  </a:moveTo>
                  <a:lnTo>
                    <a:pt x="2220130" y="3330192"/>
                  </a:lnTo>
                  <a:lnTo>
                    <a:pt x="1674347" y="3330192"/>
                  </a:lnTo>
                  <a:lnTo>
                    <a:pt x="1674347" y="2784410"/>
                  </a:lnTo>
                  <a:lnTo>
                    <a:pt x="2220130" y="2784410"/>
                  </a:lnTo>
                  <a:close/>
                  <a:moveTo>
                    <a:pt x="2229379" y="2784410"/>
                  </a:moveTo>
                  <a:lnTo>
                    <a:pt x="2775161" y="2784410"/>
                  </a:lnTo>
                  <a:lnTo>
                    <a:pt x="2775161" y="3330192"/>
                  </a:lnTo>
                  <a:lnTo>
                    <a:pt x="2229379" y="3330192"/>
                  </a:lnTo>
                  <a:lnTo>
                    <a:pt x="2229379" y="2784410"/>
                  </a:lnTo>
                  <a:close/>
                  <a:moveTo>
                    <a:pt x="2784410" y="2784410"/>
                  </a:moveTo>
                  <a:lnTo>
                    <a:pt x="3330178" y="2784410"/>
                  </a:lnTo>
                  <a:lnTo>
                    <a:pt x="3330178" y="3330192"/>
                  </a:lnTo>
                  <a:lnTo>
                    <a:pt x="2784410" y="3330192"/>
                  </a:lnTo>
                  <a:lnTo>
                    <a:pt x="2784410" y="2784410"/>
                  </a:lnTo>
                  <a:lnTo>
                    <a:pt x="2784410" y="2784410"/>
                  </a:lnTo>
                  <a:close/>
                  <a:moveTo>
                    <a:pt x="3339417" y="2784410"/>
                  </a:moveTo>
                  <a:lnTo>
                    <a:pt x="3885247" y="2784410"/>
                  </a:lnTo>
                  <a:lnTo>
                    <a:pt x="3885247" y="3330192"/>
                  </a:lnTo>
                  <a:lnTo>
                    <a:pt x="3339417" y="3330192"/>
                  </a:lnTo>
                  <a:lnTo>
                    <a:pt x="3339417" y="2784410"/>
                  </a:lnTo>
                  <a:close/>
                  <a:moveTo>
                    <a:pt x="3339417" y="2775161"/>
                  </a:moveTo>
                  <a:lnTo>
                    <a:pt x="3339417" y="2229379"/>
                  </a:lnTo>
                  <a:lnTo>
                    <a:pt x="3885247" y="2229379"/>
                  </a:lnTo>
                  <a:lnTo>
                    <a:pt x="3885247" y="2775161"/>
                  </a:lnTo>
                  <a:lnTo>
                    <a:pt x="3339417" y="2775161"/>
                  </a:lnTo>
                  <a:close/>
                  <a:moveTo>
                    <a:pt x="3894487" y="2229379"/>
                  </a:moveTo>
                  <a:lnTo>
                    <a:pt x="4440269" y="2229379"/>
                  </a:lnTo>
                  <a:lnTo>
                    <a:pt x="4440269" y="2775161"/>
                  </a:lnTo>
                  <a:lnTo>
                    <a:pt x="3894487" y="2775161"/>
                  </a:lnTo>
                  <a:lnTo>
                    <a:pt x="3894487" y="2229379"/>
                  </a:lnTo>
                  <a:close/>
                  <a:moveTo>
                    <a:pt x="3894487" y="2220130"/>
                  </a:moveTo>
                  <a:lnTo>
                    <a:pt x="3894487" y="1674347"/>
                  </a:lnTo>
                  <a:lnTo>
                    <a:pt x="4440269" y="1674347"/>
                  </a:lnTo>
                  <a:lnTo>
                    <a:pt x="4440269" y="2220130"/>
                  </a:lnTo>
                  <a:lnTo>
                    <a:pt x="3894487" y="2220130"/>
                  </a:lnTo>
                  <a:close/>
                  <a:moveTo>
                    <a:pt x="3894487" y="1665094"/>
                  </a:moveTo>
                  <a:lnTo>
                    <a:pt x="3894487" y="1119311"/>
                  </a:lnTo>
                  <a:lnTo>
                    <a:pt x="4440269" y="1119311"/>
                  </a:lnTo>
                  <a:lnTo>
                    <a:pt x="4440269" y="1665094"/>
                  </a:lnTo>
                  <a:lnTo>
                    <a:pt x="3894487" y="1665094"/>
                  </a:lnTo>
                  <a:close/>
                  <a:moveTo>
                    <a:pt x="3894487" y="1110063"/>
                  </a:moveTo>
                  <a:lnTo>
                    <a:pt x="3894487" y="564280"/>
                  </a:lnTo>
                  <a:lnTo>
                    <a:pt x="4440269" y="564280"/>
                  </a:lnTo>
                  <a:lnTo>
                    <a:pt x="4440269" y="1110063"/>
                  </a:lnTo>
                  <a:lnTo>
                    <a:pt x="3894487" y="1110063"/>
                  </a:lnTo>
                  <a:close/>
                  <a:moveTo>
                    <a:pt x="3885247" y="1110063"/>
                  </a:moveTo>
                  <a:lnTo>
                    <a:pt x="3339417" y="1110063"/>
                  </a:lnTo>
                  <a:lnTo>
                    <a:pt x="3339417" y="564280"/>
                  </a:lnTo>
                  <a:lnTo>
                    <a:pt x="3885247" y="564280"/>
                  </a:lnTo>
                  <a:lnTo>
                    <a:pt x="3885247" y="1110063"/>
                  </a:lnTo>
                  <a:close/>
                  <a:moveTo>
                    <a:pt x="3330178" y="1110063"/>
                  </a:moveTo>
                  <a:lnTo>
                    <a:pt x="2784410" y="1110063"/>
                  </a:lnTo>
                  <a:lnTo>
                    <a:pt x="2784410" y="564280"/>
                  </a:lnTo>
                  <a:lnTo>
                    <a:pt x="3330178" y="564280"/>
                  </a:lnTo>
                  <a:lnTo>
                    <a:pt x="3330178" y="1110063"/>
                  </a:lnTo>
                  <a:close/>
                  <a:moveTo>
                    <a:pt x="2775161" y="1110063"/>
                  </a:moveTo>
                  <a:lnTo>
                    <a:pt x="2229379" y="1110063"/>
                  </a:lnTo>
                  <a:lnTo>
                    <a:pt x="2229379" y="564280"/>
                  </a:lnTo>
                  <a:lnTo>
                    <a:pt x="2775161" y="564280"/>
                  </a:lnTo>
                  <a:lnTo>
                    <a:pt x="2775161" y="1110063"/>
                  </a:lnTo>
                  <a:close/>
                  <a:moveTo>
                    <a:pt x="2220130" y="1110063"/>
                  </a:moveTo>
                  <a:lnTo>
                    <a:pt x="1674347" y="1110063"/>
                  </a:lnTo>
                  <a:lnTo>
                    <a:pt x="1674347" y="564280"/>
                  </a:lnTo>
                  <a:lnTo>
                    <a:pt x="2220130" y="564280"/>
                  </a:lnTo>
                  <a:lnTo>
                    <a:pt x="2220130" y="1110063"/>
                  </a:lnTo>
                  <a:close/>
                  <a:moveTo>
                    <a:pt x="1665094" y="1110063"/>
                  </a:moveTo>
                  <a:lnTo>
                    <a:pt x="1119311" y="1110063"/>
                  </a:lnTo>
                  <a:lnTo>
                    <a:pt x="1119311" y="564280"/>
                  </a:lnTo>
                  <a:lnTo>
                    <a:pt x="1665094" y="564280"/>
                  </a:lnTo>
                  <a:lnTo>
                    <a:pt x="1665094" y="1110063"/>
                  </a:lnTo>
                  <a:close/>
                  <a:moveTo>
                    <a:pt x="1665094" y="1119316"/>
                  </a:moveTo>
                  <a:lnTo>
                    <a:pt x="1665094" y="1665099"/>
                  </a:lnTo>
                  <a:lnTo>
                    <a:pt x="1119311" y="1665099"/>
                  </a:lnTo>
                  <a:lnTo>
                    <a:pt x="1119311" y="1119316"/>
                  </a:lnTo>
                  <a:lnTo>
                    <a:pt x="1665094" y="1119316"/>
                  </a:lnTo>
                  <a:close/>
                  <a:moveTo>
                    <a:pt x="1665094" y="1674347"/>
                  </a:moveTo>
                  <a:lnTo>
                    <a:pt x="1665094" y="2220130"/>
                  </a:lnTo>
                  <a:lnTo>
                    <a:pt x="1119311" y="2220130"/>
                  </a:lnTo>
                  <a:lnTo>
                    <a:pt x="1119311" y="1674347"/>
                  </a:lnTo>
                  <a:lnTo>
                    <a:pt x="1665094" y="1674347"/>
                  </a:lnTo>
                  <a:close/>
                  <a:moveTo>
                    <a:pt x="1665094" y="2229379"/>
                  </a:moveTo>
                  <a:lnTo>
                    <a:pt x="1665094" y="2775161"/>
                  </a:lnTo>
                  <a:lnTo>
                    <a:pt x="1119311" y="2775161"/>
                  </a:lnTo>
                  <a:lnTo>
                    <a:pt x="1119311" y="2229379"/>
                  </a:lnTo>
                  <a:lnTo>
                    <a:pt x="1665094" y="2229379"/>
                  </a:lnTo>
                  <a:close/>
                  <a:moveTo>
                    <a:pt x="1665094" y="2784410"/>
                  </a:moveTo>
                  <a:lnTo>
                    <a:pt x="1665094" y="3330192"/>
                  </a:lnTo>
                  <a:lnTo>
                    <a:pt x="1119311" y="3330192"/>
                  </a:lnTo>
                  <a:lnTo>
                    <a:pt x="1119311" y="2784410"/>
                  </a:lnTo>
                  <a:lnTo>
                    <a:pt x="1665094" y="2784410"/>
                  </a:lnTo>
                  <a:close/>
                  <a:moveTo>
                    <a:pt x="1665094" y="3339441"/>
                  </a:moveTo>
                  <a:lnTo>
                    <a:pt x="1665094" y="3885224"/>
                  </a:lnTo>
                  <a:lnTo>
                    <a:pt x="1119311" y="3885224"/>
                  </a:lnTo>
                  <a:lnTo>
                    <a:pt x="1119311" y="3339441"/>
                  </a:lnTo>
                  <a:lnTo>
                    <a:pt x="1665094" y="3339441"/>
                  </a:lnTo>
                  <a:close/>
                  <a:moveTo>
                    <a:pt x="1674347" y="3339441"/>
                  </a:moveTo>
                  <a:lnTo>
                    <a:pt x="2220130" y="3339441"/>
                  </a:lnTo>
                  <a:lnTo>
                    <a:pt x="2220130" y="3885224"/>
                  </a:lnTo>
                  <a:lnTo>
                    <a:pt x="1674347" y="3885224"/>
                  </a:lnTo>
                  <a:lnTo>
                    <a:pt x="1674347" y="3339441"/>
                  </a:lnTo>
                  <a:close/>
                  <a:moveTo>
                    <a:pt x="2229379" y="3339441"/>
                  </a:moveTo>
                  <a:lnTo>
                    <a:pt x="2775161" y="3339441"/>
                  </a:lnTo>
                  <a:lnTo>
                    <a:pt x="2775161" y="3885224"/>
                  </a:lnTo>
                  <a:lnTo>
                    <a:pt x="2229379" y="3885224"/>
                  </a:lnTo>
                  <a:lnTo>
                    <a:pt x="2229379" y="3339441"/>
                  </a:lnTo>
                  <a:close/>
                  <a:moveTo>
                    <a:pt x="2784410" y="3339441"/>
                  </a:moveTo>
                  <a:lnTo>
                    <a:pt x="3330178" y="3339441"/>
                  </a:lnTo>
                  <a:lnTo>
                    <a:pt x="3330178" y="3885224"/>
                  </a:lnTo>
                  <a:lnTo>
                    <a:pt x="2784410" y="3885224"/>
                  </a:lnTo>
                  <a:lnTo>
                    <a:pt x="2784410" y="3339441"/>
                  </a:lnTo>
                  <a:lnTo>
                    <a:pt x="2784410" y="3339441"/>
                  </a:lnTo>
                  <a:close/>
                  <a:moveTo>
                    <a:pt x="3339417" y="3339441"/>
                  </a:moveTo>
                  <a:lnTo>
                    <a:pt x="3885247" y="3339441"/>
                  </a:lnTo>
                  <a:lnTo>
                    <a:pt x="3885247" y="3885224"/>
                  </a:lnTo>
                  <a:lnTo>
                    <a:pt x="3339417" y="3885224"/>
                  </a:lnTo>
                  <a:lnTo>
                    <a:pt x="3339417" y="3339441"/>
                  </a:lnTo>
                  <a:close/>
                  <a:moveTo>
                    <a:pt x="3894487" y="3339441"/>
                  </a:moveTo>
                  <a:lnTo>
                    <a:pt x="4440269" y="3339441"/>
                  </a:lnTo>
                  <a:lnTo>
                    <a:pt x="4440269" y="3885224"/>
                  </a:lnTo>
                  <a:lnTo>
                    <a:pt x="3894487" y="3885224"/>
                  </a:lnTo>
                  <a:lnTo>
                    <a:pt x="3894487" y="3339441"/>
                  </a:lnTo>
                  <a:close/>
                  <a:moveTo>
                    <a:pt x="3894487" y="3330192"/>
                  </a:moveTo>
                  <a:lnTo>
                    <a:pt x="3894487" y="2784410"/>
                  </a:lnTo>
                  <a:lnTo>
                    <a:pt x="4440269" y="2784410"/>
                  </a:lnTo>
                  <a:lnTo>
                    <a:pt x="4440269" y="3330192"/>
                  </a:lnTo>
                  <a:lnTo>
                    <a:pt x="3894487" y="3330192"/>
                  </a:lnTo>
                  <a:close/>
                  <a:moveTo>
                    <a:pt x="4449509" y="2784410"/>
                  </a:moveTo>
                  <a:lnTo>
                    <a:pt x="4995291" y="2784410"/>
                  </a:lnTo>
                  <a:lnTo>
                    <a:pt x="4995291" y="3330192"/>
                  </a:lnTo>
                  <a:lnTo>
                    <a:pt x="4449509" y="3330192"/>
                  </a:lnTo>
                  <a:lnTo>
                    <a:pt x="4449509" y="2784410"/>
                  </a:lnTo>
                  <a:close/>
                  <a:moveTo>
                    <a:pt x="4449509" y="2775161"/>
                  </a:moveTo>
                  <a:lnTo>
                    <a:pt x="4449509" y="2229379"/>
                  </a:lnTo>
                  <a:lnTo>
                    <a:pt x="4995291" y="2229379"/>
                  </a:lnTo>
                  <a:lnTo>
                    <a:pt x="4995291" y="2775161"/>
                  </a:lnTo>
                  <a:lnTo>
                    <a:pt x="4449509" y="2775161"/>
                  </a:lnTo>
                  <a:close/>
                  <a:moveTo>
                    <a:pt x="4449509" y="2220130"/>
                  </a:moveTo>
                  <a:lnTo>
                    <a:pt x="4449509" y="1674347"/>
                  </a:lnTo>
                  <a:lnTo>
                    <a:pt x="4995291" y="1674347"/>
                  </a:lnTo>
                  <a:lnTo>
                    <a:pt x="4995291" y="2220130"/>
                  </a:lnTo>
                  <a:lnTo>
                    <a:pt x="4449509" y="2220130"/>
                  </a:lnTo>
                  <a:close/>
                  <a:moveTo>
                    <a:pt x="4449509" y="1665094"/>
                  </a:moveTo>
                  <a:lnTo>
                    <a:pt x="4449509" y="1119311"/>
                  </a:lnTo>
                  <a:lnTo>
                    <a:pt x="4995291" y="1119311"/>
                  </a:lnTo>
                  <a:lnTo>
                    <a:pt x="4995291" y="1665094"/>
                  </a:lnTo>
                  <a:lnTo>
                    <a:pt x="4449509" y="1665094"/>
                  </a:lnTo>
                  <a:close/>
                  <a:moveTo>
                    <a:pt x="4449509" y="1110063"/>
                  </a:moveTo>
                  <a:lnTo>
                    <a:pt x="4449509" y="564280"/>
                  </a:lnTo>
                  <a:lnTo>
                    <a:pt x="4995291" y="564280"/>
                  </a:lnTo>
                  <a:lnTo>
                    <a:pt x="4995291" y="1110063"/>
                  </a:lnTo>
                  <a:lnTo>
                    <a:pt x="4449509" y="1110063"/>
                  </a:lnTo>
                  <a:close/>
                  <a:moveTo>
                    <a:pt x="4449509" y="555031"/>
                  </a:moveTo>
                  <a:lnTo>
                    <a:pt x="4449509" y="9249"/>
                  </a:lnTo>
                  <a:lnTo>
                    <a:pt x="4995291" y="9249"/>
                  </a:lnTo>
                  <a:lnTo>
                    <a:pt x="4995291" y="555031"/>
                  </a:lnTo>
                  <a:lnTo>
                    <a:pt x="4449509" y="555031"/>
                  </a:lnTo>
                  <a:close/>
                  <a:moveTo>
                    <a:pt x="4440269" y="555031"/>
                  </a:moveTo>
                  <a:lnTo>
                    <a:pt x="3894487" y="555031"/>
                  </a:lnTo>
                  <a:lnTo>
                    <a:pt x="3894487" y="9249"/>
                  </a:lnTo>
                  <a:lnTo>
                    <a:pt x="4440269" y="9249"/>
                  </a:lnTo>
                  <a:lnTo>
                    <a:pt x="4440269" y="555031"/>
                  </a:lnTo>
                  <a:close/>
                  <a:moveTo>
                    <a:pt x="3885247" y="555031"/>
                  </a:moveTo>
                  <a:lnTo>
                    <a:pt x="3339417" y="555031"/>
                  </a:lnTo>
                  <a:lnTo>
                    <a:pt x="3339417" y="9249"/>
                  </a:lnTo>
                  <a:lnTo>
                    <a:pt x="3885247" y="9249"/>
                  </a:lnTo>
                  <a:lnTo>
                    <a:pt x="3885247" y="555031"/>
                  </a:lnTo>
                  <a:close/>
                  <a:moveTo>
                    <a:pt x="3330178" y="555031"/>
                  </a:moveTo>
                  <a:lnTo>
                    <a:pt x="2784410" y="555031"/>
                  </a:lnTo>
                  <a:lnTo>
                    <a:pt x="2784410" y="9249"/>
                  </a:lnTo>
                  <a:lnTo>
                    <a:pt x="3330178" y="9249"/>
                  </a:lnTo>
                  <a:lnTo>
                    <a:pt x="3330178" y="555031"/>
                  </a:lnTo>
                  <a:close/>
                  <a:moveTo>
                    <a:pt x="2775161" y="555031"/>
                  </a:moveTo>
                  <a:lnTo>
                    <a:pt x="2229379" y="555031"/>
                  </a:lnTo>
                  <a:lnTo>
                    <a:pt x="2229379" y="9249"/>
                  </a:lnTo>
                  <a:lnTo>
                    <a:pt x="2775161" y="9249"/>
                  </a:lnTo>
                  <a:lnTo>
                    <a:pt x="2775161" y="555031"/>
                  </a:lnTo>
                  <a:close/>
                  <a:moveTo>
                    <a:pt x="2220130" y="555031"/>
                  </a:moveTo>
                  <a:lnTo>
                    <a:pt x="1674347" y="555031"/>
                  </a:lnTo>
                  <a:lnTo>
                    <a:pt x="1674347" y="9249"/>
                  </a:lnTo>
                  <a:lnTo>
                    <a:pt x="2220130" y="9249"/>
                  </a:lnTo>
                  <a:lnTo>
                    <a:pt x="2220130" y="555031"/>
                  </a:lnTo>
                  <a:close/>
                  <a:moveTo>
                    <a:pt x="1665094" y="555031"/>
                  </a:moveTo>
                  <a:lnTo>
                    <a:pt x="1119311" y="555031"/>
                  </a:lnTo>
                  <a:lnTo>
                    <a:pt x="1119311" y="9249"/>
                  </a:lnTo>
                  <a:lnTo>
                    <a:pt x="1665094" y="9249"/>
                  </a:lnTo>
                  <a:lnTo>
                    <a:pt x="1665094" y="555031"/>
                  </a:lnTo>
                  <a:close/>
                  <a:moveTo>
                    <a:pt x="1110063" y="555031"/>
                  </a:moveTo>
                  <a:lnTo>
                    <a:pt x="564280" y="555031"/>
                  </a:lnTo>
                  <a:lnTo>
                    <a:pt x="564280" y="9249"/>
                  </a:lnTo>
                  <a:lnTo>
                    <a:pt x="1110063" y="9249"/>
                  </a:lnTo>
                  <a:lnTo>
                    <a:pt x="1110063" y="555031"/>
                  </a:lnTo>
                  <a:close/>
                  <a:moveTo>
                    <a:pt x="1110063" y="564280"/>
                  </a:moveTo>
                  <a:lnTo>
                    <a:pt x="1110063" y="1110063"/>
                  </a:lnTo>
                  <a:lnTo>
                    <a:pt x="564280" y="1110063"/>
                  </a:lnTo>
                  <a:lnTo>
                    <a:pt x="564280" y="564280"/>
                  </a:lnTo>
                  <a:lnTo>
                    <a:pt x="1110063" y="564280"/>
                  </a:lnTo>
                  <a:close/>
                  <a:moveTo>
                    <a:pt x="1110063" y="1119316"/>
                  </a:moveTo>
                  <a:lnTo>
                    <a:pt x="1110063" y="1665099"/>
                  </a:lnTo>
                  <a:lnTo>
                    <a:pt x="564280" y="1665099"/>
                  </a:lnTo>
                  <a:lnTo>
                    <a:pt x="564280" y="1119316"/>
                  </a:lnTo>
                  <a:lnTo>
                    <a:pt x="1110063" y="1119316"/>
                  </a:lnTo>
                  <a:close/>
                  <a:moveTo>
                    <a:pt x="1110063" y="1674347"/>
                  </a:moveTo>
                  <a:lnTo>
                    <a:pt x="1110063" y="2220130"/>
                  </a:lnTo>
                  <a:lnTo>
                    <a:pt x="564280" y="2220130"/>
                  </a:lnTo>
                  <a:lnTo>
                    <a:pt x="564280" y="1674347"/>
                  </a:lnTo>
                  <a:lnTo>
                    <a:pt x="1110063" y="1674347"/>
                  </a:lnTo>
                  <a:close/>
                  <a:moveTo>
                    <a:pt x="1110063" y="2229379"/>
                  </a:moveTo>
                  <a:lnTo>
                    <a:pt x="1110063" y="2775161"/>
                  </a:lnTo>
                  <a:lnTo>
                    <a:pt x="564280" y="2775161"/>
                  </a:lnTo>
                  <a:lnTo>
                    <a:pt x="564280" y="2229379"/>
                  </a:lnTo>
                  <a:lnTo>
                    <a:pt x="1110063" y="2229379"/>
                  </a:lnTo>
                  <a:close/>
                  <a:moveTo>
                    <a:pt x="1110063" y="2784410"/>
                  </a:moveTo>
                  <a:lnTo>
                    <a:pt x="1110063" y="3330192"/>
                  </a:lnTo>
                  <a:lnTo>
                    <a:pt x="564280" y="3330192"/>
                  </a:lnTo>
                  <a:lnTo>
                    <a:pt x="564280" y="2784410"/>
                  </a:lnTo>
                  <a:lnTo>
                    <a:pt x="1110063" y="2784410"/>
                  </a:lnTo>
                  <a:close/>
                  <a:moveTo>
                    <a:pt x="1110063" y="3339441"/>
                  </a:moveTo>
                  <a:lnTo>
                    <a:pt x="1110063" y="3885224"/>
                  </a:lnTo>
                  <a:lnTo>
                    <a:pt x="564280" y="3885224"/>
                  </a:lnTo>
                  <a:lnTo>
                    <a:pt x="564280" y="3339441"/>
                  </a:lnTo>
                  <a:lnTo>
                    <a:pt x="1110063" y="3339441"/>
                  </a:lnTo>
                  <a:close/>
                  <a:moveTo>
                    <a:pt x="1110063" y="3894473"/>
                  </a:moveTo>
                  <a:lnTo>
                    <a:pt x="1110063" y="4440241"/>
                  </a:lnTo>
                  <a:lnTo>
                    <a:pt x="564280" y="4440241"/>
                  </a:lnTo>
                  <a:lnTo>
                    <a:pt x="564280" y="3894473"/>
                  </a:lnTo>
                  <a:lnTo>
                    <a:pt x="1110063" y="3894473"/>
                  </a:lnTo>
                  <a:close/>
                  <a:moveTo>
                    <a:pt x="1119316" y="3894473"/>
                  </a:moveTo>
                  <a:lnTo>
                    <a:pt x="1665099" y="3894473"/>
                  </a:lnTo>
                  <a:lnTo>
                    <a:pt x="1665099" y="4440241"/>
                  </a:lnTo>
                  <a:lnTo>
                    <a:pt x="1119316" y="4440241"/>
                  </a:lnTo>
                  <a:lnTo>
                    <a:pt x="1119316" y="3894473"/>
                  </a:lnTo>
                  <a:close/>
                  <a:moveTo>
                    <a:pt x="1674347" y="3894473"/>
                  </a:moveTo>
                  <a:lnTo>
                    <a:pt x="2220130" y="3894473"/>
                  </a:lnTo>
                  <a:lnTo>
                    <a:pt x="2220130" y="4440241"/>
                  </a:lnTo>
                  <a:lnTo>
                    <a:pt x="1674347" y="4440241"/>
                  </a:lnTo>
                  <a:lnTo>
                    <a:pt x="1674347" y="3894473"/>
                  </a:lnTo>
                  <a:close/>
                  <a:moveTo>
                    <a:pt x="2229379" y="3894473"/>
                  </a:moveTo>
                  <a:lnTo>
                    <a:pt x="2775161" y="3894473"/>
                  </a:lnTo>
                  <a:lnTo>
                    <a:pt x="2775161" y="4440241"/>
                  </a:lnTo>
                  <a:lnTo>
                    <a:pt x="2229379" y="4440241"/>
                  </a:lnTo>
                  <a:lnTo>
                    <a:pt x="2229379" y="3894473"/>
                  </a:lnTo>
                  <a:close/>
                  <a:moveTo>
                    <a:pt x="2784410" y="3894473"/>
                  </a:moveTo>
                  <a:lnTo>
                    <a:pt x="3330178" y="3894473"/>
                  </a:lnTo>
                  <a:lnTo>
                    <a:pt x="3330178" y="4440241"/>
                  </a:lnTo>
                  <a:lnTo>
                    <a:pt x="2784410" y="4440241"/>
                  </a:lnTo>
                  <a:lnTo>
                    <a:pt x="2784410" y="3894473"/>
                  </a:lnTo>
                  <a:lnTo>
                    <a:pt x="2784410" y="3894473"/>
                  </a:lnTo>
                  <a:close/>
                  <a:moveTo>
                    <a:pt x="3339417" y="3894473"/>
                  </a:moveTo>
                  <a:lnTo>
                    <a:pt x="3885247" y="3894473"/>
                  </a:lnTo>
                  <a:lnTo>
                    <a:pt x="3885247" y="4440241"/>
                  </a:lnTo>
                  <a:lnTo>
                    <a:pt x="3339417" y="4440241"/>
                  </a:lnTo>
                  <a:lnTo>
                    <a:pt x="3339417" y="3894473"/>
                  </a:lnTo>
                  <a:close/>
                  <a:moveTo>
                    <a:pt x="3894487" y="3894473"/>
                  </a:moveTo>
                  <a:lnTo>
                    <a:pt x="4440269" y="3894473"/>
                  </a:lnTo>
                  <a:lnTo>
                    <a:pt x="4440269" y="4440241"/>
                  </a:lnTo>
                  <a:lnTo>
                    <a:pt x="3894487" y="4440241"/>
                  </a:lnTo>
                  <a:lnTo>
                    <a:pt x="3894487" y="3894473"/>
                  </a:lnTo>
                  <a:close/>
                  <a:moveTo>
                    <a:pt x="4449509" y="3894473"/>
                  </a:moveTo>
                  <a:lnTo>
                    <a:pt x="4995291" y="3894473"/>
                  </a:lnTo>
                  <a:lnTo>
                    <a:pt x="4995291" y="4440241"/>
                  </a:lnTo>
                  <a:lnTo>
                    <a:pt x="4449509" y="4440241"/>
                  </a:lnTo>
                  <a:lnTo>
                    <a:pt x="4449509" y="3894473"/>
                  </a:lnTo>
                  <a:close/>
                  <a:moveTo>
                    <a:pt x="4449509" y="3885224"/>
                  </a:moveTo>
                  <a:lnTo>
                    <a:pt x="4449509" y="3339441"/>
                  </a:lnTo>
                  <a:lnTo>
                    <a:pt x="4995291" y="3339441"/>
                  </a:lnTo>
                  <a:lnTo>
                    <a:pt x="4995291" y="3885224"/>
                  </a:lnTo>
                  <a:lnTo>
                    <a:pt x="4449509" y="3885224"/>
                  </a:lnTo>
                  <a:close/>
                  <a:moveTo>
                    <a:pt x="5004530" y="3339441"/>
                  </a:moveTo>
                  <a:lnTo>
                    <a:pt x="5550313" y="3339441"/>
                  </a:lnTo>
                  <a:lnTo>
                    <a:pt x="5550313" y="3885224"/>
                  </a:lnTo>
                  <a:lnTo>
                    <a:pt x="5004530" y="3885224"/>
                  </a:lnTo>
                  <a:lnTo>
                    <a:pt x="5004530" y="3339441"/>
                  </a:lnTo>
                  <a:close/>
                  <a:moveTo>
                    <a:pt x="5004530" y="3330192"/>
                  </a:moveTo>
                  <a:lnTo>
                    <a:pt x="5004530" y="2784410"/>
                  </a:lnTo>
                  <a:lnTo>
                    <a:pt x="5550313" y="2784410"/>
                  </a:lnTo>
                  <a:lnTo>
                    <a:pt x="5550313" y="3330192"/>
                  </a:lnTo>
                  <a:lnTo>
                    <a:pt x="5004530" y="3330192"/>
                  </a:lnTo>
                  <a:close/>
                  <a:moveTo>
                    <a:pt x="5004530" y="2775161"/>
                  </a:moveTo>
                  <a:lnTo>
                    <a:pt x="5004530" y="2229379"/>
                  </a:lnTo>
                  <a:lnTo>
                    <a:pt x="5550313" y="2229379"/>
                  </a:lnTo>
                  <a:lnTo>
                    <a:pt x="5550313" y="2775161"/>
                  </a:lnTo>
                  <a:lnTo>
                    <a:pt x="5004530" y="2775161"/>
                  </a:lnTo>
                  <a:close/>
                  <a:moveTo>
                    <a:pt x="5004530" y="2220130"/>
                  </a:moveTo>
                  <a:lnTo>
                    <a:pt x="5004530" y="1674347"/>
                  </a:lnTo>
                  <a:lnTo>
                    <a:pt x="5550313" y="1674347"/>
                  </a:lnTo>
                  <a:lnTo>
                    <a:pt x="5550313" y="2220130"/>
                  </a:lnTo>
                  <a:lnTo>
                    <a:pt x="5004530" y="2220130"/>
                  </a:lnTo>
                  <a:close/>
                  <a:moveTo>
                    <a:pt x="5004530" y="1665094"/>
                  </a:moveTo>
                  <a:lnTo>
                    <a:pt x="5004530" y="1119311"/>
                  </a:lnTo>
                  <a:lnTo>
                    <a:pt x="5550313" y="1119311"/>
                  </a:lnTo>
                  <a:lnTo>
                    <a:pt x="5550313" y="1665094"/>
                  </a:lnTo>
                  <a:lnTo>
                    <a:pt x="5004530" y="1665094"/>
                  </a:lnTo>
                  <a:close/>
                  <a:moveTo>
                    <a:pt x="5004530" y="1110063"/>
                  </a:moveTo>
                  <a:lnTo>
                    <a:pt x="5004530" y="564280"/>
                  </a:lnTo>
                  <a:lnTo>
                    <a:pt x="5550313" y="564280"/>
                  </a:lnTo>
                  <a:lnTo>
                    <a:pt x="5550313" y="1110063"/>
                  </a:lnTo>
                  <a:lnTo>
                    <a:pt x="5004530" y="1110063"/>
                  </a:lnTo>
                  <a:close/>
                  <a:moveTo>
                    <a:pt x="9249" y="9249"/>
                  </a:moveTo>
                  <a:lnTo>
                    <a:pt x="555031" y="9249"/>
                  </a:lnTo>
                  <a:lnTo>
                    <a:pt x="555031" y="555031"/>
                  </a:lnTo>
                  <a:lnTo>
                    <a:pt x="9249" y="555031"/>
                  </a:lnTo>
                  <a:lnTo>
                    <a:pt x="9249" y="9249"/>
                  </a:lnTo>
                  <a:close/>
                  <a:moveTo>
                    <a:pt x="9249" y="564280"/>
                  </a:moveTo>
                  <a:lnTo>
                    <a:pt x="555031" y="564280"/>
                  </a:lnTo>
                  <a:lnTo>
                    <a:pt x="555031" y="1110063"/>
                  </a:lnTo>
                  <a:lnTo>
                    <a:pt x="9249" y="1110063"/>
                  </a:lnTo>
                  <a:lnTo>
                    <a:pt x="9249" y="564280"/>
                  </a:lnTo>
                  <a:close/>
                  <a:moveTo>
                    <a:pt x="9249" y="1119316"/>
                  </a:moveTo>
                  <a:lnTo>
                    <a:pt x="555031" y="1119316"/>
                  </a:lnTo>
                  <a:lnTo>
                    <a:pt x="555031" y="1665099"/>
                  </a:lnTo>
                  <a:lnTo>
                    <a:pt x="9249" y="1665099"/>
                  </a:lnTo>
                  <a:lnTo>
                    <a:pt x="9249" y="1119316"/>
                  </a:lnTo>
                  <a:close/>
                  <a:moveTo>
                    <a:pt x="9249" y="1674347"/>
                  </a:moveTo>
                  <a:lnTo>
                    <a:pt x="555031" y="1674347"/>
                  </a:lnTo>
                  <a:lnTo>
                    <a:pt x="555031" y="2220130"/>
                  </a:lnTo>
                  <a:lnTo>
                    <a:pt x="9249" y="2220130"/>
                  </a:lnTo>
                  <a:lnTo>
                    <a:pt x="9249" y="1674347"/>
                  </a:lnTo>
                  <a:close/>
                  <a:moveTo>
                    <a:pt x="9249" y="2229379"/>
                  </a:moveTo>
                  <a:lnTo>
                    <a:pt x="555031" y="2229379"/>
                  </a:lnTo>
                  <a:lnTo>
                    <a:pt x="555031" y="2775161"/>
                  </a:lnTo>
                  <a:lnTo>
                    <a:pt x="9249" y="2775161"/>
                  </a:lnTo>
                  <a:lnTo>
                    <a:pt x="9249" y="2229379"/>
                  </a:lnTo>
                  <a:close/>
                  <a:moveTo>
                    <a:pt x="9249" y="2784410"/>
                  </a:moveTo>
                  <a:lnTo>
                    <a:pt x="555031" y="2784410"/>
                  </a:lnTo>
                  <a:lnTo>
                    <a:pt x="555031" y="3330192"/>
                  </a:lnTo>
                  <a:lnTo>
                    <a:pt x="9249" y="3330192"/>
                  </a:lnTo>
                  <a:lnTo>
                    <a:pt x="9249" y="2784410"/>
                  </a:lnTo>
                  <a:close/>
                  <a:moveTo>
                    <a:pt x="9249" y="3339441"/>
                  </a:moveTo>
                  <a:lnTo>
                    <a:pt x="555031" y="3339441"/>
                  </a:lnTo>
                  <a:lnTo>
                    <a:pt x="555031" y="3885224"/>
                  </a:lnTo>
                  <a:lnTo>
                    <a:pt x="9249" y="3885224"/>
                  </a:lnTo>
                  <a:lnTo>
                    <a:pt x="9249" y="3339441"/>
                  </a:lnTo>
                  <a:close/>
                  <a:moveTo>
                    <a:pt x="9249" y="3894473"/>
                  </a:moveTo>
                  <a:lnTo>
                    <a:pt x="555031" y="3894473"/>
                  </a:lnTo>
                  <a:lnTo>
                    <a:pt x="555031" y="4440241"/>
                  </a:lnTo>
                  <a:lnTo>
                    <a:pt x="9249" y="4440241"/>
                  </a:lnTo>
                  <a:lnTo>
                    <a:pt x="9249" y="3894473"/>
                  </a:lnTo>
                  <a:close/>
                  <a:moveTo>
                    <a:pt x="5004530" y="4440241"/>
                  </a:moveTo>
                  <a:lnTo>
                    <a:pt x="5004530" y="3894473"/>
                  </a:lnTo>
                  <a:lnTo>
                    <a:pt x="5550313" y="3894473"/>
                  </a:lnTo>
                  <a:lnTo>
                    <a:pt x="5550313" y="4440241"/>
                  </a:lnTo>
                  <a:lnTo>
                    <a:pt x="5004530" y="4440241"/>
                  </a:lnTo>
                  <a:close/>
                </a:path>
              </a:pathLst>
            </a:custGeom>
            <a:solidFill>
              <a:srgbClr val="E6E6E6"/>
            </a:solidFill>
            <a:ln w="4763" cap="flat">
              <a:solidFill>
                <a:sysClr val="window" lastClr="FFFFFF">
                  <a:lumMod val="85000"/>
                </a:sys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Trebuchet MS" panose="020B0603020202020204"/>
              </a:endParaRPr>
            </a:p>
          </p:txBody>
        </p:sp>
      </p:grpSp>
      <p:sp>
        <p:nvSpPr>
          <p:cNvPr id="2" name="Title 1">
            <a:extLst>
              <a:ext uri="{FF2B5EF4-FFF2-40B4-BE49-F238E27FC236}">
                <a16:creationId xmlns:a16="http://schemas.microsoft.com/office/drawing/2014/main" id="{3677FC49-0007-5ED1-6F50-26D65509882A}"/>
              </a:ext>
            </a:extLst>
          </p:cNvPr>
          <p:cNvSpPr>
            <a:spLocks noGrp="1"/>
          </p:cNvSpPr>
          <p:nvPr>
            <p:ph type="title"/>
          </p:nvPr>
        </p:nvSpPr>
        <p:spPr/>
        <p:txBody>
          <a:bodyPr/>
          <a:lstStyle/>
          <a:p>
            <a:r>
              <a:rPr lang="en-GB" dirty="0"/>
              <a:t>Method Comparison</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5304B1F-1FAB-87DA-ED54-1261DAFEF89B}"/>
                  </a:ext>
                </a:extLst>
              </p:cNvPr>
              <p:cNvSpPr txBox="1"/>
              <p:nvPr/>
            </p:nvSpPr>
            <p:spPr>
              <a:xfrm>
                <a:off x="2627256" y="1494477"/>
                <a:ext cx="388948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solidFill>
                      <a:schemeClr val="tx1"/>
                    </a:solidFill>
                    <a:cs typeface="Calibri" panose="020F0502020204030204" pitchFamily="34" charset="0"/>
                  </a:rPr>
                  <a:t>Evaluate </a:t>
                </a:r>
                <a14:m>
                  <m:oMath xmlns:m="http://schemas.openxmlformats.org/officeDocument/2006/math">
                    <m:sSup>
                      <m:sSupPr>
                        <m:ctrlPr>
                          <a:rPr lang="en-GB" sz="2000" b="0" i="1" smtClean="0">
                            <a:solidFill>
                              <a:schemeClr val="tx1"/>
                            </a:solidFill>
                            <a:latin typeface="Cambria Math" panose="02040503050406030204" pitchFamily="18" charset="0"/>
                            <a:cs typeface="Calibri" panose="020F0502020204030204" pitchFamily="34" charset="0"/>
                          </a:rPr>
                        </m:ctrlPr>
                      </m:sSupPr>
                      <m:e>
                        <m:r>
                          <a:rPr lang="en-GB" sz="2000" b="0" i="1" smtClean="0">
                            <a:solidFill>
                              <a:schemeClr val="tx1"/>
                            </a:solidFill>
                            <a:latin typeface="Cambria Math" panose="02040503050406030204" pitchFamily="18" charset="0"/>
                            <a:cs typeface="Calibri" panose="020F0502020204030204" pitchFamily="34" charset="0"/>
                          </a:rPr>
                          <m:t>4</m:t>
                        </m:r>
                      </m:e>
                      <m:sup>
                        <m:r>
                          <a:rPr lang="en-GB" sz="2000" b="0" i="1" smtClean="0">
                            <a:solidFill>
                              <a:schemeClr val="tx1"/>
                            </a:solidFill>
                            <a:latin typeface="Cambria Math" panose="02040503050406030204" pitchFamily="18" charset="0"/>
                            <a:cs typeface="Calibri" panose="020F0502020204030204" pitchFamily="34" charset="0"/>
                          </a:rPr>
                          <m:t>−3</m:t>
                        </m:r>
                      </m:sup>
                    </m:sSup>
                  </m:oMath>
                </a14:m>
                <a:endParaRPr lang="en-US" sz="2000" dirty="0">
                  <a:solidFill>
                    <a:schemeClr val="tx1"/>
                  </a:solidFill>
                  <a:cs typeface="Calibri" panose="020F0502020204030204" pitchFamily="34" charset="0"/>
                </a:endParaRPr>
              </a:p>
            </p:txBody>
          </p:sp>
        </mc:Choice>
        <mc:Fallback xmlns="">
          <p:sp>
            <p:nvSpPr>
              <p:cNvPr id="30" name="TextBox 29">
                <a:extLst>
                  <a:ext uri="{FF2B5EF4-FFF2-40B4-BE49-F238E27FC236}">
                    <a16:creationId xmlns:a16="http://schemas.microsoft.com/office/drawing/2014/main" id="{25304B1F-1FAB-87DA-ED54-1261DAFEF89B}"/>
                  </a:ext>
                </a:extLst>
              </p:cNvPr>
              <p:cNvSpPr txBox="1">
                <a:spLocks noRot="1" noChangeAspect="1" noMove="1" noResize="1" noEditPoints="1" noAdjustHandles="1" noChangeArrowheads="1" noChangeShapeType="1" noTextEdit="1"/>
              </p:cNvSpPr>
              <p:nvPr/>
            </p:nvSpPr>
            <p:spPr>
              <a:xfrm>
                <a:off x="2627256" y="1494477"/>
                <a:ext cx="3889486" cy="400110"/>
              </a:xfrm>
              <a:prstGeom prst="rect">
                <a:avLst/>
              </a:prstGeom>
              <a:blipFill>
                <a:blip r:embed="rId3"/>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grpSp>
        <p:nvGrpSpPr>
          <p:cNvPr id="32" name="Group 31">
            <a:extLst>
              <a:ext uri="{FF2B5EF4-FFF2-40B4-BE49-F238E27FC236}">
                <a16:creationId xmlns:a16="http://schemas.microsoft.com/office/drawing/2014/main" id="{B890F527-82BC-9970-89D9-66FF524CDE78}"/>
              </a:ext>
            </a:extLst>
          </p:cNvPr>
          <p:cNvGrpSpPr/>
          <p:nvPr/>
        </p:nvGrpSpPr>
        <p:grpSpPr>
          <a:xfrm>
            <a:off x="1535461" y="2109203"/>
            <a:ext cx="2847433" cy="2246463"/>
            <a:chOff x="2664639" y="2694860"/>
            <a:chExt cx="5588409" cy="4489541"/>
          </a:xfrm>
        </p:grpSpPr>
        <p:sp>
          <p:nvSpPr>
            <p:cNvPr id="33" name="Free-form: Shape 97">
              <a:extLst>
                <a:ext uri="{FF2B5EF4-FFF2-40B4-BE49-F238E27FC236}">
                  <a16:creationId xmlns:a16="http://schemas.microsoft.com/office/drawing/2014/main" id="{C83AFAAE-F770-5DD0-E78E-5C15873B6BBE}"/>
                </a:ext>
              </a:extLst>
            </p:cNvPr>
            <p:cNvSpPr/>
            <p:nvPr/>
          </p:nvSpPr>
          <p:spPr>
            <a:xfrm>
              <a:off x="2674513" y="2694860"/>
              <a:ext cx="5578535" cy="4470244"/>
            </a:xfrm>
            <a:custGeom>
              <a:avLst/>
              <a:gdLst>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Lst>
              <a:ahLst/>
              <a:cxnLst>
                <a:cxn ang="0">
                  <a:pos x="connsiteX0" y="connsiteY0"/>
                </a:cxn>
                <a:cxn ang="0">
                  <a:pos x="connsiteX1" y="connsiteY1"/>
                </a:cxn>
                <a:cxn ang="0">
                  <a:pos x="connsiteX2" y="connsiteY2"/>
                </a:cxn>
                <a:cxn ang="0">
                  <a:pos x="connsiteX3" y="connsiteY3"/>
                </a:cxn>
              </a:cxnLst>
              <a:rect l="l" t="t" r="r" b="b"/>
              <a:pathLst>
                <a:path w="9144000" h="5143500">
                  <a:moveTo>
                    <a:pt x="0" y="0"/>
                  </a:moveTo>
                  <a:lnTo>
                    <a:pt x="9144000" y="0"/>
                  </a:lnTo>
                  <a:lnTo>
                    <a:pt x="9144000" y="5143500"/>
                  </a:lnTo>
                  <a:lnTo>
                    <a:pt x="0" y="5143500"/>
                  </a:lnTo>
                  <a:close/>
                </a:path>
              </a:pathLst>
            </a:custGeom>
            <a:solidFill>
              <a:srgbClr val="F2F2F2"/>
            </a:solidFill>
            <a:ln w="4763"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Trebuchet MS" panose="020B0603020202020204"/>
              </a:endParaRPr>
            </a:p>
          </p:txBody>
        </p:sp>
        <p:sp>
          <p:nvSpPr>
            <p:cNvPr id="36" name="Free-form: Shape 98">
              <a:extLst>
                <a:ext uri="{FF2B5EF4-FFF2-40B4-BE49-F238E27FC236}">
                  <a16:creationId xmlns:a16="http://schemas.microsoft.com/office/drawing/2014/main" id="{E876E77F-EFF8-EE5C-E750-2D302BE00395}"/>
                </a:ext>
              </a:extLst>
            </p:cNvPr>
            <p:cNvSpPr/>
            <p:nvPr/>
          </p:nvSpPr>
          <p:spPr>
            <a:xfrm>
              <a:off x="2664639" y="2734922"/>
              <a:ext cx="5559551" cy="4449479"/>
            </a:xfrm>
            <a:custGeom>
              <a:avLst/>
              <a:gdLst>
                <a:gd name="connsiteX0" fmla="*/ 0 w 5559551"/>
                <a:gd name="connsiteY0" fmla="*/ 0 h 4449479"/>
                <a:gd name="connsiteX1" fmla="*/ 0 w 5559551"/>
                <a:gd name="connsiteY1" fmla="*/ 4449480 h 4449479"/>
                <a:gd name="connsiteX2" fmla="*/ 5559552 w 5559551"/>
                <a:gd name="connsiteY2" fmla="*/ 4449480 h 4449479"/>
                <a:gd name="connsiteX3" fmla="*/ 5559552 w 5559551"/>
                <a:gd name="connsiteY3" fmla="*/ 0 h 4449479"/>
                <a:gd name="connsiteX4" fmla="*/ 0 w 5559551"/>
                <a:gd name="connsiteY4" fmla="*/ 0 h 4449479"/>
                <a:gd name="connsiteX5" fmla="*/ 5550313 w 5559551"/>
                <a:gd name="connsiteY5" fmla="*/ 555031 h 4449479"/>
                <a:gd name="connsiteX6" fmla="*/ 5004530 w 5559551"/>
                <a:gd name="connsiteY6" fmla="*/ 555031 h 4449479"/>
                <a:gd name="connsiteX7" fmla="*/ 5004530 w 5559551"/>
                <a:gd name="connsiteY7" fmla="*/ 9249 h 4449479"/>
                <a:gd name="connsiteX8" fmla="*/ 5550313 w 5559551"/>
                <a:gd name="connsiteY8" fmla="*/ 9249 h 4449479"/>
                <a:gd name="connsiteX9" fmla="*/ 5550313 w 5559551"/>
                <a:gd name="connsiteY9" fmla="*/ 555031 h 4449479"/>
                <a:gd name="connsiteX10" fmla="*/ 2775161 w 5559551"/>
                <a:gd name="connsiteY10" fmla="*/ 2229379 h 4449479"/>
                <a:gd name="connsiteX11" fmla="*/ 2775161 w 5559551"/>
                <a:gd name="connsiteY11" fmla="*/ 2775161 h 4449479"/>
                <a:gd name="connsiteX12" fmla="*/ 2229379 w 5559551"/>
                <a:gd name="connsiteY12" fmla="*/ 2775161 h 4449479"/>
                <a:gd name="connsiteX13" fmla="*/ 2229379 w 5559551"/>
                <a:gd name="connsiteY13" fmla="*/ 2229379 h 4449479"/>
                <a:gd name="connsiteX14" fmla="*/ 2775161 w 5559551"/>
                <a:gd name="connsiteY14" fmla="*/ 2229379 h 4449479"/>
                <a:gd name="connsiteX15" fmla="*/ 2229379 w 5559551"/>
                <a:gd name="connsiteY15" fmla="*/ 2220130 h 4449479"/>
                <a:gd name="connsiteX16" fmla="*/ 2229379 w 5559551"/>
                <a:gd name="connsiteY16" fmla="*/ 1674347 h 4449479"/>
                <a:gd name="connsiteX17" fmla="*/ 2775161 w 5559551"/>
                <a:gd name="connsiteY17" fmla="*/ 1674347 h 4449479"/>
                <a:gd name="connsiteX18" fmla="*/ 2775161 w 5559551"/>
                <a:gd name="connsiteY18" fmla="*/ 2220130 h 4449479"/>
                <a:gd name="connsiteX19" fmla="*/ 2229379 w 5559551"/>
                <a:gd name="connsiteY19" fmla="*/ 2220130 h 4449479"/>
                <a:gd name="connsiteX20" fmla="*/ 2784410 w 5559551"/>
                <a:gd name="connsiteY20" fmla="*/ 2229379 h 4449479"/>
                <a:gd name="connsiteX21" fmla="*/ 3330178 w 5559551"/>
                <a:gd name="connsiteY21" fmla="*/ 2229379 h 4449479"/>
                <a:gd name="connsiteX22" fmla="*/ 3330178 w 5559551"/>
                <a:gd name="connsiteY22" fmla="*/ 2775161 h 4449479"/>
                <a:gd name="connsiteX23" fmla="*/ 2784410 w 5559551"/>
                <a:gd name="connsiteY23" fmla="*/ 2775161 h 4449479"/>
                <a:gd name="connsiteX24" fmla="*/ 2784410 w 5559551"/>
                <a:gd name="connsiteY24" fmla="*/ 2229379 h 4449479"/>
                <a:gd name="connsiteX25" fmla="*/ 2784410 w 5559551"/>
                <a:gd name="connsiteY25" fmla="*/ 2229379 h 4449479"/>
                <a:gd name="connsiteX26" fmla="*/ 2784410 w 5559551"/>
                <a:gd name="connsiteY26" fmla="*/ 2220130 h 4449479"/>
                <a:gd name="connsiteX27" fmla="*/ 2784410 w 5559551"/>
                <a:gd name="connsiteY27" fmla="*/ 1674347 h 4449479"/>
                <a:gd name="connsiteX28" fmla="*/ 3330178 w 5559551"/>
                <a:gd name="connsiteY28" fmla="*/ 1674347 h 4449479"/>
                <a:gd name="connsiteX29" fmla="*/ 3330178 w 5559551"/>
                <a:gd name="connsiteY29" fmla="*/ 2220130 h 4449479"/>
                <a:gd name="connsiteX30" fmla="*/ 2784410 w 5559551"/>
                <a:gd name="connsiteY30" fmla="*/ 2220130 h 4449479"/>
                <a:gd name="connsiteX31" fmla="*/ 3339417 w 5559551"/>
                <a:gd name="connsiteY31" fmla="*/ 1674347 h 4449479"/>
                <a:gd name="connsiteX32" fmla="*/ 3885247 w 5559551"/>
                <a:gd name="connsiteY32" fmla="*/ 1674347 h 4449479"/>
                <a:gd name="connsiteX33" fmla="*/ 3885247 w 5559551"/>
                <a:gd name="connsiteY33" fmla="*/ 2220130 h 4449479"/>
                <a:gd name="connsiteX34" fmla="*/ 3339417 w 5559551"/>
                <a:gd name="connsiteY34" fmla="*/ 2220130 h 4449479"/>
                <a:gd name="connsiteX35" fmla="*/ 3339417 w 5559551"/>
                <a:gd name="connsiteY35" fmla="*/ 1674347 h 4449479"/>
                <a:gd name="connsiteX36" fmla="*/ 3339417 w 5559551"/>
                <a:gd name="connsiteY36" fmla="*/ 1665094 h 4449479"/>
                <a:gd name="connsiteX37" fmla="*/ 3339417 w 5559551"/>
                <a:gd name="connsiteY37" fmla="*/ 1119311 h 4449479"/>
                <a:gd name="connsiteX38" fmla="*/ 3885247 w 5559551"/>
                <a:gd name="connsiteY38" fmla="*/ 1119311 h 4449479"/>
                <a:gd name="connsiteX39" fmla="*/ 3885247 w 5559551"/>
                <a:gd name="connsiteY39" fmla="*/ 1665094 h 4449479"/>
                <a:gd name="connsiteX40" fmla="*/ 3339417 w 5559551"/>
                <a:gd name="connsiteY40" fmla="*/ 1665094 h 4449479"/>
                <a:gd name="connsiteX41" fmla="*/ 3330178 w 5559551"/>
                <a:gd name="connsiteY41" fmla="*/ 1665094 h 4449479"/>
                <a:gd name="connsiteX42" fmla="*/ 2784410 w 5559551"/>
                <a:gd name="connsiteY42" fmla="*/ 1665094 h 4449479"/>
                <a:gd name="connsiteX43" fmla="*/ 2784410 w 5559551"/>
                <a:gd name="connsiteY43" fmla="*/ 1119311 h 4449479"/>
                <a:gd name="connsiteX44" fmla="*/ 3330178 w 5559551"/>
                <a:gd name="connsiteY44" fmla="*/ 1119311 h 4449479"/>
                <a:gd name="connsiteX45" fmla="*/ 3330178 w 5559551"/>
                <a:gd name="connsiteY45" fmla="*/ 1665094 h 4449479"/>
                <a:gd name="connsiteX46" fmla="*/ 2775161 w 5559551"/>
                <a:gd name="connsiteY46" fmla="*/ 1665094 h 4449479"/>
                <a:gd name="connsiteX47" fmla="*/ 2229379 w 5559551"/>
                <a:gd name="connsiteY47" fmla="*/ 1665094 h 4449479"/>
                <a:gd name="connsiteX48" fmla="*/ 2229379 w 5559551"/>
                <a:gd name="connsiteY48" fmla="*/ 1119311 h 4449479"/>
                <a:gd name="connsiteX49" fmla="*/ 2775161 w 5559551"/>
                <a:gd name="connsiteY49" fmla="*/ 1119311 h 4449479"/>
                <a:gd name="connsiteX50" fmla="*/ 2775161 w 5559551"/>
                <a:gd name="connsiteY50" fmla="*/ 1665094 h 4449479"/>
                <a:gd name="connsiteX51" fmla="*/ 2220130 w 5559551"/>
                <a:gd name="connsiteY51" fmla="*/ 1665094 h 4449479"/>
                <a:gd name="connsiteX52" fmla="*/ 1674347 w 5559551"/>
                <a:gd name="connsiteY52" fmla="*/ 1665094 h 4449479"/>
                <a:gd name="connsiteX53" fmla="*/ 1674347 w 5559551"/>
                <a:gd name="connsiteY53" fmla="*/ 1119311 h 4449479"/>
                <a:gd name="connsiteX54" fmla="*/ 2220130 w 5559551"/>
                <a:gd name="connsiteY54" fmla="*/ 1119311 h 4449479"/>
                <a:gd name="connsiteX55" fmla="*/ 2220130 w 5559551"/>
                <a:gd name="connsiteY55" fmla="*/ 1665094 h 4449479"/>
                <a:gd name="connsiteX56" fmla="*/ 2220130 w 5559551"/>
                <a:gd name="connsiteY56" fmla="*/ 1674347 h 4449479"/>
                <a:gd name="connsiteX57" fmla="*/ 2220130 w 5559551"/>
                <a:gd name="connsiteY57" fmla="*/ 2220130 h 4449479"/>
                <a:gd name="connsiteX58" fmla="*/ 1674347 w 5559551"/>
                <a:gd name="connsiteY58" fmla="*/ 2220130 h 4449479"/>
                <a:gd name="connsiteX59" fmla="*/ 1674347 w 5559551"/>
                <a:gd name="connsiteY59" fmla="*/ 1674347 h 4449479"/>
                <a:gd name="connsiteX60" fmla="*/ 2220130 w 5559551"/>
                <a:gd name="connsiteY60" fmla="*/ 1674347 h 4449479"/>
                <a:gd name="connsiteX61" fmla="*/ 2220130 w 5559551"/>
                <a:gd name="connsiteY61" fmla="*/ 2229379 h 4449479"/>
                <a:gd name="connsiteX62" fmla="*/ 2220130 w 5559551"/>
                <a:gd name="connsiteY62" fmla="*/ 2775161 h 4449479"/>
                <a:gd name="connsiteX63" fmla="*/ 1674347 w 5559551"/>
                <a:gd name="connsiteY63" fmla="*/ 2775161 h 4449479"/>
                <a:gd name="connsiteX64" fmla="*/ 1674347 w 5559551"/>
                <a:gd name="connsiteY64" fmla="*/ 2229379 h 4449479"/>
                <a:gd name="connsiteX65" fmla="*/ 2220130 w 5559551"/>
                <a:gd name="connsiteY65" fmla="*/ 2229379 h 4449479"/>
                <a:gd name="connsiteX66" fmla="*/ 2220130 w 5559551"/>
                <a:gd name="connsiteY66" fmla="*/ 2784410 h 4449479"/>
                <a:gd name="connsiteX67" fmla="*/ 2220130 w 5559551"/>
                <a:gd name="connsiteY67" fmla="*/ 3330192 h 4449479"/>
                <a:gd name="connsiteX68" fmla="*/ 1674347 w 5559551"/>
                <a:gd name="connsiteY68" fmla="*/ 3330192 h 4449479"/>
                <a:gd name="connsiteX69" fmla="*/ 1674347 w 5559551"/>
                <a:gd name="connsiteY69" fmla="*/ 2784410 h 4449479"/>
                <a:gd name="connsiteX70" fmla="*/ 2220130 w 5559551"/>
                <a:gd name="connsiteY70" fmla="*/ 2784410 h 4449479"/>
                <a:gd name="connsiteX71" fmla="*/ 2229379 w 5559551"/>
                <a:gd name="connsiteY71" fmla="*/ 2784410 h 4449479"/>
                <a:gd name="connsiteX72" fmla="*/ 2775161 w 5559551"/>
                <a:gd name="connsiteY72" fmla="*/ 2784410 h 4449479"/>
                <a:gd name="connsiteX73" fmla="*/ 2775161 w 5559551"/>
                <a:gd name="connsiteY73" fmla="*/ 3330192 h 4449479"/>
                <a:gd name="connsiteX74" fmla="*/ 2229379 w 5559551"/>
                <a:gd name="connsiteY74" fmla="*/ 3330192 h 4449479"/>
                <a:gd name="connsiteX75" fmla="*/ 2229379 w 5559551"/>
                <a:gd name="connsiteY75" fmla="*/ 2784410 h 4449479"/>
                <a:gd name="connsiteX76" fmla="*/ 2784410 w 5559551"/>
                <a:gd name="connsiteY76" fmla="*/ 2784410 h 4449479"/>
                <a:gd name="connsiteX77" fmla="*/ 3330178 w 5559551"/>
                <a:gd name="connsiteY77" fmla="*/ 2784410 h 4449479"/>
                <a:gd name="connsiteX78" fmla="*/ 3330178 w 5559551"/>
                <a:gd name="connsiteY78" fmla="*/ 3330192 h 4449479"/>
                <a:gd name="connsiteX79" fmla="*/ 2784410 w 5559551"/>
                <a:gd name="connsiteY79" fmla="*/ 3330192 h 4449479"/>
                <a:gd name="connsiteX80" fmla="*/ 2784410 w 5559551"/>
                <a:gd name="connsiteY80" fmla="*/ 2784410 h 4449479"/>
                <a:gd name="connsiteX81" fmla="*/ 2784410 w 5559551"/>
                <a:gd name="connsiteY81" fmla="*/ 2784410 h 4449479"/>
                <a:gd name="connsiteX82" fmla="*/ 3339417 w 5559551"/>
                <a:gd name="connsiteY82" fmla="*/ 2784410 h 4449479"/>
                <a:gd name="connsiteX83" fmla="*/ 3885247 w 5559551"/>
                <a:gd name="connsiteY83" fmla="*/ 2784410 h 4449479"/>
                <a:gd name="connsiteX84" fmla="*/ 3885247 w 5559551"/>
                <a:gd name="connsiteY84" fmla="*/ 3330192 h 4449479"/>
                <a:gd name="connsiteX85" fmla="*/ 3339417 w 5559551"/>
                <a:gd name="connsiteY85" fmla="*/ 3330192 h 4449479"/>
                <a:gd name="connsiteX86" fmla="*/ 3339417 w 5559551"/>
                <a:gd name="connsiteY86" fmla="*/ 2784410 h 4449479"/>
                <a:gd name="connsiteX87" fmla="*/ 3339417 w 5559551"/>
                <a:gd name="connsiteY87" fmla="*/ 2775161 h 4449479"/>
                <a:gd name="connsiteX88" fmla="*/ 3339417 w 5559551"/>
                <a:gd name="connsiteY88" fmla="*/ 2229379 h 4449479"/>
                <a:gd name="connsiteX89" fmla="*/ 3885247 w 5559551"/>
                <a:gd name="connsiteY89" fmla="*/ 2229379 h 4449479"/>
                <a:gd name="connsiteX90" fmla="*/ 3885247 w 5559551"/>
                <a:gd name="connsiteY90" fmla="*/ 2775161 h 4449479"/>
                <a:gd name="connsiteX91" fmla="*/ 3339417 w 5559551"/>
                <a:gd name="connsiteY91" fmla="*/ 2775161 h 4449479"/>
                <a:gd name="connsiteX92" fmla="*/ 3894487 w 5559551"/>
                <a:gd name="connsiteY92" fmla="*/ 2229379 h 4449479"/>
                <a:gd name="connsiteX93" fmla="*/ 4440269 w 5559551"/>
                <a:gd name="connsiteY93" fmla="*/ 2229379 h 4449479"/>
                <a:gd name="connsiteX94" fmla="*/ 4440269 w 5559551"/>
                <a:gd name="connsiteY94" fmla="*/ 2775161 h 4449479"/>
                <a:gd name="connsiteX95" fmla="*/ 3894487 w 5559551"/>
                <a:gd name="connsiteY95" fmla="*/ 2775161 h 4449479"/>
                <a:gd name="connsiteX96" fmla="*/ 3894487 w 5559551"/>
                <a:gd name="connsiteY96" fmla="*/ 2229379 h 4449479"/>
                <a:gd name="connsiteX97" fmla="*/ 3894487 w 5559551"/>
                <a:gd name="connsiteY97" fmla="*/ 2220130 h 4449479"/>
                <a:gd name="connsiteX98" fmla="*/ 3894487 w 5559551"/>
                <a:gd name="connsiteY98" fmla="*/ 1674347 h 4449479"/>
                <a:gd name="connsiteX99" fmla="*/ 4440269 w 5559551"/>
                <a:gd name="connsiteY99" fmla="*/ 1674347 h 4449479"/>
                <a:gd name="connsiteX100" fmla="*/ 4440269 w 5559551"/>
                <a:gd name="connsiteY100" fmla="*/ 2220130 h 4449479"/>
                <a:gd name="connsiteX101" fmla="*/ 3894487 w 5559551"/>
                <a:gd name="connsiteY101" fmla="*/ 2220130 h 4449479"/>
                <a:gd name="connsiteX102" fmla="*/ 3894487 w 5559551"/>
                <a:gd name="connsiteY102" fmla="*/ 1665094 h 4449479"/>
                <a:gd name="connsiteX103" fmla="*/ 3894487 w 5559551"/>
                <a:gd name="connsiteY103" fmla="*/ 1119311 h 4449479"/>
                <a:gd name="connsiteX104" fmla="*/ 4440269 w 5559551"/>
                <a:gd name="connsiteY104" fmla="*/ 1119311 h 4449479"/>
                <a:gd name="connsiteX105" fmla="*/ 4440269 w 5559551"/>
                <a:gd name="connsiteY105" fmla="*/ 1665094 h 4449479"/>
                <a:gd name="connsiteX106" fmla="*/ 3894487 w 5559551"/>
                <a:gd name="connsiteY106" fmla="*/ 1665094 h 4449479"/>
                <a:gd name="connsiteX107" fmla="*/ 3894487 w 5559551"/>
                <a:gd name="connsiteY107" fmla="*/ 1110063 h 4449479"/>
                <a:gd name="connsiteX108" fmla="*/ 3894487 w 5559551"/>
                <a:gd name="connsiteY108" fmla="*/ 564280 h 4449479"/>
                <a:gd name="connsiteX109" fmla="*/ 4440269 w 5559551"/>
                <a:gd name="connsiteY109" fmla="*/ 564280 h 4449479"/>
                <a:gd name="connsiteX110" fmla="*/ 4440269 w 5559551"/>
                <a:gd name="connsiteY110" fmla="*/ 1110063 h 4449479"/>
                <a:gd name="connsiteX111" fmla="*/ 3894487 w 5559551"/>
                <a:gd name="connsiteY111" fmla="*/ 1110063 h 4449479"/>
                <a:gd name="connsiteX112" fmla="*/ 3885247 w 5559551"/>
                <a:gd name="connsiteY112" fmla="*/ 1110063 h 4449479"/>
                <a:gd name="connsiteX113" fmla="*/ 3339417 w 5559551"/>
                <a:gd name="connsiteY113" fmla="*/ 1110063 h 4449479"/>
                <a:gd name="connsiteX114" fmla="*/ 3339417 w 5559551"/>
                <a:gd name="connsiteY114" fmla="*/ 564280 h 4449479"/>
                <a:gd name="connsiteX115" fmla="*/ 3885247 w 5559551"/>
                <a:gd name="connsiteY115" fmla="*/ 564280 h 4449479"/>
                <a:gd name="connsiteX116" fmla="*/ 3885247 w 5559551"/>
                <a:gd name="connsiteY116" fmla="*/ 1110063 h 4449479"/>
                <a:gd name="connsiteX117" fmla="*/ 3330178 w 5559551"/>
                <a:gd name="connsiteY117" fmla="*/ 1110063 h 4449479"/>
                <a:gd name="connsiteX118" fmla="*/ 2784410 w 5559551"/>
                <a:gd name="connsiteY118" fmla="*/ 1110063 h 4449479"/>
                <a:gd name="connsiteX119" fmla="*/ 2784410 w 5559551"/>
                <a:gd name="connsiteY119" fmla="*/ 564280 h 4449479"/>
                <a:gd name="connsiteX120" fmla="*/ 3330178 w 5559551"/>
                <a:gd name="connsiteY120" fmla="*/ 564280 h 4449479"/>
                <a:gd name="connsiteX121" fmla="*/ 3330178 w 5559551"/>
                <a:gd name="connsiteY121" fmla="*/ 1110063 h 4449479"/>
                <a:gd name="connsiteX122" fmla="*/ 2775161 w 5559551"/>
                <a:gd name="connsiteY122" fmla="*/ 1110063 h 4449479"/>
                <a:gd name="connsiteX123" fmla="*/ 2229379 w 5559551"/>
                <a:gd name="connsiteY123" fmla="*/ 1110063 h 4449479"/>
                <a:gd name="connsiteX124" fmla="*/ 2229379 w 5559551"/>
                <a:gd name="connsiteY124" fmla="*/ 564280 h 4449479"/>
                <a:gd name="connsiteX125" fmla="*/ 2775161 w 5559551"/>
                <a:gd name="connsiteY125" fmla="*/ 564280 h 4449479"/>
                <a:gd name="connsiteX126" fmla="*/ 2775161 w 5559551"/>
                <a:gd name="connsiteY126" fmla="*/ 1110063 h 4449479"/>
                <a:gd name="connsiteX127" fmla="*/ 2220130 w 5559551"/>
                <a:gd name="connsiteY127" fmla="*/ 1110063 h 4449479"/>
                <a:gd name="connsiteX128" fmla="*/ 1674347 w 5559551"/>
                <a:gd name="connsiteY128" fmla="*/ 1110063 h 4449479"/>
                <a:gd name="connsiteX129" fmla="*/ 1674347 w 5559551"/>
                <a:gd name="connsiteY129" fmla="*/ 564280 h 4449479"/>
                <a:gd name="connsiteX130" fmla="*/ 2220130 w 5559551"/>
                <a:gd name="connsiteY130" fmla="*/ 564280 h 4449479"/>
                <a:gd name="connsiteX131" fmla="*/ 2220130 w 5559551"/>
                <a:gd name="connsiteY131" fmla="*/ 1110063 h 4449479"/>
                <a:gd name="connsiteX132" fmla="*/ 1665094 w 5559551"/>
                <a:gd name="connsiteY132" fmla="*/ 1110063 h 4449479"/>
                <a:gd name="connsiteX133" fmla="*/ 1119311 w 5559551"/>
                <a:gd name="connsiteY133" fmla="*/ 1110063 h 4449479"/>
                <a:gd name="connsiteX134" fmla="*/ 1119311 w 5559551"/>
                <a:gd name="connsiteY134" fmla="*/ 564280 h 4449479"/>
                <a:gd name="connsiteX135" fmla="*/ 1665094 w 5559551"/>
                <a:gd name="connsiteY135" fmla="*/ 564280 h 4449479"/>
                <a:gd name="connsiteX136" fmla="*/ 1665094 w 5559551"/>
                <a:gd name="connsiteY136" fmla="*/ 1110063 h 4449479"/>
                <a:gd name="connsiteX137" fmla="*/ 1665094 w 5559551"/>
                <a:gd name="connsiteY137" fmla="*/ 1119316 h 4449479"/>
                <a:gd name="connsiteX138" fmla="*/ 1665094 w 5559551"/>
                <a:gd name="connsiteY138" fmla="*/ 1665099 h 4449479"/>
                <a:gd name="connsiteX139" fmla="*/ 1119311 w 5559551"/>
                <a:gd name="connsiteY139" fmla="*/ 1665099 h 4449479"/>
                <a:gd name="connsiteX140" fmla="*/ 1119311 w 5559551"/>
                <a:gd name="connsiteY140" fmla="*/ 1119316 h 4449479"/>
                <a:gd name="connsiteX141" fmla="*/ 1665094 w 5559551"/>
                <a:gd name="connsiteY141" fmla="*/ 1119316 h 4449479"/>
                <a:gd name="connsiteX142" fmla="*/ 1665094 w 5559551"/>
                <a:gd name="connsiteY142" fmla="*/ 1674347 h 4449479"/>
                <a:gd name="connsiteX143" fmla="*/ 1665094 w 5559551"/>
                <a:gd name="connsiteY143" fmla="*/ 2220130 h 4449479"/>
                <a:gd name="connsiteX144" fmla="*/ 1119311 w 5559551"/>
                <a:gd name="connsiteY144" fmla="*/ 2220130 h 4449479"/>
                <a:gd name="connsiteX145" fmla="*/ 1119311 w 5559551"/>
                <a:gd name="connsiteY145" fmla="*/ 1674347 h 4449479"/>
                <a:gd name="connsiteX146" fmla="*/ 1665094 w 5559551"/>
                <a:gd name="connsiteY146" fmla="*/ 1674347 h 4449479"/>
                <a:gd name="connsiteX147" fmla="*/ 1665094 w 5559551"/>
                <a:gd name="connsiteY147" fmla="*/ 2229379 h 4449479"/>
                <a:gd name="connsiteX148" fmla="*/ 1665094 w 5559551"/>
                <a:gd name="connsiteY148" fmla="*/ 2775161 h 4449479"/>
                <a:gd name="connsiteX149" fmla="*/ 1119311 w 5559551"/>
                <a:gd name="connsiteY149" fmla="*/ 2775161 h 4449479"/>
                <a:gd name="connsiteX150" fmla="*/ 1119311 w 5559551"/>
                <a:gd name="connsiteY150" fmla="*/ 2229379 h 4449479"/>
                <a:gd name="connsiteX151" fmla="*/ 1665094 w 5559551"/>
                <a:gd name="connsiteY151" fmla="*/ 2229379 h 4449479"/>
                <a:gd name="connsiteX152" fmla="*/ 1665094 w 5559551"/>
                <a:gd name="connsiteY152" fmla="*/ 2784410 h 4449479"/>
                <a:gd name="connsiteX153" fmla="*/ 1665094 w 5559551"/>
                <a:gd name="connsiteY153" fmla="*/ 3330192 h 4449479"/>
                <a:gd name="connsiteX154" fmla="*/ 1119311 w 5559551"/>
                <a:gd name="connsiteY154" fmla="*/ 3330192 h 4449479"/>
                <a:gd name="connsiteX155" fmla="*/ 1119311 w 5559551"/>
                <a:gd name="connsiteY155" fmla="*/ 2784410 h 4449479"/>
                <a:gd name="connsiteX156" fmla="*/ 1665094 w 5559551"/>
                <a:gd name="connsiteY156" fmla="*/ 2784410 h 4449479"/>
                <a:gd name="connsiteX157" fmla="*/ 1665094 w 5559551"/>
                <a:gd name="connsiteY157" fmla="*/ 3339441 h 4449479"/>
                <a:gd name="connsiteX158" fmla="*/ 1665094 w 5559551"/>
                <a:gd name="connsiteY158" fmla="*/ 3885224 h 4449479"/>
                <a:gd name="connsiteX159" fmla="*/ 1119311 w 5559551"/>
                <a:gd name="connsiteY159" fmla="*/ 3885224 h 4449479"/>
                <a:gd name="connsiteX160" fmla="*/ 1119311 w 5559551"/>
                <a:gd name="connsiteY160" fmla="*/ 3339441 h 4449479"/>
                <a:gd name="connsiteX161" fmla="*/ 1665094 w 5559551"/>
                <a:gd name="connsiteY161" fmla="*/ 3339441 h 4449479"/>
                <a:gd name="connsiteX162" fmla="*/ 1674347 w 5559551"/>
                <a:gd name="connsiteY162" fmla="*/ 3339441 h 4449479"/>
                <a:gd name="connsiteX163" fmla="*/ 2220130 w 5559551"/>
                <a:gd name="connsiteY163" fmla="*/ 3339441 h 4449479"/>
                <a:gd name="connsiteX164" fmla="*/ 2220130 w 5559551"/>
                <a:gd name="connsiteY164" fmla="*/ 3885224 h 4449479"/>
                <a:gd name="connsiteX165" fmla="*/ 1674347 w 5559551"/>
                <a:gd name="connsiteY165" fmla="*/ 3885224 h 4449479"/>
                <a:gd name="connsiteX166" fmla="*/ 1674347 w 5559551"/>
                <a:gd name="connsiteY166" fmla="*/ 3339441 h 4449479"/>
                <a:gd name="connsiteX167" fmla="*/ 2229379 w 5559551"/>
                <a:gd name="connsiteY167" fmla="*/ 3339441 h 4449479"/>
                <a:gd name="connsiteX168" fmla="*/ 2775161 w 5559551"/>
                <a:gd name="connsiteY168" fmla="*/ 3339441 h 4449479"/>
                <a:gd name="connsiteX169" fmla="*/ 2775161 w 5559551"/>
                <a:gd name="connsiteY169" fmla="*/ 3885224 h 4449479"/>
                <a:gd name="connsiteX170" fmla="*/ 2229379 w 5559551"/>
                <a:gd name="connsiteY170" fmla="*/ 3885224 h 4449479"/>
                <a:gd name="connsiteX171" fmla="*/ 2229379 w 5559551"/>
                <a:gd name="connsiteY171" fmla="*/ 3339441 h 4449479"/>
                <a:gd name="connsiteX172" fmla="*/ 2784410 w 5559551"/>
                <a:gd name="connsiteY172" fmla="*/ 3339441 h 4449479"/>
                <a:gd name="connsiteX173" fmla="*/ 3330178 w 5559551"/>
                <a:gd name="connsiteY173" fmla="*/ 3339441 h 4449479"/>
                <a:gd name="connsiteX174" fmla="*/ 3330178 w 5559551"/>
                <a:gd name="connsiteY174" fmla="*/ 3885224 h 4449479"/>
                <a:gd name="connsiteX175" fmla="*/ 2784410 w 5559551"/>
                <a:gd name="connsiteY175" fmla="*/ 3885224 h 4449479"/>
                <a:gd name="connsiteX176" fmla="*/ 2784410 w 5559551"/>
                <a:gd name="connsiteY176" fmla="*/ 3339441 h 4449479"/>
                <a:gd name="connsiteX177" fmla="*/ 2784410 w 5559551"/>
                <a:gd name="connsiteY177" fmla="*/ 3339441 h 4449479"/>
                <a:gd name="connsiteX178" fmla="*/ 3339417 w 5559551"/>
                <a:gd name="connsiteY178" fmla="*/ 3339441 h 4449479"/>
                <a:gd name="connsiteX179" fmla="*/ 3885247 w 5559551"/>
                <a:gd name="connsiteY179" fmla="*/ 3339441 h 4449479"/>
                <a:gd name="connsiteX180" fmla="*/ 3885247 w 5559551"/>
                <a:gd name="connsiteY180" fmla="*/ 3885224 h 4449479"/>
                <a:gd name="connsiteX181" fmla="*/ 3339417 w 5559551"/>
                <a:gd name="connsiteY181" fmla="*/ 3885224 h 4449479"/>
                <a:gd name="connsiteX182" fmla="*/ 3339417 w 5559551"/>
                <a:gd name="connsiteY182" fmla="*/ 3339441 h 4449479"/>
                <a:gd name="connsiteX183" fmla="*/ 3894487 w 5559551"/>
                <a:gd name="connsiteY183" fmla="*/ 3339441 h 4449479"/>
                <a:gd name="connsiteX184" fmla="*/ 4440269 w 5559551"/>
                <a:gd name="connsiteY184" fmla="*/ 3339441 h 4449479"/>
                <a:gd name="connsiteX185" fmla="*/ 4440269 w 5559551"/>
                <a:gd name="connsiteY185" fmla="*/ 3885224 h 4449479"/>
                <a:gd name="connsiteX186" fmla="*/ 3894487 w 5559551"/>
                <a:gd name="connsiteY186" fmla="*/ 3885224 h 4449479"/>
                <a:gd name="connsiteX187" fmla="*/ 3894487 w 5559551"/>
                <a:gd name="connsiteY187" fmla="*/ 3339441 h 4449479"/>
                <a:gd name="connsiteX188" fmla="*/ 3894487 w 5559551"/>
                <a:gd name="connsiteY188" fmla="*/ 3330192 h 4449479"/>
                <a:gd name="connsiteX189" fmla="*/ 3894487 w 5559551"/>
                <a:gd name="connsiteY189" fmla="*/ 2784410 h 4449479"/>
                <a:gd name="connsiteX190" fmla="*/ 4440269 w 5559551"/>
                <a:gd name="connsiteY190" fmla="*/ 2784410 h 4449479"/>
                <a:gd name="connsiteX191" fmla="*/ 4440269 w 5559551"/>
                <a:gd name="connsiteY191" fmla="*/ 3330192 h 4449479"/>
                <a:gd name="connsiteX192" fmla="*/ 3894487 w 5559551"/>
                <a:gd name="connsiteY192" fmla="*/ 3330192 h 4449479"/>
                <a:gd name="connsiteX193" fmla="*/ 4449509 w 5559551"/>
                <a:gd name="connsiteY193" fmla="*/ 2784410 h 4449479"/>
                <a:gd name="connsiteX194" fmla="*/ 4995291 w 5559551"/>
                <a:gd name="connsiteY194" fmla="*/ 2784410 h 4449479"/>
                <a:gd name="connsiteX195" fmla="*/ 4995291 w 5559551"/>
                <a:gd name="connsiteY195" fmla="*/ 3330192 h 4449479"/>
                <a:gd name="connsiteX196" fmla="*/ 4449509 w 5559551"/>
                <a:gd name="connsiteY196" fmla="*/ 3330192 h 4449479"/>
                <a:gd name="connsiteX197" fmla="*/ 4449509 w 5559551"/>
                <a:gd name="connsiteY197" fmla="*/ 2784410 h 4449479"/>
                <a:gd name="connsiteX198" fmla="*/ 4449509 w 5559551"/>
                <a:gd name="connsiteY198" fmla="*/ 2775161 h 4449479"/>
                <a:gd name="connsiteX199" fmla="*/ 4449509 w 5559551"/>
                <a:gd name="connsiteY199" fmla="*/ 2229379 h 4449479"/>
                <a:gd name="connsiteX200" fmla="*/ 4995291 w 5559551"/>
                <a:gd name="connsiteY200" fmla="*/ 2229379 h 4449479"/>
                <a:gd name="connsiteX201" fmla="*/ 4995291 w 5559551"/>
                <a:gd name="connsiteY201" fmla="*/ 2775161 h 4449479"/>
                <a:gd name="connsiteX202" fmla="*/ 4449509 w 5559551"/>
                <a:gd name="connsiteY202" fmla="*/ 2775161 h 4449479"/>
                <a:gd name="connsiteX203" fmla="*/ 4449509 w 5559551"/>
                <a:gd name="connsiteY203" fmla="*/ 2220130 h 4449479"/>
                <a:gd name="connsiteX204" fmla="*/ 4449509 w 5559551"/>
                <a:gd name="connsiteY204" fmla="*/ 1674347 h 4449479"/>
                <a:gd name="connsiteX205" fmla="*/ 4995291 w 5559551"/>
                <a:gd name="connsiteY205" fmla="*/ 1674347 h 4449479"/>
                <a:gd name="connsiteX206" fmla="*/ 4995291 w 5559551"/>
                <a:gd name="connsiteY206" fmla="*/ 2220130 h 4449479"/>
                <a:gd name="connsiteX207" fmla="*/ 4449509 w 5559551"/>
                <a:gd name="connsiteY207" fmla="*/ 2220130 h 4449479"/>
                <a:gd name="connsiteX208" fmla="*/ 4449509 w 5559551"/>
                <a:gd name="connsiteY208" fmla="*/ 1665094 h 4449479"/>
                <a:gd name="connsiteX209" fmla="*/ 4449509 w 5559551"/>
                <a:gd name="connsiteY209" fmla="*/ 1119311 h 4449479"/>
                <a:gd name="connsiteX210" fmla="*/ 4995291 w 5559551"/>
                <a:gd name="connsiteY210" fmla="*/ 1119311 h 4449479"/>
                <a:gd name="connsiteX211" fmla="*/ 4995291 w 5559551"/>
                <a:gd name="connsiteY211" fmla="*/ 1665094 h 4449479"/>
                <a:gd name="connsiteX212" fmla="*/ 4449509 w 5559551"/>
                <a:gd name="connsiteY212" fmla="*/ 1665094 h 4449479"/>
                <a:gd name="connsiteX213" fmla="*/ 4449509 w 5559551"/>
                <a:gd name="connsiteY213" fmla="*/ 1110063 h 4449479"/>
                <a:gd name="connsiteX214" fmla="*/ 4449509 w 5559551"/>
                <a:gd name="connsiteY214" fmla="*/ 564280 h 4449479"/>
                <a:gd name="connsiteX215" fmla="*/ 4995291 w 5559551"/>
                <a:gd name="connsiteY215" fmla="*/ 564280 h 4449479"/>
                <a:gd name="connsiteX216" fmla="*/ 4995291 w 5559551"/>
                <a:gd name="connsiteY216" fmla="*/ 1110063 h 4449479"/>
                <a:gd name="connsiteX217" fmla="*/ 4449509 w 5559551"/>
                <a:gd name="connsiteY217" fmla="*/ 1110063 h 4449479"/>
                <a:gd name="connsiteX218" fmla="*/ 4449509 w 5559551"/>
                <a:gd name="connsiteY218" fmla="*/ 555031 h 4449479"/>
                <a:gd name="connsiteX219" fmla="*/ 4449509 w 5559551"/>
                <a:gd name="connsiteY219" fmla="*/ 9249 h 4449479"/>
                <a:gd name="connsiteX220" fmla="*/ 4995291 w 5559551"/>
                <a:gd name="connsiteY220" fmla="*/ 9249 h 4449479"/>
                <a:gd name="connsiteX221" fmla="*/ 4995291 w 5559551"/>
                <a:gd name="connsiteY221" fmla="*/ 555031 h 4449479"/>
                <a:gd name="connsiteX222" fmla="*/ 4449509 w 5559551"/>
                <a:gd name="connsiteY222" fmla="*/ 555031 h 4449479"/>
                <a:gd name="connsiteX223" fmla="*/ 4440269 w 5559551"/>
                <a:gd name="connsiteY223" fmla="*/ 555031 h 4449479"/>
                <a:gd name="connsiteX224" fmla="*/ 3894487 w 5559551"/>
                <a:gd name="connsiteY224" fmla="*/ 555031 h 4449479"/>
                <a:gd name="connsiteX225" fmla="*/ 3894487 w 5559551"/>
                <a:gd name="connsiteY225" fmla="*/ 9249 h 4449479"/>
                <a:gd name="connsiteX226" fmla="*/ 4440269 w 5559551"/>
                <a:gd name="connsiteY226" fmla="*/ 9249 h 4449479"/>
                <a:gd name="connsiteX227" fmla="*/ 4440269 w 5559551"/>
                <a:gd name="connsiteY227" fmla="*/ 555031 h 4449479"/>
                <a:gd name="connsiteX228" fmla="*/ 3885247 w 5559551"/>
                <a:gd name="connsiteY228" fmla="*/ 555031 h 4449479"/>
                <a:gd name="connsiteX229" fmla="*/ 3339417 w 5559551"/>
                <a:gd name="connsiteY229" fmla="*/ 555031 h 4449479"/>
                <a:gd name="connsiteX230" fmla="*/ 3339417 w 5559551"/>
                <a:gd name="connsiteY230" fmla="*/ 9249 h 4449479"/>
                <a:gd name="connsiteX231" fmla="*/ 3885247 w 5559551"/>
                <a:gd name="connsiteY231" fmla="*/ 9249 h 4449479"/>
                <a:gd name="connsiteX232" fmla="*/ 3885247 w 5559551"/>
                <a:gd name="connsiteY232" fmla="*/ 555031 h 4449479"/>
                <a:gd name="connsiteX233" fmla="*/ 3330178 w 5559551"/>
                <a:gd name="connsiteY233" fmla="*/ 555031 h 4449479"/>
                <a:gd name="connsiteX234" fmla="*/ 2784410 w 5559551"/>
                <a:gd name="connsiteY234" fmla="*/ 555031 h 4449479"/>
                <a:gd name="connsiteX235" fmla="*/ 2784410 w 5559551"/>
                <a:gd name="connsiteY235" fmla="*/ 9249 h 4449479"/>
                <a:gd name="connsiteX236" fmla="*/ 3330178 w 5559551"/>
                <a:gd name="connsiteY236" fmla="*/ 9249 h 4449479"/>
                <a:gd name="connsiteX237" fmla="*/ 3330178 w 5559551"/>
                <a:gd name="connsiteY237" fmla="*/ 555031 h 4449479"/>
                <a:gd name="connsiteX238" fmla="*/ 2775161 w 5559551"/>
                <a:gd name="connsiteY238" fmla="*/ 555031 h 4449479"/>
                <a:gd name="connsiteX239" fmla="*/ 2229379 w 5559551"/>
                <a:gd name="connsiteY239" fmla="*/ 555031 h 4449479"/>
                <a:gd name="connsiteX240" fmla="*/ 2229379 w 5559551"/>
                <a:gd name="connsiteY240" fmla="*/ 9249 h 4449479"/>
                <a:gd name="connsiteX241" fmla="*/ 2775161 w 5559551"/>
                <a:gd name="connsiteY241" fmla="*/ 9249 h 4449479"/>
                <a:gd name="connsiteX242" fmla="*/ 2775161 w 5559551"/>
                <a:gd name="connsiteY242" fmla="*/ 555031 h 4449479"/>
                <a:gd name="connsiteX243" fmla="*/ 2220130 w 5559551"/>
                <a:gd name="connsiteY243" fmla="*/ 555031 h 4449479"/>
                <a:gd name="connsiteX244" fmla="*/ 1674347 w 5559551"/>
                <a:gd name="connsiteY244" fmla="*/ 555031 h 4449479"/>
                <a:gd name="connsiteX245" fmla="*/ 1674347 w 5559551"/>
                <a:gd name="connsiteY245" fmla="*/ 9249 h 4449479"/>
                <a:gd name="connsiteX246" fmla="*/ 2220130 w 5559551"/>
                <a:gd name="connsiteY246" fmla="*/ 9249 h 4449479"/>
                <a:gd name="connsiteX247" fmla="*/ 2220130 w 5559551"/>
                <a:gd name="connsiteY247" fmla="*/ 555031 h 4449479"/>
                <a:gd name="connsiteX248" fmla="*/ 1665094 w 5559551"/>
                <a:gd name="connsiteY248" fmla="*/ 555031 h 4449479"/>
                <a:gd name="connsiteX249" fmla="*/ 1119311 w 5559551"/>
                <a:gd name="connsiteY249" fmla="*/ 555031 h 4449479"/>
                <a:gd name="connsiteX250" fmla="*/ 1119311 w 5559551"/>
                <a:gd name="connsiteY250" fmla="*/ 9249 h 4449479"/>
                <a:gd name="connsiteX251" fmla="*/ 1665094 w 5559551"/>
                <a:gd name="connsiteY251" fmla="*/ 9249 h 4449479"/>
                <a:gd name="connsiteX252" fmla="*/ 1665094 w 5559551"/>
                <a:gd name="connsiteY252" fmla="*/ 555031 h 4449479"/>
                <a:gd name="connsiteX253" fmla="*/ 1110063 w 5559551"/>
                <a:gd name="connsiteY253" fmla="*/ 555031 h 4449479"/>
                <a:gd name="connsiteX254" fmla="*/ 564280 w 5559551"/>
                <a:gd name="connsiteY254" fmla="*/ 555031 h 4449479"/>
                <a:gd name="connsiteX255" fmla="*/ 564280 w 5559551"/>
                <a:gd name="connsiteY255" fmla="*/ 9249 h 4449479"/>
                <a:gd name="connsiteX256" fmla="*/ 1110063 w 5559551"/>
                <a:gd name="connsiteY256" fmla="*/ 9249 h 4449479"/>
                <a:gd name="connsiteX257" fmla="*/ 1110063 w 5559551"/>
                <a:gd name="connsiteY257" fmla="*/ 555031 h 4449479"/>
                <a:gd name="connsiteX258" fmla="*/ 1110063 w 5559551"/>
                <a:gd name="connsiteY258" fmla="*/ 564280 h 4449479"/>
                <a:gd name="connsiteX259" fmla="*/ 1110063 w 5559551"/>
                <a:gd name="connsiteY259" fmla="*/ 1110063 h 4449479"/>
                <a:gd name="connsiteX260" fmla="*/ 564280 w 5559551"/>
                <a:gd name="connsiteY260" fmla="*/ 1110063 h 4449479"/>
                <a:gd name="connsiteX261" fmla="*/ 564280 w 5559551"/>
                <a:gd name="connsiteY261" fmla="*/ 564280 h 4449479"/>
                <a:gd name="connsiteX262" fmla="*/ 1110063 w 5559551"/>
                <a:gd name="connsiteY262" fmla="*/ 564280 h 4449479"/>
                <a:gd name="connsiteX263" fmla="*/ 1110063 w 5559551"/>
                <a:gd name="connsiteY263" fmla="*/ 1119316 h 4449479"/>
                <a:gd name="connsiteX264" fmla="*/ 1110063 w 5559551"/>
                <a:gd name="connsiteY264" fmla="*/ 1665099 h 4449479"/>
                <a:gd name="connsiteX265" fmla="*/ 564280 w 5559551"/>
                <a:gd name="connsiteY265" fmla="*/ 1665099 h 4449479"/>
                <a:gd name="connsiteX266" fmla="*/ 564280 w 5559551"/>
                <a:gd name="connsiteY266" fmla="*/ 1119316 h 4449479"/>
                <a:gd name="connsiteX267" fmla="*/ 1110063 w 5559551"/>
                <a:gd name="connsiteY267" fmla="*/ 1119316 h 4449479"/>
                <a:gd name="connsiteX268" fmla="*/ 1110063 w 5559551"/>
                <a:gd name="connsiteY268" fmla="*/ 1674347 h 4449479"/>
                <a:gd name="connsiteX269" fmla="*/ 1110063 w 5559551"/>
                <a:gd name="connsiteY269" fmla="*/ 2220130 h 4449479"/>
                <a:gd name="connsiteX270" fmla="*/ 564280 w 5559551"/>
                <a:gd name="connsiteY270" fmla="*/ 2220130 h 4449479"/>
                <a:gd name="connsiteX271" fmla="*/ 564280 w 5559551"/>
                <a:gd name="connsiteY271" fmla="*/ 1674347 h 4449479"/>
                <a:gd name="connsiteX272" fmla="*/ 1110063 w 5559551"/>
                <a:gd name="connsiteY272" fmla="*/ 1674347 h 4449479"/>
                <a:gd name="connsiteX273" fmla="*/ 1110063 w 5559551"/>
                <a:gd name="connsiteY273" fmla="*/ 2229379 h 4449479"/>
                <a:gd name="connsiteX274" fmla="*/ 1110063 w 5559551"/>
                <a:gd name="connsiteY274" fmla="*/ 2775161 h 4449479"/>
                <a:gd name="connsiteX275" fmla="*/ 564280 w 5559551"/>
                <a:gd name="connsiteY275" fmla="*/ 2775161 h 4449479"/>
                <a:gd name="connsiteX276" fmla="*/ 564280 w 5559551"/>
                <a:gd name="connsiteY276" fmla="*/ 2229379 h 4449479"/>
                <a:gd name="connsiteX277" fmla="*/ 1110063 w 5559551"/>
                <a:gd name="connsiteY277" fmla="*/ 2229379 h 4449479"/>
                <a:gd name="connsiteX278" fmla="*/ 1110063 w 5559551"/>
                <a:gd name="connsiteY278" fmla="*/ 2784410 h 4449479"/>
                <a:gd name="connsiteX279" fmla="*/ 1110063 w 5559551"/>
                <a:gd name="connsiteY279" fmla="*/ 3330192 h 4449479"/>
                <a:gd name="connsiteX280" fmla="*/ 564280 w 5559551"/>
                <a:gd name="connsiteY280" fmla="*/ 3330192 h 4449479"/>
                <a:gd name="connsiteX281" fmla="*/ 564280 w 5559551"/>
                <a:gd name="connsiteY281" fmla="*/ 2784410 h 4449479"/>
                <a:gd name="connsiteX282" fmla="*/ 1110063 w 5559551"/>
                <a:gd name="connsiteY282" fmla="*/ 2784410 h 4449479"/>
                <a:gd name="connsiteX283" fmla="*/ 1110063 w 5559551"/>
                <a:gd name="connsiteY283" fmla="*/ 3339441 h 4449479"/>
                <a:gd name="connsiteX284" fmla="*/ 1110063 w 5559551"/>
                <a:gd name="connsiteY284" fmla="*/ 3885224 h 4449479"/>
                <a:gd name="connsiteX285" fmla="*/ 564280 w 5559551"/>
                <a:gd name="connsiteY285" fmla="*/ 3885224 h 4449479"/>
                <a:gd name="connsiteX286" fmla="*/ 564280 w 5559551"/>
                <a:gd name="connsiteY286" fmla="*/ 3339441 h 4449479"/>
                <a:gd name="connsiteX287" fmla="*/ 1110063 w 5559551"/>
                <a:gd name="connsiteY287" fmla="*/ 3339441 h 4449479"/>
                <a:gd name="connsiteX288" fmla="*/ 1110063 w 5559551"/>
                <a:gd name="connsiteY288" fmla="*/ 3894473 h 4449479"/>
                <a:gd name="connsiteX289" fmla="*/ 1110063 w 5559551"/>
                <a:gd name="connsiteY289" fmla="*/ 4440241 h 4449479"/>
                <a:gd name="connsiteX290" fmla="*/ 564280 w 5559551"/>
                <a:gd name="connsiteY290" fmla="*/ 4440241 h 4449479"/>
                <a:gd name="connsiteX291" fmla="*/ 564280 w 5559551"/>
                <a:gd name="connsiteY291" fmla="*/ 3894473 h 4449479"/>
                <a:gd name="connsiteX292" fmla="*/ 1110063 w 5559551"/>
                <a:gd name="connsiteY292" fmla="*/ 3894473 h 4449479"/>
                <a:gd name="connsiteX293" fmla="*/ 1119316 w 5559551"/>
                <a:gd name="connsiteY293" fmla="*/ 3894473 h 4449479"/>
                <a:gd name="connsiteX294" fmla="*/ 1665099 w 5559551"/>
                <a:gd name="connsiteY294" fmla="*/ 3894473 h 4449479"/>
                <a:gd name="connsiteX295" fmla="*/ 1665099 w 5559551"/>
                <a:gd name="connsiteY295" fmla="*/ 4440241 h 4449479"/>
                <a:gd name="connsiteX296" fmla="*/ 1119316 w 5559551"/>
                <a:gd name="connsiteY296" fmla="*/ 4440241 h 4449479"/>
                <a:gd name="connsiteX297" fmla="*/ 1119316 w 5559551"/>
                <a:gd name="connsiteY297" fmla="*/ 3894473 h 4449479"/>
                <a:gd name="connsiteX298" fmla="*/ 1674347 w 5559551"/>
                <a:gd name="connsiteY298" fmla="*/ 3894473 h 4449479"/>
                <a:gd name="connsiteX299" fmla="*/ 2220130 w 5559551"/>
                <a:gd name="connsiteY299" fmla="*/ 3894473 h 4449479"/>
                <a:gd name="connsiteX300" fmla="*/ 2220130 w 5559551"/>
                <a:gd name="connsiteY300" fmla="*/ 4440241 h 4449479"/>
                <a:gd name="connsiteX301" fmla="*/ 1674347 w 5559551"/>
                <a:gd name="connsiteY301" fmla="*/ 4440241 h 4449479"/>
                <a:gd name="connsiteX302" fmla="*/ 1674347 w 5559551"/>
                <a:gd name="connsiteY302" fmla="*/ 3894473 h 4449479"/>
                <a:gd name="connsiteX303" fmla="*/ 2229379 w 5559551"/>
                <a:gd name="connsiteY303" fmla="*/ 3894473 h 4449479"/>
                <a:gd name="connsiteX304" fmla="*/ 2775161 w 5559551"/>
                <a:gd name="connsiteY304" fmla="*/ 3894473 h 4449479"/>
                <a:gd name="connsiteX305" fmla="*/ 2775161 w 5559551"/>
                <a:gd name="connsiteY305" fmla="*/ 4440241 h 4449479"/>
                <a:gd name="connsiteX306" fmla="*/ 2229379 w 5559551"/>
                <a:gd name="connsiteY306" fmla="*/ 4440241 h 4449479"/>
                <a:gd name="connsiteX307" fmla="*/ 2229379 w 5559551"/>
                <a:gd name="connsiteY307" fmla="*/ 3894473 h 4449479"/>
                <a:gd name="connsiteX308" fmla="*/ 2784410 w 5559551"/>
                <a:gd name="connsiteY308" fmla="*/ 3894473 h 4449479"/>
                <a:gd name="connsiteX309" fmla="*/ 3330178 w 5559551"/>
                <a:gd name="connsiteY309" fmla="*/ 3894473 h 4449479"/>
                <a:gd name="connsiteX310" fmla="*/ 3330178 w 5559551"/>
                <a:gd name="connsiteY310" fmla="*/ 4440241 h 4449479"/>
                <a:gd name="connsiteX311" fmla="*/ 2784410 w 5559551"/>
                <a:gd name="connsiteY311" fmla="*/ 4440241 h 4449479"/>
                <a:gd name="connsiteX312" fmla="*/ 2784410 w 5559551"/>
                <a:gd name="connsiteY312" fmla="*/ 3894473 h 4449479"/>
                <a:gd name="connsiteX313" fmla="*/ 2784410 w 5559551"/>
                <a:gd name="connsiteY313" fmla="*/ 3894473 h 4449479"/>
                <a:gd name="connsiteX314" fmla="*/ 3339417 w 5559551"/>
                <a:gd name="connsiteY314" fmla="*/ 3894473 h 4449479"/>
                <a:gd name="connsiteX315" fmla="*/ 3885247 w 5559551"/>
                <a:gd name="connsiteY315" fmla="*/ 3894473 h 4449479"/>
                <a:gd name="connsiteX316" fmla="*/ 3885247 w 5559551"/>
                <a:gd name="connsiteY316" fmla="*/ 4440241 h 4449479"/>
                <a:gd name="connsiteX317" fmla="*/ 3339417 w 5559551"/>
                <a:gd name="connsiteY317" fmla="*/ 4440241 h 4449479"/>
                <a:gd name="connsiteX318" fmla="*/ 3339417 w 5559551"/>
                <a:gd name="connsiteY318" fmla="*/ 3894473 h 4449479"/>
                <a:gd name="connsiteX319" fmla="*/ 3894487 w 5559551"/>
                <a:gd name="connsiteY319" fmla="*/ 3894473 h 4449479"/>
                <a:gd name="connsiteX320" fmla="*/ 4440269 w 5559551"/>
                <a:gd name="connsiteY320" fmla="*/ 3894473 h 4449479"/>
                <a:gd name="connsiteX321" fmla="*/ 4440269 w 5559551"/>
                <a:gd name="connsiteY321" fmla="*/ 4440241 h 4449479"/>
                <a:gd name="connsiteX322" fmla="*/ 3894487 w 5559551"/>
                <a:gd name="connsiteY322" fmla="*/ 4440241 h 4449479"/>
                <a:gd name="connsiteX323" fmla="*/ 3894487 w 5559551"/>
                <a:gd name="connsiteY323" fmla="*/ 3894473 h 4449479"/>
                <a:gd name="connsiteX324" fmla="*/ 4449509 w 5559551"/>
                <a:gd name="connsiteY324" fmla="*/ 3894473 h 4449479"/>
                <a:gd name="connsiteX325" fmla="*/ 4995291 w 5559551"/>
                <a:gd name="connsiteY325" fmla="*/ 3894473 h 4449479"/>
                <a:gd name="connsiteX326" fmla="*/ 4995291 w 5559551"/>
                <a:gd name="connsiteY326" fmla="*/ 4440241 h 4449479"/>
                <a:gd name="connsiteX327" fmla="*/ 4449509 w 5559551"/>
                <a:gd name="connsiteY327" fmla="*/ 4440241 h 4449479"/>
                <a:gd name="connsiteX328" fmla="*/ 4449509 w 5559551"/>
                <a:gd name="connsiteY328" fmla="*/ 3894473 h 4449479"/>
                <a:gd name="connsiteX329" fmla="*/ 4449509 w 5559551"/>
                <a:gd name="connsiteY329" fmla="*/ 3885224 h 4449479"/>
                <a:gd name="connsiteX330" fmla="*/ 4449509 w 5559551"/>
                <a:gd name="connsiteY330" fmla="*/ 3339441 h 4449479"/>
                <a:gd name="connsiteX331" fmla="*/ 4995291 w 5559551"/>
                <a:gd name="connsiteY331" fmla="*/ 3339441 h 4449479"/>
                <a:gd name="connsiteX332" fmla="*/ 4995291 w 5559551"/>
                <a:gd name="connsiteY332" fmla="*/ 3885224 h 4449479"/>
                <a:gd name="connsiteX333" fmla="*/ 4449509 w 5559551"/>
                <a:gd name="connsiteY333" fmla="*/ 3885224 h 4449479"/>
                <a:gd name="connsiteX334" fmla="*/ 5004530 w 5559551"/>
                <a:gd name="connsiteY334" fmla="*/ 3339441 h 4449479"/>
                <a:gd name="connsiteX335" fmla="*/ 5550313 w 5559551"/>
                <a:gd name="connsiteY335" fmla="*/ 3339441 h 4449479"/>
                <a:gd name="connsiteX336" fmla="*/ 5550313 w 5559551"/>
                <a:gd name="connsiteY336" fmla="*/ 3885224 h 4449479"/>
                <a:gd name="connsiteX337" fmla="*/ 5004530 w 5559551"/>
                <a:gd name="connsiteY337" fmla="*/ 3885224 h 4449479"/>
                <a:gd name="connsiteX338" fmla="*/ 5004530 w 5559551"/>
                <a:gd name="connsiteY338" fmla="*/ 3339441 h 4449479"/>
                <a:gd name="connsiteX339" fmla="*/ 5004530 w 5559551"/>
                <a:gd name="connsiteY339" fmla="*/ 3330192 h 4449479"/>
                <a:gd name="connsiteX340" fmla="*/ 5004530 w 5559551"/>
                <a:gd name="connsiteY340" fmla="*/ 2784410 h 4449479"/>
                <a:gd name="connsiteX341" fmla="*/ 5550313 w 5559551"/>
                <a:gd name="connsiteY341" fmla="*/ 2784410 h 4449479"/>
                <a:gd name="connsiteX342" fmla="*/ 5550313 w 5559551"/>
                <a:gd name="connsiteY342" fmla="*/ 3330192 h 4449479"/>
                <a:gd name="connsiteX343" fmla="*/ 5004530 w 5559551"/>
                <a:gd name="connsiteY343" fmla="*/ 3330192 h 4449479"/>
                <a:gd name="connsiteX344" fmla="*/ 5004530 w 5559551"/>
                <a:gd name="connsiteY344" fmla="*/ 2775161 h 4449479"/>
                <a:gd name="connsiteX345" fmla="*/ 5004530 w 5559551"/>
                <a:gd name="connsiteY345" fmla="*/ 2229379 h 4449479"/>
                <a:gd name="connsiteX346" fmla="*/ 5550313 w 5559551"/>
                <a:gd name="connsiteY346" fmla="*/ 2229379 h 4449479"/>
                <a:gd name="connsiteX347" fmla="*/ 5550313 w 5559551"/>
                <a:gd name="connsiteY347" fmla="*/ 2775161 h 4449479"/>
                <a:gd name="connsiteX348" fmla="*/ 5004530 w 5559551"/>
                <a:gd name="connsiteY348" fmla="*/ 2775161 h 4449479"/>
                <a:gd name="connsiteX349" fmla="*/ 5004530 w 5559551"/>
                <a:gd name="connsiteY349" fmla="*/ 2220130 h 4449479"/>
                <a:gd name="connsiteX350" fmla="*/ 5004530 w 5559551"/>
                <a:gd name="connsiteY350" fmla="*/ 1674347 h 4449479"/>
                <a:gd name="connsiteX351" fmla="*/ 5550313 w 5559551"/>
                <a:gd name="connsiteY351" fmla="*/ 1674347 h 4449479"/>
                <a:gd name="connsiteX352" fmla="*/ 5550313 w 5559551"/>
                <a:gd name="connsiteY352" fmla="*/ 2220130 h 4449479"/>
                <a:gd name="connsiteX353" fmla="*/ 5004530 w 5559551"/>
                <a:gd name="connsiteY353" fmla="*/ 2220130 h 4449479"/>
                <a:gd name="connsiteX354" fmla="*/ 5004530 w 5559551"/>
                <a:gd name="connsiteY354" fmla="*/ 1665094 h 4449479"/>
                <a:gd name="connsiteX355" fmla="*/ 5004530 w 5559551"/>
                <a:gd name="connsiteY355" fmla="*/ 1119311 h 4449479"/>
                <a:gd name="connsiteX356" fmla="*/ 5550313 w 5559551"/>
                <a:gd name="connsiteY356" fmla="*/ 1119311 h 4449479"/>
                <a:gd name="connsiteX357" fmla="*/ 5550313 w 5559551"/>
                <a:gd name="connsiteY357" fmla="*/ 1665094 h 4449479"/>
                <a:gd name="connsiteX358" fmla="*/ 5004530 w 5559551"/>
                <a:gd name="connsiteY358" fmla="*/ 1665094 h 4449479"/>
                <a:gd name="connsiteX359" fmla="*/ 5004530 w 5559551"/>
                <a:gd name="connsiteY359" fmla="*/ 1110063 h 4449479"/>
                <a:gd name="connsiteX360" fmla="*/ 5004530 w 5559551"/>
                <a:gd name="connsiteY360" fmla="*/ 564280 h 4449479"/>
                <a:gd name="connsiteX361" fmla="*/ 5550313 w 5559551"/>
                <a:gd name="connsiteY361" fmla="*/ 564280 h 4449479"/>
                <a:gd name="connsiteX362" fmla="*/ 5550313 w 5559551"/>
                <a:gd name="connsiteY362" fmla="*/ 1110063 h 4449479"/>
                <a:gd name="connsiteX363" fmla="*/ 5004530 w 5559551"/>
                <a:gd name="connsiteY363" fmla="*/ 1110063 h 4449479"/>
                <a:gd name="connsiteX364" fmla="*/ 9249 w 5559551"/>
                <a:gd name="connsiteY364" fmla="*/ 9249 h 4449479"/>
                <a:gd name="connsiteX365" fmla="*/ 555031 w 5559551"/>
                <a:gd name="connsiteY365" fmla="*/ 9249 h 4449479"/>
                <a:gd name="connsiteX366" fmla="*/ 555031 w 5559551"/>
                <a:gd name="connsiteY366" fmla="*/ 555031 h 4449479"/>
                <a:gd name="connsiteX367" fmla="*/ 9249 w 5559551"/>
                <a:gd name="connsiteY367" fmla="*/ 555031 h 4449479"/>
                <a:gd name="connsiteX368" fmla="*/ 9249 w 5559551"/>
                <a:gd name="connsiteY368" fmla="*/ 9249 h 4449479"/>
                <a:gd name="connsiteX369" fmla="*/ 9249 w 5559551"/>
                <a:gd name="connsiteY369" fmla="*/ 564280 h 4449479"/>
                <a:gd name="connsiteX370" fmla="*/ 555031 w 5559551"/>
                <a:gd name="connsiteY370" fmla="*/ 564280 h 4449479"/>
                <a:gd name="connsiteX371" fmla="*/ 555031 w 5559551"/>
                <a:gd name="connsiteY371" fmla="*/ 1110063 h 4449479"/>
                <a:gd name="connsiteX372" fmla="*/ 9249 w 5559551"/>
                <a:gd name="connsiteY372" fmla="*/ 1110063 h 4449479"/>
                <a:gd name="connsiteX373" fmla="*/ 9249 w 5559551"/>
                <a:gd name="connsiteY373" fmla="*/ 564280 h 4449479"/>
                <a:gd name="connsiteX374" fmla="*/ 9249 w 5559551"/>
                <a:gd name="connsiteY374" fmla="*/ 1119316 h 4449479"/>
                <a:gd name="connsiteX375" fmla="*/ 555031 w 5559551"/>
                <a:gd name="connsiteY375" fmla="*/ 1119316 h 4449479"/>
                <a:gd name="connsiteX376" fmla="*/ 555031 w 5559551"/>
                <a:gd name="connsiteY376" fmla="*/ 1665099 h 4449479"/>
                <a:gd name="connsiteX377" fmla="*/ 9249 w 5559551"/>
                <a:gd name="connsiteY377" fmla="*/ 1665099 h 4449479"/>
                <a:gd name="connsiteX378" fmla="*/ 9249 w 5559551"/>
                <a:gd name="connsiteY378" fmla="*/ 1119316 h 4449479"/>
                <a:gd name="connsiteX379" fmla="*/ 9249 w 5559551"/>
                <a:gd name="connsiteY379" fmla="*/ 1674347 h 4449479"/>
                <a:gd name="connsiteX380" fmla="*/ 555031 w 5559551"/>
                <a:gd name="connsiteY380" fmla="*/ 1674347 h 4449479"/>
                <a:gd name="connsiteX381" fmla="*/ 555031 w 5559551"/>
                <a:gd name="connsiteY381" fmla="*/ 2220130 h 4449479"/>
                <a:gd name="connsiteX382" fmla="*/ 9249 w 5559551"/>
                <a:gd name="connsiteY382" fmla="*/ 2220130 h 4449479"/>
                <a:gd name="connsiteX383" fmla="*/ 9249 w 5559551"/>
                <a:gd name="connsiteY383" fmla="*/ 1674347 h 4449479"/>
                <a:gd name="connsiteX384" fmla="*/ 9249 w 5559551"/>
                <a:gd name="connsiteY384" fmla="*/ 2229379 h 4449479"/>
                <a:gd name="connsiteX385" fmla="*/ 555031 w 5559551"/>
                <a:gd name="connsiteY385" fmla="*/ 2229379 h 4449479"/>
                <a:gd name="connsiteX386" fmla="*/ 555031 w 5559551"/>
                <a:gd name="connsiteY386" fmla="*/ 2775161 h 4449479"/>
                <a:gd name="connsiteX387" fmla="*/ 9249 w 5559551"/>
                <a:gd name="connsiteY387" fmla="*/ 2775161 h 4449479"/>
                <a:gd name="connsiteX388" fmla="*/ 9249 w 5559551"/>
                <a:gd name="connsiteY388" fmla="*/ 2229379 h 4449479"/>
                <a:gd name="connsiteX389" fmla="*/ 9249 w 5559551"/>
                <a:gd name="connsiteY389" fmla="*/ 2784410 h 4449479"/>
                <a:gd name="connsiteX390" fmla="*/ 555031 w 5559551"/>
                <a:gd name="connsiteY390" fmla="*/ 2784410 h 4449479"/>
                <a:gd name="connsiteX391" fmla="*/ 555031 w 5559551"/>
                <a:gd name="connsiteY391" fmla="*/ 3330192 h 4449479"/>
                <a:gd name="connsiteX392" fmla="*/ 9249 w 5559551"/>
                <a:gd name="connsiteY392" fmla="*/ 3330192 h 4449479"/>
                <a:gd name="connsiteX393" fmla="*/ 9249 w 5559551"/>
                <a:gd name="connsiteY393" fmla="*/ 2784410 h 4449479"/>
                <a:gd name="connsiteX394" fmla="*/ 9249 w 5559551"/>
                <a:gd name="connsiteY394" fmla="*/ 3339441 h 4449479"/>
                <a:gd name="connsiteX395" fmla="*/ 555031 w 5559551"/>
                <a:gd name="connsiteY395" fmla="*/ 3339441 h 4449479"/>
                <a:gd name="connsiteX396" fmla="*/ 555031 w 5559551"/>
                <a:gd name="connsiteY396" fmla="*/ 3885224 h 4449479"/>
                <a:gd name="connsiteX397" fmla="*/ 9249 w 5559551"/>
                <a:gd name="connsiteY397" fmla="*/ 3885224 h 4449479"/>
                <a:gd name="connsiteX398" fmla="*/ 9249 w 5559551"/>
                <a:gd name="connsiteY398" fmla="*/ 3339441 h 4449479"/>
                <a:gd name="connsiteX399" fmla="*/ 9249 w 5559551"/>
                <a:gd name="connsiteY399" fmla="*/ 3894473 h 4449479"/>
                <a:gd name="connsiteX400" fmla="*/ 555031 w 5559551"/>
                <a:gd name="connsiteY400" fmla="*/ 3894473 h 4449479"/>
                <a:gd name="connsiteX401" fmla="*/ 555031 w 5559551"/>
                <a:gd name="connsiteY401" fmla="*/ 4440241 h 4449479"/>
                <a:gd name="connsiteX402" fmla="*/ 9249 w 5559551"/>
                <a:gd name="connsiteY402" fmla="*/ 4440241 h 4449479"/>
                <a:gd name="connsiteX403" fmla="*/ 9249 w 5559551"/>
                <a:gd name="connsiteY403" fmla="*/ 3894473 h 4449479"/>
                <a:gd name="connsiteX404" fmla="*/ 5004530 w 5559551"/>
                <a:gd name="connsiteY404" fmla="*/ 4440241 h 4449479"/>
                <a:gd name="connsiteX405" fmla="*/ 5004530 w 5559551"/>
                <a:gd name="connsiteY405" fmla="*/ 3894473 h 4449479"/>
                <a:gd name="connsiteX406" fmla="*/ 5550313 w 5559551"/>
                <a:gd name="connsiteY406" fmla="*/ 3894473 h 4449479"/>
                <a:gd name="connsiteX407" fmla="*/ 5550313 w 5559551"/>
                <a:gd name="connsiteY407" fmla="*/ 4440241 h 4449479"/>
                <a:gd name="connsiteX408" fmla="*/ 5004530 w 5559551"/>
                <a:gd name="connsiteY408" fmla="*/ 4440241 h 4449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Lst>
              <a:rect l="l" t="t" r="r" b="b"/>
              <a:pathLst>
                <a:path w="5559551" h="4449479">
                  <a:moveTo>
                    <a:pt x="0" y="0"/>
                  </a:moveTo>
                  <a:lnTo>
                    <a:pt x="0" y="4449480"/>
                  </a:lnTo>
                  <a:lnTo>
                    <a:pt x="5559552" y="4449480"/>
                  </a:lnTo>
                  <a:lnTo>
                    <a:pt x="5559552" y="0"/>
                  </a:lnTo>
                  <a:lnTo>
                    <a:pt x="0" y="0"/>
                  </a:lnTo>
                  <a:close/>
                  <a:moveTo>
                    <a:pt x="5550313" y="555031"/>
                  </a:moveTo>
                  <a:lnTo>
                    <a:pt x="5004530" y="555031"/>
                  </a:lnTo>
                  <a:lnTo>
                    <a:pt x="5004530" y="9249"/>
                  </a:lnTo>
                  <a:lnTo>
                    <a:pt x="5550313" y="9249"/>
                  </a:lnTo>
                  <a:lnTo>
                    <a:pt x="5550313" y="555031"/>
                  </a:lnTo>
                  <a:close/>
                  <a:moveTo>
                    <a:pt x="2775161" y="2229379"/>
                  </a:moveTo>
                  <a:lnTo>
                    <a:pt x="2775161" y="2775161"/>
                  </a:lnTo>
                  <a:lnTo>
                    <a:pt x="2229379" y="2775161"/>
                  </a:lnTo>
                  <a:lnTo>
                    <a:pt x="2229379" y="2229379"/>
                  </a:lnTo>
                  <a:lnTo>
                    <a:pt x="2775161" y="2229379"/>
                  </a:lnTo>
                  <a:close/>
                  <a:moveTo>
                    <a:pt x="2229379" y="2220130"/>
                  </a:moveTo>
                  <a:lnTo>
                    <a:pt x="2229379" y="1674347"/>
                  </a:lnTo>
                  <a:lnTo>
                    <a:pt x="2775161" y="1674347"/>
                  </a:lnTo>
                  <a:lnTo>
                    <a:pt x="2775161" y="2220130"/>
                  </a:lnTo>
                  <a:lnTo>
                    <a:pt x="2229379" y="2220130"/>
                  </a:lnTo>
                  <a:close/>
                  <a:moveTo>
                    <a:pt x="2784410" y="2229379"/>
                  </a:moveTo>
                  <a:lnTo>
                    <a:pt x="3330178" y="2229379"/>
                  </a:lnTo>
                  <a:lnTo>
                    <a:pt x="3330178" y="2775161"/>
                  </a:lnTo>
                  <a:lnTo>
                    <a:pt x="2784410" y="2775161"/>
                  </a:lnTo>
                  <a:lnTo>
                    <a:pt x="2784410" y="2229379"/>
                  </a:lnTo>
                  <a:lnTo>
                    <a:pt x="2784410" y="2229379"/>
                  </a:lnTo>
                  <a:close/>
                  <a:moveTo>
                    <a:pt x="2784410" y="2220130"/>
                  </a:moveTo>
                  <a:lnTo>
                    <a:pt x="2784410" y="1674347"/>
                  </a:lnTo>
                  <a:lnTo>
                    <a:pt x="3330178" y="1674347"/>
                  </a:lnTo>
                  <a:lnTo>
                    <a:pt x="3330178" y="2220130"/>
                  </a:lnTo>
                  <a:lnTo>
                    <a:pt x="2784410" y="2220130"/>
                  </a:lnTo>
                  <a:close/>
                  <a:moveTo>
                    <a:pt x="3339417" y="1674347"/>
                  </a:moveTo>
                  <a:lnTo>
                    <a:pt x="3885247" y="1674347"/>
                  </a:lnTo>
                  <a:lnTo>
                    <a:pt x="3885247" y="2220130"/>
                  </a:lnTo>
                  <a:lnTo>
                    <a:pt x="3339417" y="2220130"/>
                  </a:lnTo>
                  <a:lnTo>
                    <a:pt x="3339417" y="1674347"/>
                  </a:lnTo>
                  <a:close/>
                  <a:moveTo>
                    <a:pt x="3339417" y="1665094"/>
                  </a:moveTo>
                  <a:lnTo>
                    <a:pt x="3339417" y="1119311"/>
                  </a:lnTo>
                  <a:lnTo>
                    <a:pt x="3885247" y="1119311"/>
                  </a:lnTo>
                  <a:lnTo>
                    <a:pt x="3885247" y="1665094"/>
                  </a:lnTo>
                  <a:lnTo>
                    <a:pt x="3339417" y="1665094"/>
                  </a:lnTo>
                  <a:close/>
                  <a:moveTo>
                    <a:pt x="3330178" y="1665094"/>
                  </a:moveTo>
                  <a:lnTo>
                    <a:pt x="2784410" y="1665094"/>
                  </a:lnTo>
                  <a:lnTo>
                    <a:pt x="2784410" y="1119311"/>
                  </a:lnTo>
                  <a:lnTo>
                    <a:pt x="3330178" y="1119311"/>
                  </a:lnTo>
                  <a:lnTo>
                    <a:pt x="3330178" y="1665094"/>
                  </a:lnTo>
                  <a:close/>
                  <a:moveTo>
                    <a:pt x="2775161" y="1665094"/>
                  </a:moveTo>
                  <a:lnTo>
                    <a:pt x="2229379" y="1665094"/>
                  </a:lnTo>
                  <a:lnTo>
                    <a:pt x="2229379" y="1119311"/>
                  </a:lnTo>
                  <a:lnTo>
                    <a:pt x="2775161" y="1119311"/>
                  </a:lnTo>
                  <a:lnTo>
                    <a:pt x="2775161" y="1665094"/>
                  </a:lnTo>
                  <a:close/>
                  <a:moveTo>
                    <a:pt x="2220130" y="1665094"/>
                  </a:moveTo>
                  <a:lnTo>
                    <a:pt x="1674347" y="1665094"/>
                  </a:lnTo>
                  <a:lnTo>
                    <a:pt x="1674347" y="1119311"/>
                  </a:lnTo>
                  <a:lnTo>
                    <a:pt x="2220130" y="1119311"/>
                  </a:lnTo>
                  <a:lnTo>
                    <a:pt x="2220130" y="1665094"/>
                  </a:lnTo>
                  <a:close/>
                  <a:moveTo>
                    <a:pt x="2220130" y="1674347"/>
                  </a:moveTo>
                  <a:lnTo>
                    <a:pt x="2220130" y="2220130"/>
                  </a:lnTo>
                  <a:lnTo>
                    <a:pt x="1674347" y="2220130"/>
                  </a:lnTo>
                  <a:lnTo>
                    <a:pt x="1674347" y="1674347"/>
                  </a:lnTo>
                  <a:lnTo>
                    <a:pt x="2220130" y="1674347"/>
                  </a:lnTo>
                  <a:close/>
                  <a:moveTo>
                    <a:pt x="2220130" y="2229379"/>
                  </a:moveTo>
                  <a:lnTo>
                    <a:pt x="2220130" y="2775161"/>
                  </a:lnTo>
                  <a:lnTo>
                    <a:pt x="1674347" y="2775161"/>
                  </a:lnTo>
                  <a:lnTo>
                    <a:pt x="1674347" y="2229379"/>
                  </a:lnTo>
                  <a:lnTo>
                    <a:pt x="2220130" y="2229379"/>
                  </a:lnTo>
                  <a:close/>
                  <a:moveTo>
                    <a:pt x="2220130" y="2784410"/>
                  </a:moveTo>
                  <a:lnTo>
                    <a:pt x="2220130" y="3330192"/>
                  </a:lnTo>
                  <a:lnTo>
                    <a:pt x="1674347" y="3330192"/>
                  </a:lnTo>
                  <a:lnTo>
                    <a:pt x="1674347" y="2784410"/>
                  </a:lnTo>
                  <a:lnTo>
                    <a:pt x="2220130" y="2784410"/>
                  </a:lnTo>
                  <a:close/>
                  <a:moveTo>
                    <a:pt x="2229379" y="2784410"/>
                  </a:moveTo>
                  <a:lnTo>
                    <a:pt x="2775161" y="2784410"/>
                  </a:lnTo>
                  <a:lnTo>
                    <a:pt x="2775161" y="3330192"/>
                  </a:lnTo>
                  <a:lnTo>
                    <a:pt x="2229379" y="3330192"/>
                  </a:lnTo>
                  <a:lnTo>
                    <a:pt x="2229379" y="2784410"/>
                  </a:lnTo>
                  <a:close/>
                  <a:moveTo>
                    <a:pt x="2784410" y="2784410"/>
                  </a:moveTo>
                  <a:lnTo>
                    <a:pt x="3330178" y="2784410"/>
                  </a:lnTo>
                  <a:lnTo>
                    <a:pt x="3330178" y="3330192"/>
                  </a:lnTo>
                  <a:lnTo>
                    <a:pt x="2784410" y="3330192"/>
                  </a:lnTo>
                  <a:lnTo>
                    <a:pt x="2784410" y="2784410"/>
                  </a:lnTo>
                  <a:lnTo>
                    <a:pt x="2784410" y="2784410"/>
                  </a:lnTo>
                  <a:close/>
                  <a:moveTo>
                    <a:pt x="3339417" y="2784410"/>
                  </a:moveTo>
                  <a:lnTo>
                    <a:pt x="3885247" y="2784410"/>
                  </a:lnTo>
                  <a:lnTo>
                    <a:pt x="3885247" y="3330192"/>
                  </a:lnTo>
                  <a:lnTo>
                    <a:pt x="3339417" y="3330192"/>
                  </a:lnTo>
                  <a:lnTo>
                    <a:pt x="3339417" y="2784410"/>
                  </a:lnTo>
                  <a:close/>
                  <a:moveTo>
                    <a:pt x="3339417" y="2775161"/>
                  </a:moveTo>
                  <a:lnTo>
                    <a:pt x="3339417" y="2229379"/>
                  </a:lnTo>
                  <a:lnTo>
                    <a:pt x="3885247" y="2229379"/>
                  </a:lnTo>
                  <a:lnTo>
                    <a:pt x="3885247" y="2775161"/>
                  </a:lnTo>
                  <a:lnTo>
                    <a:pt x="3339417" y="2775161"/>
                  </a:lnTo>
                  <a:close/>
                  <a:moveTo>
                    <a:pt x="3894487" y="2229379"/>
                  </a:moveTo>
                  <a:lnTo>
                    <a:pt x="4440269" y="2229379"/>
                  </a:lnTo>
                  <a:lnTo>
                    <a:pt x="4440269" y="2775161"/>
                  </a:lnTo>
                  <a:lnTo>
                    <a:pt x="3894487" y="2775161"/>
                  </a:lnTo>
                  <a:lnTo>
                    <a:pt x="3894487" y="2229379"/>
                  </a:lnTo>
                  <a:close/>
                  <a:moveTo>
                    <a:pt x="3894487" y="2220130"/>
                  </a:moveTo>
                  <a:lnTo>
                    <a:pt x="3894487" y="1674347"/>
                  </a:lnTo>
                  <a:lnTo>
                    <a:pt x="4440269" y="1674347"/>
                  </a:lnTo>
                  <a:lnTo>
                    <a:pt x="4440269" y="2220130"/>
                  </a:lnTo>
                  <a:lnTo>
                    <a:pt x="3894487" y="2220130"/>
                  </a:lnTo>
                  <a:close/>
                  <a:moveTo>
                    <a:pt x="3894487" y="1665094"/>
                  </a:moveTo>
                  <a:lnTo>
                    <a:pt x="3894487" y="1119311"/>
                  </a:lnTo>
                  <a:lnTo>
                    <a:pt x="4440269" y="1119311"/>
                  </a:lnTo>
                  <a:lnTo>
                    <a:pt x="4440269" y="1665094"/>
                  </a:lnTo>
                  <a:lnTo>
                    <a:pt x="3894487" y="1665094"/>
                  </a:lnTo>
                  <a:close/>
                  <a:moveTo>
                    <a:pt x="3894487" y="1110063"/>
                  </a:moveTo>
                  <a:lnTo>
                    <a:pt x="3894487" y="564280"/>
                  </a:lnTo>
                  <a:lnTo>
                    <a:pt x="4440269" y="564280"/>
                  </a:lnTo>
                  <a:lnTo>
                    <a:pt x="4440269" y="1110063"/>
                  </a:lnTo>
                  <a:lnTo>
                    <a:pt x="3894487" y="1110063"/>
                  </a:lnTo>
                  <a:close/>
                  <a:moveTo>
                    <a:pt x="3885247" y="1110063"/>
                  </a:moveTo>
                  <a:lnTo>
                    <a:pt x="3339417" y="1110063"/>
                  </a:lnTo>
                  <a:lnTo>
                    <a:pt x="3339417" y="564280"/>
                  </a:lnTo>
                  <a:lnTo>
                    <a:pt x="3885247" y="564280"/>
                  </a:lnTo>
                  <a:lnTo>
                    <a:pt x="3885247" y="1110063"/>
                  </a:lnTo>
                  <a:close/>
                  <a:moveTo>
                    <a:pt x="3330178" y="1110063"/>
                  </a:moveTo>
                  <a:lnTo>
                    <a:pt x="2784410" y="1110063"/>
                  </a:lnTo>
                  <a:lnTo>
                    <a:pt x="2784410" y="564280"/>
                  </a:lnTo>
                  <a:lnTo>
                    <a:pt x="3330178" y="564280"/>
                  </a:lnTo>
                  <a:lnTo>
                    <a:pt x="3330178" y="1110063"/>
                  </a:lnTo>
                  <a:close/>
                  <a:moveTo>
                    <a:pt x="2775161" y="1110063"/>
                  </a:moveTo>
                  <a:lnTo>
                    <a:pt x="2229379" y="1110063"/>
                  </a:lnTo>
                  <a:lnTo>
                    <a:pt x="2229379" y="564280"/>
                  </a:lnTo>
                  <a:lnTo>
                    <a:pt x="2775161" y="564280"/>
                  </a:lnTo>
                  <a:lnTo>
                    <a:pt x="2775161" y="1110063"/>
                  </a:lnTo>
                  <a:close/>
                  <a:moveTo>
                    <a:pt x="2220130" y="1110063"/>
                  </a:moveTo>
                  <a:lnTo>
                    <a:pt x="1674347" y="1110063"/>
                  </a:lnTo>
                  <a:lnTo>
                    <a:pt x="1674347" y="564280"/>
                  </a:lnTo>
                  <a:lnTo>
                    <a:pt x="2220130" y="564280"/>
                  </a:lnTo>
                  <a:lnTo>
                    <a:pt x="2220130" y="1110063"/>
                  </a:lnTo>
                  <a:close/>
                  <a:moveTo>
                    <a:pt x="1665094" y="1110063"/>
                  </a:moveTo>
                  <a:lnTo>
                    <a:pt x="1119311" y="1110063"/>
                  </a:lnTo>
                  <a:lnTo>
                    <a:pt x="1119311" y="564280"/>
                  </a:lnTo>
                  <a:lnTo>
                    <a:pt x="1665094" y="564280"/>
                  </a:lnTo>
                  <a:lnTo>
                    <a:pt x="1665094" y="1110063"/>
                  </a:lnTo>
                  <a:close/>
                  <a:moveTo>
                    <a:pt x="1665094" y="1119316"/>
                  </a:moveTo>
                  <a:lnTo>
                    <a:pt x="1665094" y="1665099"/>
                  </a:lnTo>
                  <a:lnTo>
                    <a:pt x="1119311" y="1665099"/>
                  </a:lnTo>
                  <a:lnTo>
                    <a:pt x="1119311" y="1119316"/>
                  </a:lnTo>
                  <a:lnTo>
                    <a:pt x="1665094" y="1119316"/>
                  </a:lnTo>
                  <a:close/>
                  <a:moveTo>
                    <a:pt x="1665094" y="1674347"/>
                  </a:moveTo>
                  <a:lnTo>
                    <a:pt x="1665094" y="2220130"/>
                  </a:lnTo>
                  <a:lnTo>
                    <a:pt x="1119311" y="2220130"/>
                  </a:lnTo>
                  <a:lnTo>
                    <a:pt x="1119311" y="1674347"/>
                  </a:lnTo>
                  <a:lnTo>
                    <a:pt x="1665094" y="1674347"/>
                  </a:lnTo>
                  <a:close/>
                  <a:moveTo>
                    <a:pt x="1665094" y="2229379"/>
                  </a:moveTo>
                  <a:lnTo>
                    <a:pt x="1665094" y="2775161"/>
                  </a:lnTo>
                  <a:lnTo>
                    <a:pt x="1119311" y="2775161"/>
                  </a:lnTo>
                  <a:lnTo>
                    <a:pt x="1119311" y="2229379"/>
                  </a:lnTo>
                  <a:lnTo>
                    <a:pt x="1665094" y="2229379"/>
                  </a:lnTo>
                  <a:close/>
                  <a:moveTo>
                    <a:pt x="1665094" y="2784410"/>
                  </a:moveTo>
                  <a:lnTo>
                    <a:pt x="1665094" y="3330192"/>
                  </a:lnTo>
                  <a:lnTo>
                    <a:pt x="1119311" y="3330192"/>
                  </a:lnTo>
                  <a:lnTo>
                    <a:pt x="1119311" y="2784410"/>
                  </a:lnTo>
                  <a:lnTo>
                    <a:pt x="1665094" y="2784410"/>
                  </a:lnTo>
                  <a:close/>
                  <a:moveTo>
                    <a:pt x="1665094" y="3339441"/>
                  </a:moveTo>
                  <a:lnTo>
                    <a:pt x="1665094" y="3885224"/>
                  </a:lnTo>
                  <a:lnTo>
                    <a:pt x="1119311" y="3885224"/>
                  </a:lnTo>
                  <a:lnTo>
                    <a:pt x="1119311" y="3339441"/>
                  </a:lnTo>
                  <a:lnTo>
                    <a:pt x="1665094" y="3339441"/>
                  </a:lnTo>
                  <a:close/>
                  <a:moveTo>
                    <a:pt x="1674347" y="3339441"/>
                  </a:moveTo>
                  <a:lnTo>
                    <a:pt x="2220130" y="3339441"/>
                  </a:lnTo>
                  <a:lnTo>
                    <a:pt x="2220130" y="3885224"/>
                  </a:lnTo>
                  <a:lnTo>
                    <a:pt x="1674347" y="3885224"/>
                  </a:lnTo>
                  <a:lnTo>
                    <a:pt x="1674347" y="3339441"/>
                  </a:lnTo>
                  <a:close/>
                  <a:moveTo>
                    <a:pt x="2229379" y="3339441"/>
                  </a:moveTo>
                  <a:lnTo>
                    <a:pt x="2775161" y="3339441"/>
                  </a:lnTo>
                  <a:lnTo>
                    <a:pt x="2775161" y="3885224"/>
                  </a:lnTo>
                  <a:lnTo>
                    <a:pt x="2229379" y="3885224"/>
                  </a:lnTo>
                  <a:lnTo>
                    <a:pt x="2229379" y="3339441"/>
                  </a:lnTo>
                  <a:close/>
                  <a:moveTo>
                    <a:pt x="2784410" y="3339441"/>
                  </a:moveTo>
                  <a:lnTo>
                    <a:pt x="3330178" y="3339441"/>
                  </a:lnTo>
                  <a:lnTo>
                    <a:pt x="3330178" y="3885224"/>
                  </a:lnTo>
                  <a:lnTo>
                    <a:pt x="2784410" y="3885224"/>
                  </a:lnTo>
                  <a:lnTo>
                    <a:pt x="2784410" y="3339441"/>
                  </a:lnTo>
                  <a:lnTo>
                    <a:pt x="2784410" y="3339441"/>
                  </a:lnTo>
                  <a:close/>
                  <a:moveTo>
                    <a:pt x="3339417" y="3339441"/>
                  </a:moveTo>
                  <a:lnTo>
                    <a:pt x="3885247" y="3339441"/>
                  </a:lnTo>
                  <a:lnTo>
                    <a:pt x="3885247" y="3885224"/>
                  </a:lnTo>
                  <a:lnTo>
                    <a:pt x="3339417" y="3885224"/>
                  </a:lnTo>
                  <a:lnTo>
                    <a:pt x="3339417" y="3339441"/>
                  </a:lnTo>
                  <a:close/>
                  <a:moveTo>
                    <a:pt x="3894487" y="3339441"/>
                  </a:moveTo>
                  <a:lnTo>
                    <a:pt x="4440269" y="3339441"/>
                  </a:lnTo>
                  <a:lnTo>
                    <a:pt x="4440269" y="3885224"/>
                  </a:lnTo>
                  <a:lnTo>
                    <a:pt x="3894487" y="3885224"/>
                  </a:lnTo>
                  <a:lnTo>
                    <a:pt x="3894487" y="3339441"/>
                  </a:lnTo>
                  <a:close/>
                  <a:moveTo>
                    <a:pt x="3894487" y="3330192"/>
                  </a:moveTo>
                  <a:lnTo>
                    <a:pt x="3894487" y="2784410"/>
                  </a:lnTo>
                  <a:lnTo>
                    <a:pt x="4440269" y="2784410"/>
                  </a:lnTo>
                  <a:lnTo>
                    <a:pt x="4440269" y="3330192"/>
                  </a:lnTo>
                  <a:lnTo>
                    <a:pt x="3894487" y="3330192"/>
                  </a:lnTo>
                  <a:close/>
                  <a:moveTo>
                    <a:pt x="4449509" y="2784410"/>
                  </a:moveTo>
                  <a:lnTo>
                    <a:pt x="4995291" y="2784410"/>
                  </a:lnTo>
                  <a:lnTo>
                    <a:pt x="4995291" y="3330192"/>
                  </a:lnTo>
                  <a:lnTo>
                    <a:pt x="4449509" y="3330192"/>
                  </a:lnTo>
                  <a:lnTo>
                    <a:pt x="4449509" y="2784410"/>
                  </a:lnTo>
                  <a:close/>
                  <a:moveTo>
                    <a:pt x="4449509" y="2775161"/>
                  </a:moveTo>
                  <a:lnTo>
                    <a:pt x="4449509" y="2229379"/>
                  </a:lnTo>
                  <a:lnTo>
                    <a:pt x="4995291" y="2229379"/>
                  </a:lnTo>
                  <a:lnTo>
                    <a:pt x="4995291" y="2775161"/>
                  </a:lnTo>
                  <a:lnTo>
                    <a:pt x="4449509" y="2775161"/>
                  </a:lnTo>
                  <a:close/>
                  <a:moveTo>
                    <a:pt x="4449509" y="2220130"/>
                  </a:moveTo>
                  <a:lnTo>
                    <a:pt x="4449509" y="1674347"/>
                  </a:lnTo>
                  <a:lnTo>
                    <a:pt x="4995291" y="1674347"/>
                  </a:lnTo>
                  <a:lnTo>
                    <a:pt x="4995291" y="2220130"/>
                  </a:lnTo>
                  <a:lnTo>
                    <a:pt x="4449509" y="2220130"/>
                  </a:lnTo>
                  <a:close/>
                  <a:moveTo>
                    <a:pt x="4449509" y="1665094"/>
                  </a:moveTo>
                  <a:lnTo>
                    <a:pt x="4449509" y="1119311"/>
                  </a:lnTo>
                  <a:lnTo>
                    <a:pt x="4995291" y="1119311"/>
                  </a:lnTo>
                  <a:lnTo>
                    <a:pt x="4995291" y="1665094"/>
                  </a:lnTo>
                  <a:lnTo>
                    <a:pt x="4449509" y="1665094"/>
                  </a:lnTo>
                  <a:close/>
                  <a:moveTo>
                    <a:pt x="4449509" y="1110063"/>
                  </a:moveTo>
                  <a:lnTo>
                    <a:pt x="4449509" y="564280"/>
                  </a:lnTo>
                  <a:lnTo>
                    <a:pt x="4995291" y="564280"/>
                  </a:lnTo>
                  <a:lnTo>
                    <a:pt x="4995291" y="1110063"/>
                  </a:lnTo>
                  <a:lnTo>
                    <a:pt x="4449509" y="1110063"/>
                  </a:lnTo>
                  <a:close/>
                  <a:moveTo>
                    <a:pt x="4449509" y="555031"/>
                  </a:moveTo>
                  <a:lnTo>
                    <a:pt x="4449509" y="9249"/>
                  </a:lnTo>
                  <a:lnTo>
                    <a:pt x="4995291" y="9249"/>
                  </a:lnTo>
                  <a:lnTo>
                    <a:pt x="4995291" y="555031"/>
                  </a:lnTo>
                  <a:lnTo>
                    <a:pt x="4449509" y="555031"/>
                  </a:lnTo>
                  <a:close/>
                  <a:moveTo>
                    <a:pt x="4440269" y="555031"/>
                  </a:moveTo>
                  <a:lnTo>
                    <a:pt x="3894487" y="555031"/>
                  </a:lnTo>
                  <a:lnTo>
                    <a:pt x="3894487" y="9249"/>
                  </a:lnTo>
                  <a:lnTo>
                    <a:pt x="4440269" y="9249"/>
                  </a:lnTo>
                  <a:lnTo>
                    <a:pt x="4440269" y="555031"/>
                  </a:lnTo>
                  <a:close/>
                  <a:moveTo>
                    <a:pt x="3885247" y="555031"/>
                  </a:moveTo>
                  <a:lnTo>
                    <a:pt x="3339417" y="555031"/>
                  </a:lnTo>
                  <a:lnTo>
                    <a:pt x="3339417" y="9249"/>
                  </a:lnTo>
                  <a:lnTo>
                    <a:pt x="3885247" y="9249"/>
                  </a:lnTo>
                  <a:lnTo>
                    <a:pt x="3885247" y="555031"/>
                  </a:lnTo>
                  <a:close/>
                  <a:moveTo>
                    <a:pt x="3330178" y="555031"/>
                  </a:moveTo>
                  <a:lnTo>
                    <a:pt x="2784410" y="555031"/>
                  </a:lnTo>
                  <a:lnTo>
                    <a:pt x="2784410" y="9249"/>
                  </a:lnTo>
                  <a:lnTo>
                    <a:pt x="3330178" y="9249"/>
                  </a:lnTo>
                  <a:lnTo>
                    <a:pt x="3330178" y="555031"/>
                  </a:lnTo>
                  <a:close/>
                  <a:moveTo>
                    <a:pt x="2775161" y="555031"/>
                  </a:moveTo>
                  <a:lnTo>
                    <a:pt x="2229379" y="555031"/>
                  </a:lnTo>
                  <a:lnTo>
                    <a:pt x="2229379" y="9249"/>
                  </a:lnTo>
                  <a:lnTo>
                    <a:pt x="2775161" y="9249"/>
                  </a:lnTo>
                  <a:lnTo>
                    <a:pt x="2775161" y="555031"/>
                  </a:lnTo>
                  <a:close/>
                  <a:moveTo>
                    <a:pt x="2220130" y="555031"/>
                  </a:moveTo>
                  <a:lnTo>
                    <a:pt x="1674347" y="555031"/>
                  </a:lnTo>
                  <a:lnTo>
                    <a:pt x="1674347" y="9249"/>
                  </a:lnTo>
                  <a:lnTo>
                    <a:pt x="2220130" y="9249"/>
                  </a:lnTo>
                  <a:lnTo>
                    <a:pt x="2220130" y="555031"/>
                  </a:lnTo>
                  <a:close/>
                  <a:moveTo>
                    <a:pt x="1665094" y="555031"/>
                  </a:moveTo>
                  <a:lnTo>
                    <a:pt x="1119311" y="555031"/>
                  </a:lnTo>
                  <a:lnTo>
                    <a:pt x="1119311" y="9249"/>
                  </a:lnTo>
                  <a:lnTo>
                    <a:pt x="1665094" y="9249"/>
                  </a:lnTo>
                  <a:lnTo>
                    <a:pt x="1665094" y="555031"/>
                  </a:lnTo>
                  <a:close/>
                  <a:moveTo>
                    <a:pt x="1110063" y="555031"/>
                  </a:moveTo>
                  <a:lnTo>
                    <a:pt x="564280" y="555031"/>
                  </a:lnTo>
                  <a:lnTo>
                    <a:pt x="564280" y="9249"/>
                  </a:lnTo>
                  <a:lnTo>
                    <a:pt x="1110063" y="9249"/>
                  </a:lnTo>
                  <a:lnTo>
                    <a:pt x="1110063" y="555031"/>
                  </a:lnTo>
                  <a:close/>
                  <a:moveTo>
                    <a:pt x="1110063" y="564280"/>
                  </a:moveTo>
                  <a:lnTo>
                    <a:pt x="1110063" y="1110063"/>
                  </a:lnTo>
                  <a:lnTo>
                    <a:pt x="564280" y="1110063"/>
                  </a:lnTo>
                  <a:lnTo>
                    <a:pt x="564280" y="564280"/>
                  </a:lnTo>
                  <a:lnTo>
                    <a:pt x="1110063" y="564280"/>
                  </a:lnTo>
                  <a:close/>
                  <a:moveTo>
                    <a:pt x="1110063" y="1119316"/>
                  </a:moveTo>
                  <a:lnTo>
                    <a:pt x="1110063" y="1665099"/>
                  </a:lnTo>
                  <a:lnTo>
                    <a:pt x="564280" y="1665099"/>
                  </a:lnTo>
                  <a:lnTo>
                    <a:pt x="564280" y="1119316"/>
                  </a:lnTo>
                  <a:lnTo>
                    <a:pt x="1110063" y="1119316"/>
                  </a:lnTo>
                  <a:close/>
                  <a:moveTo>
                    <a:pt x="1110063" y="1674347"/>
                  </a:moveTo>
                  <a:lnTo>
                    <a:pt x="1110063" y="2220130"/>
                  </a:lnTo>
                  <a:lnTo>
                    <a:pt x="564280" y="2220130"/>
                  </a:lnTo>
                  <a:lnTo>
                    <a:pt x="564280" y="1674347"/>
                  </a:lnTo>
                  <a:lnTo>
                    <a:pt x="1110063" y="1674347"/>
                  </a:lnTo>
                  <a:close/>
                  <a:moveTo>
                    <a:pt x="1110063" y="2229379"/>
                  </a:moveTo>
                  <a:lnTo>
                    <a:pt x="1110063" y="2775161"/>
                  </a:lnTo>
                  <a:lnTo>
                    <a:pt x="564280" y="2775161"/>
                  </a:lnTo>
                  <a:lnTo>
                    <a:pt x="564280" y="2229379"/>
                  </a:lnTo>
                  <a:lnTo>
                    <a:pt x="1110063" y="2229379"/>
                  </a:lnTo>
                  <a:close/>
                  <a:moveTo>
                    <a:pt x="1110063" y="2784410"/>
                  </a:moveTo>
                  <a:lnTo>
                    <a:pt x="1110063" y="3330192"/>
                  </a:lnTo>
                  <a:lnTo>
                    <a:pt x="564280" y="3330192"/>
                  </a:lnTo>
                  <a:lnTo>
                    <a:pt x="564280" y="2784410"/>
                  </a:lnTo>
                  <a:lnTo>
                    <a:pt x="1110063" y="2784410"/>
                  </a:lnTo>
                  <a:close/>
                  <a:moveTo>
                    <a:pt x="1110063" y="3339441"/>
                  </a:moveTo>
                  <a:lnTo>
                    <a:pt x="1110063" y="3885224"/>
                  </a:lnTo>
                  <a:lnTo>
                    <a:pt x="564280" y="3885224"/>
                  </a:lnTo>
                  <a:lnTo>
                    <a:pt x="564280" y="3339441"/>
                  </a:lnTo>
                  <a:lnTo>
                    <a:pt x="1110063" y="3339441"/>
                  </a:lnTo>
                  <a:close/>
                  <a:moveTo>
                    <a:pt x="1110063" y="3894473"/>
                  </a:moveTo>
                  <a:lnTo>
                    <a:pt x="1110063" y="4440241"/>
                  </a:lnTo>
                  <a:lnTo>
                    <a:pt x="564280" y="4440241"/>
                  </a:lnTo>
                  <a:lnTo>
                    <a:pt x="564280" y="3894473"/>
                  </a:lnTo>
                  <a:lnTo>
                    <a:pt x="1110063" y="3894473"/>
                  </a:lnTo>
                  <a:close/>
                  <a:moveTo>
                    <a:pt x="1119316" y="3894473"/>
                  </a:moveTo>
                  <a:lnTo>
                    <a:pt x="1665099" y="3894473"/>
                  </a:lnTo>
                  <a:lnTo>
                    <a:pt x="1665099" y="4440241"/>
                  </a:lnTo>
                  <a:lnTo>
                    <a:pt x="1119316" y="4440241"/>
                  </a:lnTo>
                  <a:lnTo>
                    <a:pt x="1119316" y="3894473"/>
                  </a:lnTo>
                  <a:close/>
                  <a:moveTo>
                    <a:pt x="1674347" y="3894473"/>
                  </a:moveTo>
                  <a:lnTo>
                    <a:pt x="2220130" y="3894473"/>
                  </a:lnTo>
                  <a:lnTo>
                    <a:pt x="2220130" y="4440241"/>
                  </a:lnTo>
                  <a:lnTo>
                    <a:pt x="1674347" y="4440241"/>
                  </a:lnTo>
                  <a:lnTo>
                    <a:pt x="1674347" y="3894473"/>
                  </a:lnTo>
                  <a:close/>
                  <a:moveTo>
                    <a:pt x="2229379" y="3894473"/>
                  </a:moveTo>
                  <a:lnTo>
                    <a:pt x="2775161" y="3894473"/>
                  </a:lnTo>
                  <a:lnTo>
                    <a:pt x="2775161" y="4440241"/>
                  </a:lnTo>
                  <a:lnTo>
                    <a:pt x="2229379" y="4440241"/>
                  </a:lnTo>
                  <a:lnTo>
                    <a:pt x="2229379" y="3894473"/>
                  </a:lnTo>
                  <a:close/>
                  <a:moveTo>
                    <a:pt x="2784410" y="3894473"/>
                  </a:moveTo>
                  <a:lnTo>
                    <a:pt x="3330178" y="3894473"/>
                  </a:lnTo>
                  <a:lnTo>
                    <a:pt x="3330178" y="4440241"/>
                  </a:lnTo>
                  <a:lnTo>
                    <a:pt x="2784410" y="4440241"/>
                  </a:lnTo>
                  <a:lnTo>
                    <a:pt x="2784410" y="3894473"/>
                  </a:lnTo>
                  <a:lnTo>
                    <a:pt x="2784410" y="3894473"/>
                  </a:lnTo>
                  <a:close/>
                  <a:moveTo>
                    <a:pt x="3339417" y="3894473"/>
                  </a:moveTo>
                  <a:lnTo>
                    <a:pt x="3885247" y="3894473"/>
                  </a:lnTo>
                  <a:lnTo>
                    <a:pt x="3885247" y="4440241"/>
                  </a:lnTo>
                  <a:lnTo>
                    <a:pt x="3339417" y="4440241"/>
                  </a:lnTo>
                  <a:lnTo>
                    <a:pt x="3339417" y="3894473"/>
                  </a:lnTo>
                  <a:close/>
                  <a:moveTo>
                    <a:pt x="3894487" y="3894473"/>
                  </a:moveTo>
                  <a:lnTo>
                    <a:pt x="4440269" y="3894473"/>
                  </a:lnTo>
                  <a:lnTo>
                    <a:pt x="4440269" y="4440241"/>
                  </a:lnTo>
                  <a:lnTo>
                    <a:pt x="3894487" y="4440241"/>
                  </a:lnTo>
                  <a:lnTo>
                    <a:pt x="3894487" y="3894473"/>
                  </a:lnTo>
                  <a:close/>
                  <a:moveTo>
                    <a:pt x="4449509" y="3894473"/>
                  </a:moveTo>
                  <a:lnTo>
                    <a:pt x="4995291" y="3894473"/>
                  </a:lnTo>
                  <a:lnTo>
                    <a:pt x="4995291" y="4440241"/>
                  </a:lnTo>
                  <a:lnTo>
                    <a:pt x="4449509" y="4440241"/>
                  </a:lnTo>
                  <a:lnTo>
                    <a:pt x="4449509" y="3894473"/>
                  </a:lnTo>
                  <a:close/>
                  <a:moveTo>
                    <a:pt x="4449509" y="3885224"/>
                  </a:moveTo>
                  <a:lnTo>
                    <a:pt x="4449509" y="3339441"/>
                  </a:lnTo>
                  <a:lnTo>
                    <a:pt x="4995291" y="3339441"/>
                  </a:lnTo>
                  <a:lnTo>
                    <a:pt x="4995291" y="3885224"/>
                  </a:lnTo>
                  <a:lnTo>
                    <a:pt x="4449509" y="3885224"/>
                  </a:lnTo>
                  <a:close/>
                  <a:moveTo>
                    <a:pt x="5004530" y="3339441"/>
                  </a:moveTo>
                  <a:lnTo>
                    <a:pt x="5550313" y="3339441"/>
                  </a:lnTo>
                  <a:lnTo>
                    <a:pt x="5550313" y="3885224"/>
                  </a:lnTo>
                  <a:lnTo>
                    <a:pt x="5004530" y="3885224"/>
                  </a:lnTo>
                  <a:lnTo>
                    <a:pt x="5004530" y="3339441"/>
                  </a:lnTo>
                  <a:close/>
                  <a:moveTo>
                    <a:pt x="5004530" y="3330192"/>
                  </a:moveTo>
                  <a:lnTo>
                    <a:pt x="5004530" y="2784410"/>
                  </a:lnTo>
                  <a:lnTo>
                    <a:pt x="5550313" y="2784410"/>
                  </a:lnTo>
                  <a:lnTo>
                    <a:pt x="5550313" y="3330192"/>
                  </a:lnTo>
                  <a:lnTo>
                    <a:pt x="5004530" y="3330192"/>
                  </a:lnTo>
                  <a:close/>
                  <a:moveTo>
                    <a:pt x="5004530" y="2775161"/>
                  </a:moveTo>
                  <a:lnTo>
                    <a:pt x="5004530" y="2229379"/>
                  </a:lnTo>
                  <a:lnTo>
                    <a:pt x="5550313" y="2229379"/>
                  </a:lnTo>
                  <a:lnTo>
                    <a:pt x="5550313" y="2775161"/>
                  </a:lnTo>
                  <a:lnTo>
                    <a:pt x="5004530" y="2775161"/>
                  </a:lnTo>
                  <a:close/>
                  <a:moveTo>
                    <a:pt x="5004530" y="2220130"/>
                  </a:moveTo>
                  <a:lnTo>
                    <a:pt x="5004530" y="1674347"/>
                  </a:lnTo>
                  <a:lnTo>
                    <a:pt x="5550313" y="1674347"/>
                  </a:lnTo>
                  <a:lnTo>
                    <a:pt x="5550313" y="2220130"/>
                  </a:lnTo>
                  <a:lnTo>
                    <a:pt x="5004530" y="2220130"/>
                  </a:lnTo>
                  <a:close/>
                  <a:moveTo>
                    <a:pt x="5004530" y="1665094"/>
                  </a:moveTo>
                  <a:lnTo>
                    <a:pt x="5004530" y="1119311"/>
                  </a:lnTo>
                  <a:lnTo>
                    <a:pt x="5550313" y="1119311"/>
                  </a:lnTo>
                  <a:lnTo>
                    <a:pt x="5550313" y="1665094"/>
                  </a:lnTo>
                  <a:lnTo>
                    <a:pt x="5004530" y="1665094"/>
                  </a:lnTo>
                  <a:close/>
                  <a:moveTo>
                    <a:pt x="5004530" y="1110063"/>
                  </a:moveTo>
                  <a:lnTo>
                    <a:pt x="5004530" y="564280"/>
                  </a:lnTo>
                  <a:lnTo>
                    <a:pt x="5550313" y="564280"/>
                  </a:lnTo>
                  <a:lnTo>
                    <a:pt x="5550313" y="1110063"/>
                  </a:lnTo>
                  <a:lnTo>
                    <a:pt x="5004530" y="1110063"/>
                  </a:lnTo>
                  <a:close/>
                  <a:moveTo>
                    <a:pt x="9249" y="9249"/>
                  </a:moveTo>
                  <a:lnTo>
                    <a:pt x="555031" y="9249"/>
                  </a:lnTo>
                  <a:lnTo>
                    <a:pt x="555031" y="555031"/>
                  </a:lnTo>
                  <a:lnTo>
                    <a:pt x="9249" y="555031"/>
                  </a:lnTo>
                  <a:lnTo>
                    <a:pt x="9249" y="9249"/>
                  </a:lnTo>
                  <a:close/>
                  <a:moveTo>
                    <a:pt x="9249" y="564280"/>
                  </a:moveTo>
                  <a:lnTo>
                    <a:pt x="555031" y="564280"/>
                  </a:lnTo>
                  <a:lnTo>
                    <a:pt x="555031" y="1110063"/>
                  </a:lnTo>
                  <a:lnTo>
                    <a:pt x="9249" y="1110063"/>
                  </a:lnTo>
                  <a:lnTo>
                    <a:pt x="9249" y="564280"/>
                  </a:lnTo>
                  <a:close/>
                  <a:moveTo>
                    <a:pt x="9249" y="1119316"/>
                  </a:moveTo>
                  <a:lnTo>
                    <a:pt x="555031" y="1119316"/>
                  </a:lnTo>
                  <a:lnTo>
                    <a:pt x="555031" y="1665099"/>
                  </a:lnTo>
                  <a:lnTo>
                    <a:pt x="9249" y="1665099"/>
                  </a:lnTo>
                  <a:lnTo>
                    <a:pt x="9249" y="1119316"/>
                  </a:lnTo>
                  <a:close/>
                  <a:moveTo>
                    <a:pt x="9249" y="1674347"/>
                  </a:moveTo>
                  <a:lnTo>
                    <a:pt x="555031" y="1674347"/>
                  </a:lnTo>
                  <a:lnTo>
                    <a:pt x="555031" y="2220130"/>
                  </a:lnTo>
                  <a:lnTo>
                    <a:pt x="9249" y="2220130"/>
                  </a:lnTo>
                  <a:lnTo>
                    <a:pt x="9249" y="1674347"/>
                  </a:lnTo>
                  <a:close/>
                  <a:moveTo>
                    <a:pt x="9249" y="2229379"/>
                  </a:moveTo>
                  <a:lnTo>
                    <a:pt x="555031" y="2229379"/>
                  </a:lnTo>
                  <a:lnTo>
                    <a:pt x="555031" y="2775161"/>
                  </a:lnTo>
                  <a:lnTo>
                    <a:pt x="9249" y="2775161"/>
                  </a:lnTo>
                  <a:lnTo>
                    <a:pt x="9249" y="2229379"/>
                  </a:lnTo>
                  <a:close/>
                  <a:moveTo>
                    <a:pt x="9249" y="2784410"/>
                  </a:moveTo>
                  <a:lnTo>
                    <a:pt x="555031" y="2784410"/>
                  </a:lnTo>
                  <a:lnTo>
                    <a:pt x="555031" y="3330192"/>
                  </a:lnTo>
                  <a:lnTo>
                    <a:pt x="9249" y="3330192"/>
                  </a:lnTo>
                  <a:lnTo>
                    <a:pt x="9249" y="2784410"/>
                  </a:lnTo>
                  <a:close/>
                  <a:moveTo>
                    <a:pt x="9249" y="3339441"/>
                  </a:moveTo>
                  <a:lnTo>
                    <a:pt x="555031" y="3339441"/>
                  </a:lnTo>
                  <a:lnTo>
                    <a:pt x="555031" y="3885224"/>
                  </a:lnTo>
                  <a:lnTo>
                    <a:pt x="9249" y="3885224"/>
                  </a:lnTo>
                  <a:lnTo>
                    <a:pt x="9249" y="3339441"/>
                  </a:lnTo>
                  <a:close/>
                  <a:moveTo>
                    <a:pt x="9249" y="3894473"/>
                  </a:moveTo>
                  <a:lnTo>
                    <a:pt x="555031" y="3894473"/>
                  </a:lnTo>
                  <a:lnTo>
                    <a:pt x="555031" y="4440241"/>
                  </a:lnTo>
                  <a:lnTo>
                    <a:pt x="9249" y="4440241"/>
                  </a:lnTo>
                  <a:lnTo>
                    <a:pt x="9249" y="3894473"/>
                  </a:lnTo>
                  <a:close/>
                  <a:moveTo>
                    <a:pt x="5004530" y="4440241"/>
                  </a:moveTo>
                  <a:lnTo>
                    <a:pt x="5004530" y="3894473"/>
                  </a:lnTo>
                  <a:lnTo>
                    <a:pt x="5550313" y="3894473"/>
                  </a:lnTo>
                  <a:lnTo>
                    <a:pt x="5550313" y="4440241"/>
                  </a:lnTo>
                  <a:lnTo>
                    <a:pt x="5004530" y="4440241"/>
                  </a:lnTo>
                  <a:close/>
                </a:path>
              </a:pathLst>
            </a:custGeom>
            <a:solidFill>
              <a:srgbClr val="E6E6E6"/>
            </a:solidFill>
            <a:ln w="4763" cap="flat">
              <a:solidFill>
                <a:sysClr val="window" lastClr="FFFFFF">
                  <a:lumMod val="85000"/>
                </a:sysClr>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Trebuchet MS" panose="020B0603020202020204"/>
              </a:endParaRPr>
            </a:p>
          </p:txBody>
        </p:sp>
      </p:grpSp>
      <p:grpSp>
        <p:nvGrpSpPr>
          <p:cNvPr id="3" name="Group 2">
            <a:extLst>
              <a:ext uri="{FF2B5EF4-FFF2-40B4-BE49-F238E27FC236}">
                <a16:creationId xmlns:a16="http://schemas.microsoft.com/office/drawing/2014/main" id="{FD9F1B2F-4B66-ABDC-1EF7-1AB383F63EFC}"/>
              </a:ext>
            </a:extLst>
          </p:cNvPr>
          <p:cNvGrpSpPr/>
          <p:nvPr/>
        </p:nvGrpSpPr>
        <p:grpSpPr>
          <a:xfrm>
            <a:off x="93557" y="2536651"/>
            <a:ext cx="1313781" cy="3387467"/>
            <a:chOff x="3740181" y="1085352"/>
            <a:chExt cx="1313781" cy="3387467"/>
          </a:xfrm>
        </p:grpSpPr>
        <p:grpSp>
          <p:nvGrpSpPr>
            <p:cNvPr id="4" name="Group 3">
              <a:extLst>
                <a:ext uri="{FF2B5EF4-FFF2-40B4-BE49-F238E27FC236}">
                  <a16:creationId xmlns:a16="http://schemas.microsoft.com/office/drawing/2014/main" id="{3A7F22DD-7A51-6F7D-3838-C09784C8E5F1}"/>
                </a:ext>
              </a:extLst>
            </p:cNvPr>
            <p:cNvGrpSpPr/>
            <p:nvPr/>
          </p:nvGrpSpPr>
          <p:grpSpPr>
            <a:xfrm>
              <a:off x="3740181" y="1191688"/>
              <a:ext cx="1313781" cy="3281131"/>
              <a:chOff x="5376862" y="1343006"/>
              <a:chExt cx="1438275" cy="3629044"/>
            </a:xfrm>
          </p:grpSpPr>
          <p:pic>
            <p:nvPicPr>
              <p:cNvPr id="8" name="Graphic 7" descr="Boy wearing backpack">
                <a:extLst>
                  <a:ext uri="{FF2B5EF4-FFF2-40B4-BE49-F238E27FC236}">
                    <a16:creationId xmlns:a16="http://schemas.microsoft.com/office/drawing/2014/main" id="{CE40EE54-A194-114D-CC46-848FE72FE4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76862" y="1885950"/>
                <a:ext cx="1438275" cy="3086100"/>
              </a:xfrm>
              <a:prstGeom prst="rect">
                <a:avLst/>
              </a:prstGeom>
            </p:spPr>
          </p:pic>
          <p:pic>
            <p:nvPicPr>
              <p:cNvPr id="9" name="Graphic 8" descr="Girl with braided hair">
                <a:extLst>
                  <a:ext uri="{FF2B5EF4-FFF2-40B4-BE49-F238E27FC236}">
                    <a16:creationId xmlns:a16="http://schemas.microsoft.com/office/drawing/2014/main" id="{01172186-0F70-7E82-7D5F-F5AD81D5A5D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25078" y="1343006"/>
                <a:ext cx="704850" cy="923925"/>
              </a:xfrm>
              <a:prstGeom prst="rect">
                <a:avLst/>
              </a:prstGeom>
            </p:spPr>
          </p:pic>
          <p:pic>
            <p:nvPicPr>
              <p:cNvPr id="10" name="Graphic 9" descr="An eye rolling face">
                <a:extLst>
                  <a:ext uri="{FF2B5EF4-FFF2-40B4-BE49-F238E27FC236}">
                    <a16:creationId xmlns:a16="http://schemas.microsoft.com/office/drawing/2014/main" id="{F140C2A4-0B3D-F1E5-EC62-4A56C35536B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86763" y="1629333"/>
                <a:ext cx="304800" cy="314325"/>
              </a:xfrm>
              <a:prstGeom prst="rect">
                <a:avLst/>
              </a:prstGeom>
            </p:spPr>
          </p:pic>
        </p:grpSp>
        <p:pic>
          <p:nvPicPr>
            <p:cNvPr id="5" name="Graphic 4" descr="Hat with a baseball">
              <a:extLst>
                <a:ext uri="{FF2B5EF4-FFF2-40B4-BE49-F238E27FC236}">
                  <a16:creationId xmlns:a16="http://schemas.microsoft.com/office/drawing/2014/main" id="{A16E0084-503A-B4B2-317F-00D08B7DAA2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72119" y="1085352"/>
              <a:ext cx="680869" cy="419100"/>
            </a:xfrm>
            <a:prstGeom prst="rect">
              <a:avLst/>
            </a:prstGeom>
          </p:spPr>
        </p:pic>
      </p:grpSp>
      <p:sp>
        <p:nvSpPr>
          <p:cNvPr id="12" name="TextBox 11">
            <a:extLst>
              <a:ext uri="{FF2B5EF4-FFF2-40B4-BE49-F238E27FC236}">
                <a16:creationId xmlns:a16="http://schemas.microsoft.com/office/drawing/2014/main" id="{95EEE036-24EA-81DF-1CD5-5953443C3C3D}"/>
              </a:ext>
            </a:extLst>
          </p:cNvPr>
          <p:cNvSpPr txBox="1"/>
          <p:nvPr/>
        </p:nvSpPr>
        <p:spPr>
          <a:xfrm>
            <a:off x="200327" y="5935314"/>
            <a:ext cx="1441401"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Segoe Script" panose="030B0504020000000003" pitchFamily="66" charset="0"/>
                <a:ea typeface="+mn-ea"/>
                <a:cs typeface="Dreaming Outloud Script Pro" panose="020F0502020204030204" pitchFamily="66" charset="0"/>
              </a:rPr>
              <a:t>Hannah</a:t>
            </a:r>
          </a:p>
        </p:txBody>
      </p:sp>
      <p:grpSp>
        <p:nvGrpSpPr>
          <p:cNvPr id="13" name="Group 12">
            <a:extLst>
              <a:ext uri="{FF2B5EF4-FFF2-40B4-BE49-F238E27FC236}">
                <a16:creationId xmlns:a16="http://schemas.microsoft.com/office/drawing/2014/main" id="{DE86A2C1-410B-7304-4E47-47DFAFA6568A}"/>
              </a:ext>
            </a:extLst>
          </p:cNvPr>
          <p:cNvGrpSpPr/>
          <p:nvPr/>
        </p:nvGrpSpPr>
        <p:grpSpPr>
          <a:xfrm flipH="1">
            <a:off x="6836362" y="2009103"/>
            <a:ext cx="2214081" cy="3955232"/>
            <a:chOff x="10276841" y="435362"/>
            <a:chExt cx="2524125" cy="4486028"/>
          </a:xfrm>
        </p:grpSpPr>
        <p:pic>
          <p:nvPicPr>
            <p:cNvPr id="15" name="Graphic 14" descr="Man with thick hair">
              <a:extLst>
                <a:ext uri="{FF2B5EF4-FFF2-40B4-BE49-F238E27FC236}">
                  <a16:creationId xmlns:a16="http://schemas.microsoft.com/office/drawing/2014/main" id="{76F12642-F1A0-E1E4-E6C0-3F37049ADD3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803416" y="435362"/>
              <a:ext cx="609331" cy="667760"/>
            </a:xfrm>
            <a:prstGeom prst="rect">
              <a:avLst/>
            </a:prstGeom>
          </p:spPr>
        </p:pic>
        <p:pic>
          <p:nvPicPr>
            <p:cNvPr id="17" name="Graphic 16" descr="A man in a robe">
              <a:extLst>
                <a:ext uri="{FF2B5EF4-FFF2-40B4-BE49-F238E27FC236}">
                  <a16:creationId xmlns:a16="http://schemas.microsoft.com/office/drawing/2014/main" id="{435B64E8-762D-FCD6-CF32-306068BB54B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276841" y="930415"/>
              <a:ext cx="2524125" cy="3990975"/>
            </a:xfrm>
            <a:prstGeom prst="rect">
              <a:avLst/>
            </a:prstGeom>
          </p:spPr>
        </p:pic>
        <p:pic>
          <p:nvPicPr>
            <p:cNvPr id="18" name="Graphic 17" descr="A face with closed eyes">
              <a:extLst>
                <a:ext uri="{FF2B5EF4-FFF2-40B4-BE49-F238E27FC236}">
                  <a16:creationId xmlns:a16="http://schemas.microsoft.com/office/drawing/2014/main" id="{EEDF7683-04E0-64D7-DC6F-A3252C4C8A7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981427" y="694624"/>
              <a:ext cx="304800" cy="304800"/>
            </a:xfrm>
            <a:prstGeom prst="rect">
              <a:avLst/>
            </a:prstGeom>
          </p:spPr>
        </p:pic>
        <p:pic>
          <p:nvPicPr>
            <p:cNvPr id="19" name="Graphic 18" descr="A short beard">
              <a:extLst>
                <a:ext uri="{FF2B5EF4-FFF2-40B4-BE49-F238E27FC236}">
                  <a16:creationId xmlns:a16="http://schemas.microsoft.com/office/drawing/2014/main" id="{A09D41F3-F158-EBD2-188B-6530AD2CCC3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873057" y="806181"/>
              <a:ext cx="447675" cy="333375"/>
            </a:xfrm>
            <a:prstGeom prst="rect">
              <a:avLst/>
            </a:prstGeom>
          </p:spPr>
        </p:pic>
      </p:grpSp>
      <p:sp>
        <p:nvSpPr>
          <p:cNvPr id="22" name="TextBox 21">
            <a:extLst>
              <a:ext uri="{FF2B5EF4-FFF2-40B4-BE49-F238E27FC236}">
                <a16:creationId xmlns:a16="http://schemas.microsoft.com/office/drawing/2014/main" id="{C008339A-8121-C13C-EBCA-4959B5BBA79E}"/>
              </a:ext>
            </a:extLst>
          </p:cNvPr>
          <p:cNvSpPr txBox="1"/>
          <p:nvPr/>
        </p:nvSpPr>
        <p:spPr>
          <a:xfrm>
            <a:off x="8054063" y="5935314"/>
            <a:ext cx="832063"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Ink Free" panose="03080402000500000000" pitchFamily="66" charset="0"/>
                <a:ea typeface="+mn-ea"/>
                <a:cs typeface="Dreaming Outloud Script Pro" panose="020F0502020204030204" pitchFamily="66" charset="0"/>
              </a:rPr>
              <a:t>Abdi</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Segoe Script" panose="030B0504020000000003" pitchFamily="66" charset="0"/>
              <a:ea typeface="+mn-ea"/>
              <a:cs typeface="Dreaming Outloud Script Pro" panose="020F0502020204030204" pitchFamily="66" charset="0"/>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CA2677D-7E33-CD6D-6367-B4F3E3984125}"/>
                  </a:ext>
                </a:extLst>
              </p:cNvPr>
              <p:cNvSpPr txBox="1"/>
              <p:nvPr/>
            </p:nvSpPr>
            <p:spPr>
              <a:xfrm>
                <a:off x="2640855" y="2981852"/>
                <a:ext cx="1569577"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r>
                                <a:rPr lang="en-GB" sz="2000" b="0" i="1" smtClean="0">
                                  <a:latin typeface="Cambria Math" panose="02040503050406030204" pitchFamily="18" charset="0"/>
                                </a:rPr>
                                <m:t>64</m:t>
                              </m:r>
                            </m:e>
                          </m:d>
                        </m:e>
                        <m:sup>
                          <m:r>
                            <a:rPr lang="en-GB" sz="2000" b="0" i="1" smtClean="0">
                              <a:latin typeface="Cambria Math" panose="02040503050406030204" pitchFamily="18" charset="0"/>
                            </a:rPr>
                            <m:t>−1</m:t>
                          </m:r>
                        </m:sup>
                      </m:sSup>
                    </m:oMath>
                  </m:oMathPara>
                </a14:m>
                <a:endParaRPr lang="en-GB" sz="2000" dirty="0"/>
              </a:p>
            </p:txBody>
          </p:sp>
        </mc:Choice>
        <mc:Fallback xmlns="">
          <p:sp>
            <p:nvSpPr>
              <p:cNvPr id="26" name="TextBox 25">
                <a:extLst>
                  <a:ext uri="{FF2B5EF4-FFF2-40B4-BE49-F238E27FC236}">
                    <a16:creationId xmlns:a16="http://schemas.microsoft.com/office/drawing/2014/main" id="{9CA2677D-7E33-CD6D-6367-B4F3E3984125}"/>
                  </a:ext>
                </a:extLst>
              </p:cNvPr>
              <p:cNvSpPr txBox="1">
                <a:spLocks noRot="1" noChangeAspect="1" noMove="1" noResize="1" noEditPoints="1" noAdjustHandles="1" noChangeArrowheads="1" noChangeShapeType="1" noTextEdit="1"/>
              </p:cNvSpPr>
              <p:nvPr/>
            </p:nvSpPr>
            <p:spPr>
              <a:xfrm>
                <a:off x="2640855" y="2981852"/>
                <a:ext cx="1569577" cy="400110"/>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A0182F1-D031-B651-971E-1BCC3CCCE4B5}"/>
                  </a:ext>
                </a:extLst>
              </p:cNvPr>
              <p:cNvSpPr txBox="1"/>
              <p:nvPr/>
            </p:nvSpPr>
            <p:spPr>
              <a:xfrm>
                <a:off x="2042517" y="2348649"/>
                <a:ext cx="2186255"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−3</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3</m:t>
                                  </m:r>
                                </m:sup>
                              </m:sSup>
                            </m:e>
                          </m:d>
                        </m:e>
                        <m:sup>
                          <m:r>
                            <a:rPr lang="en-GB" sz="2000" b="0" i="1" smtClean="0">
                              <a:latin typeface="Cambria Math" panose="02040503050406030204" pitchFamily="18" charset="0"/>
                            </a:rPr>
                            <m:t>−1</m:t>
                          </m:r>
                        </m:sup>
                      </m:sSup>
                    </m:oMath>
                  </m:oMathPara>
                </a14:m>
                <a:endParaRPr lang="en-GB" sz="2000" dirty="0"/>
              </a:p>
            </p:txBody>
          </p:sp>
        </mc:Choice>
        <mc:Fallback xmlns="">
          <p:sp>
            <p:nvSpPr>
              <p:cNvPr id="29" name="TextBox 28">
                <a:extLst>
                  <a:ext uri="{FF2B5EF4-FFF2-40B4-BE49-F238E27FC236}">
                    <a16:creationId xmlns:a16="http://schemas.microsoft.com/office/drawing/2014/main" id="{4A0182F1-D031-B651-971E-1BCC3CCCE4B5}"/>
                  </a:ext>
                </a:extLst>
              </p:cNvPr>
              <p:cNvSpPr txBox="1">
                <a:spLocks noRot="1" noChangeAspect="1" noMove="1" noResize="1" noEditPoints="1" noAdjustHandles="1" noChangeArrowheads="1" noChangeShapeType="1" noTextEdit="1"/>
              </p:cNvSpPr>
              <p:nvPr/>
            </p:nvSpPr>
            <p:spPr>
              <a:xfrm>
                <a:off x="2042517" y="2348649"/>
                <a:ext cx="2186255" cy="400110"/>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9CA34C4-0AD2-4D92-6219-E3AF47EE20F8}"/>
                  </a:ext>
                </a:extLst>
              </p:cNvPr>
              <p:cNvSpPr txBox="1"/>
              <p:nvPr/>
            </p:nvSpPr>
            <p:spPr>
              <a:xfrm>
                <a:off x="2439539" y="3517926"/>
                <a:ext cx="1412758"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64</m:t>
                          </m:r>
                        </m:den>
                      </m:f>
                    </m:oMath>
                  </m:oMathPara>
                </a14:m>
                <a:endParaRPr lang="en-GB" sz="2000" dirty="0"/>
              </a:p>
            </p:txBody>
          </p:sp>
        </mc:Choice>
        <mc:Fallback xmlns="">
          <p:sp>
            <p:nvSpPr>
              <p:cNvPr id="31" name="TextBox 30">
                <a:extLst>
                  <a:ext uri="{FF2B5EF4-FFF2-40B4-BE49-F238E27FC236}">
                    <a16:creationId xmlns:a16="http://schemas.microsoft.com/office/drawing/2014/main" id="{89CA34C4-0AD2-4D92-6219-E3AF47EE20F8}"/>
                  </a:ext>
                </a:extLst>
              </p:cNvPr>
              <p:cNvSpPr txBox="1">
                <a:spLocks noRot="1" noChangeAspect="1" noMove="1" noResize="1" noEditPoints="1" noAdjustHandles="1" noChangeArrowheads="1" noChangeShapeType="1" noTextEdit="1"/>
              </p:cNvSpPr>
              <p:nvPr/>
            </p:nvSpPr>
            <p:spPr>
              <a:xfrm>
                <a:off x="2439539" y="3517926"/>
                <a:ext cx="1412758" cy="670568"/>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35E4EED-6125-8C7B-EB29-D6D66F3B4618}"/>
                  </a:ext>
                </a:extLst>
              </p:cNvPr>
              <p:cNvSpPr txBox="1"/>
              <p:nvPr/>
            </p:nvSpPr>
            <p:spPr>
              <a:xfrm>
                <a:off x="5434043" y="2699412"/>
                <a:ext cx="1569577" cy="87190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4</m:t>
                                  </m:r>
                                </m:den>
                              </m:f>
                            </m:e>
                          </m:d>
                        </m:e>
                        <m:sup>
                          <m:r>
                            <a:rPr lang="en-GB" sz="2000" b="0" i="1" smtClean="0">
                              <a:latin typeface="Cambria Math" panose="02040503050406030204" pitchFamily="18" charset="0"/>
                            </a:rPr>
                            <m:t>3</m:t>
                          </m:r>
                        </m:sup>
                      </m:sSup>
                    </m:oMath>
                  </m:oMathPara>
                </a14:m>
                <a:endParaRPr lang="en-GB" sz="2000" dirty="0"/>
              </a:p>
            </p:txBody>
          </p:sp>
        </mc:Choice>
        <mc:Fallback xmlns="">
          <p:sp>
            <p:nvSpPr>
              <p:cNvPr id="34" name="TextBox 33">
                <a:extLst>
                  <a:ext uri="{FF2B5EF4-FFF2-40B4-BE49-F238E27FC236}">
                    <a16:creationId xmlns:a16="http://schemas.microsoft.com/office/drawing/2014/main" id="{035E4EED-6125-8C7B-EB29-D6D66F3B4618}"/>
                  </a:ext>
                </a:extLst>
              </p:cNvPr>
              <p:cNvSpPr txBox="1">
                <a:spLocks noRot="1" noChangeAspect="1" noMove="1" noResize="1" noEditPoints="1" noAdjustHandles="1" noChangeArrowheads="1" noChangeShapeType="1" noTextEdit="1"/>
              </p:cNvSpPr>
              <p:nvPr/>
            </p:nvSpPr>
            <p:spPr>
              <a:xfrm>
                <a:off x="5434043" y="2699412"/>
                <a:ext cx="1569577" cy="871905"/>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F3B3D02-2948-BC14-1BB9-82799BECEE52}"/>
                  </a:ext>
                </a:extLst>
              </p:cNvPr>
              <p:cNvSpPr txBox="1"/>
              <p:nvPr/>
            </p:nvSpPr>
            <p:spPr>
              <a:xfrm>
                <a:off x="4835705" y="2343607"/>
                <a:ext cx="2186255" cy="40011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−3</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4</m:t>
                                  </m:r>
                                </m:e>
                                <m:sup>
                                  <m:r>
                                    <a:rPr lang="en-GB" sz="2000" b="0" i="1" smtClean="0">
                                      <a:latin typeface="Cambria Math" panose="02040503050406030204" pitchFamily="18" charset="0"/>
                                    </a:rPr>
                                    <m:t>−1</m:t>
                                  </m:r>
                                </m:sup>
                              </m:sSup>
                            </m:e>
                          </m:d>
                        </m:e>
                        <m:sup>
                          <m:r>
                            <a:rPr lang="en-GB" sz="2000" b="0" i="1" smtClean="0">
                              <a:latin typeface="Cambria Math" panose="02040503050406030204" pitchFamily="18" charset="0"/>
                            </a:rPr>
                            <m:t>3</m:t>
                          </m:r>
                        </m:sup>
                      </m:sSup>
                    </m:oMath>
                  </m:oMathPara>
                </a14:m>
                <a:endParaRPr lang="en-GB" sz="2000" dirty="0"/>
              </a:p>
            </p:txBody>
          </p:sp>
        </mc:Choice>
        <mc:Fallback xmlns="">
          <p:sp>
            <p:nvSpPr>
              <p:cNvPr id="35" name="TextBox 34">
                <a:extLst>
                  <a:ext uri="{FF2B5EF4-FFF2-40B4-BE49-F238E27FC236}">
                    <a16:creationId xmlns:a16="http://schemas.microsoft.com/office/drawing/2014/main" id="{AF3B3D02-2948-BC14-1BB9-82799BECEE52}"/>
                  </a:ext>
                </a:extLst>
              </p:cNvPr>
              <p:cNvSpPr txBox="1">
                <a:spLocks noRot="1" noChangeAspect="1" noMove="1" noResize="1" noEditPoints="1" noAdjustHandles="1" noChangeArrowheads="1" noChangeShapeType="1" noTextEdit="1"/>
              </p:cNvSpPr>
              <p:nvPr/>
            </p:nvSpPr>
            <p:spPr>
              <a:xfrm>
                <a:off x="4835705" y="2343607"/>
                <a:ext cx="2186255" cy="400110"/>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D3832D1F-AA51-019B-AB5E-71F62F63787C}"/>
                  </a:ext>
                </a:extLst>
              </p:cNvPr>
              <p:cNvSpPr txBox="1"/>
              <p:nvPr/>
            </p:nvSpPr>
            <p:spPr>
              <a:xfrm>
                <a:off x="5232727" y="3512884"/>
                <a:ext cx="1412758"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64</m:t>
                          </m:r>
                        </m:den>
                      </m:f>
                    </m:oMath>
                  </m:oMathPara>
                </a14:m>
                <a:endParaRPr lang="en-GB" sz="2000" dirty="0"/>
              </a:p>
            </p:txBody>
          </p:sp>
        </mc:Choice>
        <mc:Fallback xmlns="">
          <p:sp>
            <p:nvSpPr>
              <p:cNvPr id="37" name="TextBox 36">
                <a:extLst>
                  <a:ext uri="{FF2B5EF4-FFF2-40B4-BE49-F238E27FC236}">
                    <a16:creationId xmlns:a16="http://schemas.microsoft.com/office/drawing/2014/main" id="{D3832D1F-AA51-019B-AB5E-71F62F63787C}"/>
                  </a:ext>
                </a:extLst>
              </p:cNvPr>
              <p:cNvSpPr txBox="1">
                <a:spLocks noRot="1" noChangeAspect="1" noMove="1" noResize="1" noEditPoints="1" noAdjustHandles="1" noChangeArrowheads="1" noChangeShapeType="1" noTextEdit="1"/>
              </p:cNvSpPr>
              <p:nvPr/>
            </p:nvSpPr>
            <p:spPr>
              <a:xfrm>
                <a:off x="5232727" y="3512884"/>
                <a:ext cx="1412758" cy="670568"/>
              </a:xfrm>
              <a:prstGeom prst="rect">
                <a:avLst/>
              </a:prstGeom>
              <a:blipFill>
                <a:blip r:embed="rId25"/>
                <a:stretch>
                  <a:fillRect/>
                </a:stretch>
              </a:blipFill>
            </p:spPr>
            <p:txBody>
              <a:bodyPr/>
              <a:lstStyle/>
              <a:p>
                <a:r>
                  <a:rPr lang="en-GB">
                    <a:noFill/>
                  </a:rPr>
                  <a:t> </a:t>
                </a:r>
              </a:p>
            </p:txBody>
          </p:sp>
        </mc:Fallback>
      </mc:AlternateContent>
      <p:sp>
        <p:nvSpPr>
          <p:cNvPr id="38" name="TextBox 37">
            <a:extLst>
              <a:ext uri="{FF2B5EF4-FFF2-40B4-BE49-F238E27FC236}">
                <a16:creationId xmlns:a16="http://schemas.microsoft.com/office/drawing/2014/main" id="{C9D81410-8C74-2BD2-C818-584841D2B589}"/>
              </a:ext>
            </a:extLst>
          </p:cNvPr>
          <p:cNvSpPr txBox="1"/>
          <p:nvPr/>
        </p:nvSpPr>
        <p:spPr>
          <a:xfrm>
            <a:off x="262001" y="683946"/>
            <a:ext cx="8619998" cy="707886"/>
          </a:xfrm>
          <a:prstGeom prst="rect">
            <a:avLst/>
          </a:prstGeom>
          <a:noFill/>
        </p:spPr>
        <p:txBody>
          <a:bodyPr wrap="square" rtlCol="0">
            <a:spAutoFit/>
          </a:bodyPr>
          <a:lstStyle/>
          <a:p>
            <a:pPr algn="ctr"/>
            <a:r>
              <a:rPr lang="en-GB" sz="2000" dirty="0"/>
              <a:t>Hannah and Abdi have both attempted a question on negative powers.</a:t>
            </a:r>
          </a:p>
          <a:p>
            <a:pPr algn="ctr"/>
            <a:r>
              <a:rPr lang="en-GB" sz="2000" dirty="0"/>
              <a:t>Both students are correct but have approached the question differently.</a:t>
            </a:r>
          </a:p>
        </p:txBody>
      </p:sp>
      <p:sp>
        <p:nvSpPr>
          <p:cNvPr id="39" name="TextBox 38">
            <a:extLst>
              <a:ext uri="{FF2B5EF4-FFF2-40B4-BE49-F238E27FC236}">
                <a16:creationId xmlns:a16="http://schemas.microsoft.com/office/drawing/2014/main" id="{EDC41B80-6E8A-613A-4948-DAEEE02E1965}"/>
              </a:ext>
            </a:extLst>
          </p:cNvPr>
          <p:cNvSpPr txBox="1"/>
          <p:nvPr/>
        </p:nvSpPr>
        <p:spPr>
          <a:xfrm>
            <a:off x="2383146" y="4641126"/>
            <a:ext cx="437770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t>What is the same? What is different?</a:t>
            </a:r>
          </a:p>
        </p:txBody>
      </p:sp>
      <p:sp>
        <p:nvSpPr>
          <p:cNvPr id="40" name="TextBox 39">
            <a:extLst>
              <a:ext uri="{FF2B5EF4-FFF2-40B4-BE49-F238E27FC236}">
                <a16:creationId xmlns:a16="http://schemas.microsoft.com/office/drawing/2014/main" id="{31CBB81D-DB67-A3EA-4ECC-1BA980A06B4A}"/>
              </a:ext>
            </a:extLst>
          </p:cNvPr>
          <p:cNvSpPr txBox="1"/>
          <p:nvPr/>
        </p:nvSpPr>
        <p:spPr>
          <a:xfrm>
            <a:off x="2383145" y="6102614"/>
            <a:ext cx="437770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t>Which method do you prefer? Why?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B358761-E021-ED3B-5EF6-A40491A4E198}"/>
                  </a:ext>
                </a:extLst>
              </p:cNvPr>
              <p:cNvSpPr txBox="1"/>
              <p:nvPr/>
            </p:nvSpPr>
            <p:spPr>
              <a:xfrm>
                <a:off x="1385041" y="5085292"/>
                <a:ext cx="6373919" cy="923330"/>
              </a:xfrm>
              <a:prstGeom prst="rect">
                <a:avLst/>
              </a:prstGeom>
              <a:noFill/>
            </p:spPr>
            <p:txBody>
              <a:bodyPr wrap="square">
                <a:spAutoFit/>
              </a:bodyPr>
              <a:lstStyle/>
              <a:p>
                <a:pPr algn="ctr"/>
                <a:r>
                  <a:rPr lang="en-GB" dirty="0"/>
                  <a:t>Both Hannah and Abdi have used index laws to split up </a:t>
                </a:r>
                <a14:m>
                  <m:oMath xmlns:m="http://schemas.openxmlformats.org/officeDocument/2006/math">
                    <m:sSup>
                      <m:sSupPr>
                        <m:ctrlPr>
                          <a:rPr lang="en-GB" b="0" i="1" dirty="0" smtClean="0">
                            <a:latin typeface="Cambria Math" panose="02040503050406030204" pitchFamily="18" charset="0"/>
                          </a:rPr>
                        </m:ctrlPr>
                      </m:sSupPr>
                      <m:e>
                        <m:r>
                          <a:rPr lang="en-GB" b="0" i="1" dirty="0" smtClean="0">
                            <a:latin typeface="Cambria Math" panose="02040503050406030204" pitchFamily="18" charset="0"/>
                          </a:rPr>
                          <m:t>4</m:t>
                        </m:r>
                      </m:e>
                      <m:sup>
                        <m:r>
                          <a:rPr lang="en-GB" b="0" i="1" dirty="0" smtClean="0">
                            <a:latin typeface="Cambria Math" panose="02040503050406030204" pitchFamily="18" charset="0"/>
                          </a:rPr>
                          <m:t>−3</m:t>
                        </m:r>
                      </m:sup>
                    </m:sSup>
                  </m:oMath>
                </a14:m>
                <a:r>
                  <a:rPr lang="en-GB" dirty="0"/>
                  <a:t>.</a:t>
                </a:r>
              </a:p>
              <a:p>
                <a:pPr algn="ctr"/>
                <a:r>
                  <a:rPr lang="en-GB" dirty="0"/>
                  <a:t>However they have changed the order of the multiplication using commutativity.</a:t>
                </a:r>
              </a:p>
            </p:txBody>
          </p:sp>
        </mc:Choice>
        <mc:Fallback xmlns="">
          <p:sp>
            <p:nvSpPr>
              <p:cNvPr id="7" name="TextBox 6">
                <a:extLst>
                  <a:ext uri="{FF2B5EF4-FFF2-40B4-BE49-F238E27FC236}">
                    <a16:creationId xmlns:a16="http://schemas.microsoft.com/office/drawing/2014/main" id="{CB358761-E021-ED3B-5EF6-A40491A4E198}"/>
                  </a:ext>
                </a:extLst>
              </p:cNvPr>
              <p:cNvSpPr txBox="1">
                <a:spLocks noRot="1" noChangeAspect="1" noMove="1" noResize="1" noEditPoints="1" noAdjustHandles="1" noChangeArrowheads="1" noChangeShapeType="1" noTextEdit="1"/>
              </p:cNvSpPr>
              <p:nvPr/>
            </p:nvSpPr>
            <p:spPr>
              <a:xfrm>
                <a:off x="1385041" y="5085292"/>
                <a:ext cx="6373919" cy="923330"/>
              </a:xfrm>
              <a:prstGeom prst="rect">
                <a:avLst/>
              </a:prstGeom>
              <a:blipFill>
                <a:blip r:embed="rId26"/>
                <a:stretch>
                  <a:fillRect l="-287" t="-3947" r="-956" b="-8553"/>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54BECDD6-78D5-D5C0-3A9E-BB053BF76E4A}"/>
              </a:ext>
            </a:extLst>
          </p:cNvPr>
          <p:cNvSpPr/>
          <p:nvPr/>
        </p:nvSpPr>
        <p:spPr>
          <a:xfrm>
            <a:off x="1393790" y="5113620"/>
            <a:ext cx="6356420" cy="896378"/>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8134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2"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9" restart="whenNotActive" fill="hold" evtFilter="cancelBubble" nodeType="interactiveSeq">
                <p:stCondLst>
                  <p:cond evt="onClick" delay="0">
                    <p:tgtEl>
                      <p:spTgt spid="11"/>
                    </p:tgtEl>
                  </p:cond>
                </p:stCondLst>
                <p:endSync evt="end" delay="0">
                  <p:rtn val="all"/>
                </p:endSync>
                <p:childTnLst>
                  <p:par>
                    <p:cTn id="40" fill="hold">
                      <p:stCondLst>
                        <p:cond delay="0"/>
                      </p:stCondLst>
                      <p:childTnLst>
                        <p:par>
                          <p:cTn id="41" fill="hold">
                            <p:stCondLst>
                              <p:cond delay="0"/>
                            </p:stCondLst>
                            <p:childTnLst>
                              <p:par>
                                <p:cTn id="42" presetID="1" presetClass="exit"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hidden"/>
                                      </p:to>
                                    </p:set>
                                  </p:childTnLst>
                                </p:cTn>
                              </p:par>
                              <p:par>
                                <p:cTn id="44" presetID="1" presetClass="exit" presetSubtype="0" fill="hold" grpId="1" nodeType="withEffect">
                                  <p:stCondLst>
                                    <p:cond delay="0"/>
                                  </p:stCondLst>
                                  <p:childTnLst>
                                    <p:set>
                                      <p:cBhvr>
                                        <p:cTn id="45" dur="1" fill="hold">
                                          <p:stCondLst>
                                            <p:cond delay="0"/>
                                          </p:stCondLst>
                                        </p:cTn>
                                        <p:tgtEl>
                                          <p:spTgt spid="11"/>
                                        </p:tgtEl>
                                        <p:attrNameLst>
                                          <p:attrName>style.visibility</p:attrName>
                                        </p:attrNameLst>
                                      </p:cBhvr>
                                      <p:to>
                                        <p:strVal val="hidden"/>
                                      </p:to>
                                    </p:set>
                                  </p:childTnLst>
                                </p:cTn>
                              </p:par>
                              <p:par>
                                <p:cTn id="46" presetID="1" presetClass="entr" presetSubtype="0" fill="hold" grpId="0" nodeType="withEffect">
                                  <p:stCondLst>
                                    <p:cond delay="0"/>
                                  </p:stCondLst>
                                  <p:childTnLst>
                                    <p:set>
                                      <p:cBhvr>
                                        <p:cTn id="47" dur="1" fill="hold">
                                          <p:stCondLst>
                                            <p:cond delay="0"/>
                                          </p:stCondLst>
                                        </p:cTn>
                                        <p:tgtEl>
                                          <p:spTgt spid="40"/>
                                        </p:tgtEl>
                                        <p:attrNameLst>
                                          <p:attrName>style.visibility</p:attrName>
                                        </p:attrNameLst>
                                      </p:cBhvr>
                                      <p:to>
                                        <p:strVal val="visible"/>
                                      </p:to>
                                    </p:set>
                                  </p:childTnLst>
                                </p:cTn>
                              </p:par>
                            </p:childTnLst>
                          </p:cTn>
                        </p:par>
                      </p:childTnLst>
                    </p:cTn>
                  </p:par>
                </p:childTnLst>
              </p:cTn>
              <p:nextCondLst>
                <p:cond evt="onClick" delay="0">
                  <p:tgtEl>
                    <p:spTgt spid="11"/>
                  </p:tgtEl>
                </p:cond>
              </p:nextCondLst>
            </p:seq>
          </p:childTnLst>
        </p:cTn>
      </p:par>
    </p:tnLst>
    <p:bldLst>
      <p:bldP spid="30" grpId="0" animBg="1"/>
      <p:bldP spid="12" grpId="0"/>
      <p:bldP spid="22" grpId="0"/>
      <p:bldP spid="26" grpId="0"/>
      <p:bldP spid="29" grpId="0"/>
      <p:bldP spid="31" grpId="0"/>
      <p:bldP spid="34" grpId="0"/>
      <p:bldP spid="35" grpId="0"/>
      <p:bldP spid="37" grpId="0"/>
      <p:bldP spid="39" grpId="0" animBg="1"/>
      <p:bldP spid="40" grpId="0" animBg="1"/>
      <p:bldP spid="7" grpId="0"/>
      <p:bldP spid="11" grpId="0" animBg="1"/>
      <p:bldP spid="11" grpId="1" animBg="1"/>
      <p:bldP spid="11" grpId="2"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817F7DE8-829E-4908-1251-FC886EDA729F}"/>
                  </a:ext>
                </a:extLst>
              </p:cNvPr>
              <p:cNvSpPr txBox="1"/>
              <p:nvPr/>
            </p:nvSpPr>
            <p:spPr>
              <a:xfrm>
                <a:off x="6827750" y="4080831"/>
                <a:ext cx="2428499" cy="138582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−4</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r>
                                        <a:rPr lang="en-GB" sz="2000" b="0" i="1" smtClean="0">
                                          <a:latin typeface="Cambria Math" panose="02040503050406030204" pitchFamily="18" charset="0"/>
                                        </a:rPr>
                                        <m:t>−2</m:t>
                                      </m:r>
                                    </m:e>
                                  </m:d>
                                </m:e>
                                <m:sup>
                                  <m:r>
                                    <a:rPr lang="en-GB" sz="2000" b="0" i="1" smtClean="0">
                                      <a:latin typeface="Cambria Math" panose="02040503050406030204" pitchFamily="18" charset="0"/>
                                    </a:rPr>
                                    <m:t>4</m:t>
                                  </m:r>
                                </m:sup>
                              </m:sSup>
                            </m:e>
                          </m:d>
                        </m:e>
                        <m:sup>
                          <m:r>
                            <a:rPr lang="en-GB" sz="2000" b="0" i="1" smtClean="0">
                              <a:latin typeface="Cambria Math" panose="02040503050406030204" pitchFamily="18" charset="0"/>
                            </a:rPr>
                            <m:t>−1</m:t>
                          </m:r>
                        </m:sup>
                      </m:sSup>
                    </m:oMath>
                  </m:oMathPara>
                </a14:m>
                <a:endParaRPr lang="en-GB" sz="2000" b="0" i="1" dirty="0">
                  <a:latin typeface="Cambria Math" panose="02040503050406030204" pitchFamily="18" charset="0"/>
                </a:endParaRPr>
              </a:p>
              <a:p>
                <a:pPr algn="ctr"/>
                <a:r>
                  <a:rPr lang="en-GB" sz="2000" b="0" dirty="0"/>
                  <a:t>        </a:t>
                </a:r>
                <a14:m>
                  <m:oMath xmlns:m="http://schemas.openxmlformats.org/officeDocument/2006/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(16)</m:t>
                        </m:r>
                      </m:e>
                      <m:sup>
                        <m:r>
                          <a:rPr lang="en-GB" sz="2000" b="0" i="1" smtClean="0">
                            <a:latin typeface="Cambria Math" panose="02040503050406030204" pitchFamily="18" charset="0"/>
                          </a:rPr>
                          <m:t>−1</m:t>
                        </m:r>
                      </m:sup>
                    </m:sSup>
                  </m:oMath>
                </a14:m>
                <a:endParaRPr lang="en-GB" sz="2000" b="0" dirty="0"/>
              </a:p>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16</m:t>
                          </m:r>
                        </m:den>
                      </m:f>
                    </m:oMath>
                  </m:oMathPara>
                </a14:m>
                <a:endParaRPr lang="en-GB" sz="2000" dirty="0"/>
              </a:p>
            </p:txBody>
          </p:sp>
        </mc:Choice>
        <mc:Fallback xmlns="">
          <p:sp>
            <p:nvSpPr>
              <p:cNvPr id="57" name="TextBox 56">
                <a:extLst>
                  <a:ext uri="{FF2B5EF4-FFF2-40B4-BE49-F238E27FC236}">
                    <a16:creationId xmlns:a16="http://schemas.microsoft.com/office/drawing/2014/main" id="{817F7DE8-829E-4908-1251-FC886EDA729F}"/>
                  </a:ext>
                </a:extLst>
              </p:cNvPr>
              <p:cNvSpPr txBox="1">
                <a:spLocks noRot="1" noChangeAspect="1" noMove="1" noResize="1" noEditPoints="1" noAdjustHandles="1" noChangeArrowheads="1" noChangeShapeType="1" noTextEdit="1"/>
              </p:cNvSpPr>
              <p:nvPr/>
            </p:nvSpPr>
            <p:spPr>
              <a:xfrm>
                <a:off x="6827750" y="4080831"/>
                <a:ext cx="2428499" cy="1385829"/>
              </a:xfrm>
              <a:prstGeom prst="rect">
                <a:avLst/>
              </a:prstGeom>
              <a:blipFill>
                <a:blip r:embed="rId3"/>
                <a:stretch>
                  <a:fillRect/>
                </a:stretch>
              </a:blipFill>
            </p:spPr>
            <p:txBody>
              <a:bodyPr/>
              <a:lstStyle/>
              <a:p>
                <a:r>
                  <a:rPr lang="en-GB">
                    <a:noFill/>
                  </a:rPr>
                  <a:t> </a:t>
                </a:r>
              </a:p>
            </p:txBody>
          </p:sp>
        </mc:Fallback>
      </mc:AlternateContent>
      <p:cxnSp>
        <p:nvCxnSpPr>
          <p:cNvPr id="58" name="Straight Connector 57">
            <a:extLst>
              <a:ext uri="{FF2B5EF4-FFF2-40B4-BE49-F238E27FC236}">
                <a16:creationId xmlns:a16="http://schemas.microsoft.com/office/drawing/2014/main" id="{4A6F3FF1-3963-39CF-CE11-A56250D05951}"/>
              </a:ext>
            </a:extLst>
          </p:cNvPr>
          <p:cNvCxnSpPr>
            <a:cxnSpLocks/>
          </p:cNvCxnSpPr>
          <p:nvPr/>
        </p:nvCxnSpPr>
        <p:spPr>
          <a:xfrm>
            <a:off x="6857502" y="4116362"/>
            <a:ext cx="0" cy="1875779"/>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6CE2F82-72D2-A08F-C845-8165E651C1E1}"/>
                  </a:ext>
                </a:extLst>
              </p:cNvPr>
              <p:cNvSpPr txBox="1"/>
              <p:nvPr/>
            </p:nvSpPr>
            <p:spPr>
              <a:xfrm>
                <a:off x="4519774" y="4144900"/>
                <a:ext cx="2428499" cy="172938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−4</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−2)</m:t>
                                  </m:r>
                                </m:e>
                                <m:sup>
                                  <m:r>
                                    <a:rPr lang="en-GB" sz="2000" b="0" i="1" smtClean="0">
                                      <a:latin typeface="Cambria Math" panose="02040503050406030204" pitchFamily="18" charset="0"/>
                                    </a:rPr>
                                    <m:t>−1</m:t>
                                  </m:r>
                                </m:sup>
                              </m:sSup>
                            </m:e>
                          </m:d>
                        </m:e>
                        <m:sup>
                          <m:r>
                            <a:rPr lang="en-GB" sz="2000" b="0" i="1" smtClean="0">
                              <a:latin typeface="Cambria Math" panose="02040503050406030204" pitchFamily="18" charset="0"/>
                            </a:rPr>
                            <m:t>4</m:t>
                          </m:r>
                        </m:sup>
                      </m:sSup>
                    </m:oMath>
                  </m:oMathPara>
                </a14:m>
                <a:endParaRPr lang="en-GB" sz="2000"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r>
                                <a:rPr lang="en-GB" sz="2000" b="0" i="1"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2</m:t>
                                  </m:r>
                                </m:den>
                              </m:f>
                            </m:e>
                          </m:d>
                        </m:e>
                        <m:sup>
                          <m:r>
                            <a:rPr lang="en-GB" sz="2000" b="0" i="1" smtClean="0">
                              <a:latin typeface="Cambria Math" panose="02040503050406030204" pitchFamily="18" charset="0"/>
                            </a:rPr>
                            <m:t>4</m:t>
                          </m:r>
                        </m:sup>
                      </m:sSup>
                    </m:oMath>
                  </m:oMathPara>
                </a14:m>
                <a:endParaRPr lang="en-GB" sz="2000" b="0" dirty="0"/>
              </a:p>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16</m:t>
                          </m:r>
                        </m:den>
                      </m:f>
                    </m:oMath>
                  </m:oMathPara>
                </a14:m>
                <a:endParaRPr lang="en-GB" sz="2000" dirty="0"/>
              </a:p>
            </p:txBody>
          </p:sp>
        </mc:Choice>
        <mc:Fallback xmlns="">
          <p:sp>
            <p:nvSpPr>
              <p:cNvPr id="59" name="TextBox 58">
                <a:extLst>
                  <a:ext uri="{FF2B5EF4-FFF2-40B4-BE49-F238E27FC236}">
                    <a16:creationId xmlns:a16="http://schemas.microsoft.com/office/drawing/2014/main" id="{A6CE2F82-72D2-A08F-C845-8165E651C1E1}"/>
                  </a:ext>
                </a:extLst>
              </p:cNvPr>
              <p:cNvSpPr txBox="1">
                <a:spLocks noRot="1" noChangeAspect="1" noMove="1" noResize="1" noEditPoints="1" noAdjustHandles="1" noChangeArrowheads="1" noChangeShapeType="1" noTextEdit="1"/>
              </p:cNvSpPr>
              <p:nvPr/>
            </p:nvSpPr>
            <p:spPr>
              <a:xfrm>
                <a:off x="4519774" y="4144900"/>
                <a:ext cx="2428499" cy="1729384"/>
              </a:xfrm>
              <a:prstGeom prst="rect">
                <a:avLst/>
              </a:prstGeom>
              <a:blipFill>
                <a:blip r:embed="rId4"/>
                <a:stretch>
                  <a:fillRect l="-100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D46D645E-A953-0E1F-F507-2E3FCDD99FE6}"/>
                  </a:ext>
                </a:extLst>
              </p:cNvPr>
              <p:cNvSpPr txBox="1"/>
              <p:nvPr/>
            </p:nvSpPr>
            <p:spPr>
              <a:xfrm>
                <a:off x="6773669" y="1337780"/>
                <a:ext cx="2201667" cy="128605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5</m:t>
                          </m:r>
                        </m:e>
                        <m:sup>
                          <m:r>
                            <a:rPr lang="en-GB" sz="2000" b="0" i="1" smtClean="0">
                              <a:latin typeface="Cambria Math" panose="02040503050406030204" pitchFamily="18" charset="0"/>
                            </a:rPr>
                            <m:t>−3</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5</m:t>
                                  </m:r>
                                </m:e>
                                <m:sup>
                                  <m:r>
                                    <a:rPr lang="en-GB" sz="2000" b="0" i="1" smtClean="0">
                                      <a:latin typeface="Cambria Math" panose="02040503050406030204" pitchFamily="18" charset="0"/>
                                    </a:rPr>
                                    <m:t>3</m:t>
                                  </m:r>
                                </m:sup>
                              </m:sSup>
                            </m:e>
                          </m:d>
                        </m:e>
                        <m:sup>
                          <m:r>
                            <a:rPr lang="en-GB" sz="2000" b="0" i="1" smtClean="0">
                              <a:latin typeface="Cambria Math" panose="02040503050406030204" pitchFamily="18" charset="0"/>
                            </a:rPr>
                            <m:t>−1</m:t>
                          </m:r>
                        </m:sup>
                      </m:sSup>
                    </m:oMath>
                  </m:oMathPara>
                </a14:m>
                <a:endParaRPr lang="en-GB" sz="2000" b="0" i="1" dirty="0">
                  <a:latin typeface="Cambria Math" panose="02040503050406030204" pitchFamily="18" charset="0"/>
                </a:endParaRPr>
              </a:p>
              <a:p>
                <a:pPr algn="ctr"/>
                <a:r>
                  <a:rPr lang="en-GB" sz="2000" b="0" dirty="0"/>
                  <a:t>        </a:t>
                </a:r>
                <a14:m>
                  <m:oMath xmlns:m="http://schemas.openxmlformats.org/officeDocument/2006/math">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r>
                              <a:rPr lang="en-GB" sz="2000" b="0" i="1" smtClean="0">
                                <a:latin typeface="Cambria Math" panose="02040503050406030204" pitchFamily="18" charset="0"/>
                              </a:rPr>
                              <m:t>125</m:t>
                            </m:r>
                          </m:e>
                        </m:d>
                      </m:e>
                      <m:sup>
                        <m:r>
                          <a:rPr lang="en-GB" sz="2000" b="0" i="1" smtClean="0">
                            <a:latin typeface="Cambria Math" panose="02040503050406030204" pitchFamily="18" charset="0"/>
                          </a:rPr>
                          <m:t>−1</m:t>
                        </m:r>
                      </m:sup>
                    </m:sSup>
                  </m:oMath>
                </a14:m>
                <a:endParaRPr lang="en-GB" sz="2000" b="0" dirty="0"/>
              </a:p>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125</m:t>
                          </m:r>
                        </m:den>
                      </m:f>
                    </m:oMath>
                  </m:oMathPara>
                </a14:m>
                <a:endParaRPr lang="en-GB" sz="2000" dirty="0"/>
              </a:p>
            </p:txBody>
          </p:sp>
        </mc:Choice>
        <mc:Fallback xmlns="">
          <p:sp>
            <p:nvSpPr>
              <p:cNvPr id="50" name="TextBox 49">
                <a:extLst>
                  <a:ext uri="{FF2B5EF4-FFF2-40B4-BE49-F238E27FC236}">
                    <a16:creationId xmlns:a16="http://schemas.microsoft.com/office/drawing/2014/main" id="{D46D645E-A953-0E1F-F507-2E3FCDD99FE6}"/>
                  </a:ext>
                </a:extLst>
              </p:cNvPr>
              <p:cNvSpPr txBox="1">
                <a:spLocks noRot="1" noChangeAspect="1" noMove="1" noResize="1" noEditPoints="1" noAdjustHandles="1" noChangeArrowheads="1" noChangeShapeType="1" noTextEdit="1"/>
              </p:cNvSpPr>
              <p:nvPr/>
            </p:nvSpPr>
            <p:spPr>
              <a:xfrm>
                <a:off x="6773669" y="1337780"/>
                <a:ext cx="2201667" cy="1286058"/>
              </a:xfrm>
              <a:prstGeom prst="rect">
                <a:avLst/>
              </a:prstGeom>
              <a:blipFill>
                <a:blip r:embed="rId5"/>
                <a:stretch>
                  <a:fillRect/>
                </a:stretch>
              </a:blipFill>
            </p:spPr>
            <p:txBody>
              <a:bodyPr/>
              <a:lstStyle/>
              <a:p>
                <a:r>
                  <a:rPr lang="en-GB">
                    <a:noFill/>
                  </a:rPr>
                  <a:t> </a:t>
                </a:r>
              </a:p>
            </p:txBody>
          </p:sp>
        </mc:Fallback>
      </mc:AlternateContent>
      <p:cxnSp>
        <p:nvCxnSpPr>
          <p:cNvPr id="52" name="Straight Connector 51">
            <a:extLst>
              <a:ext uri="{FF2B5EF4-FFF2-40B4-BE49-F238E27FC236}">
                <a16:creationId xmlns:a16="http://schemas.microsoft.com/office/drawing/2014/main" id="{52ACD7B9-F7EF-C373-138B-91CE590A5662}"/>
              </a:ext>
            </a:extLst>
          </p:cNvPr>
          <p:cNvCxnSpPr>
            <a:cxnSpLocks/>
          </p:cNvCxnSpPr>
          <p:nvPr/>
        </p:nvCxnSpPr>
        <p:spPr>
          <a:xfrm>
            <a:off x="6857502" y="1291759"/>
            <a:ext cx="0" cy="1875779"/>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3F6030B-2760-6D52-C633-568670EF2999}"/>
                  </a:ext>
                </a:extLst>
              </p:cNvPr>
              <p:cNvSpPr txBox="1"/>
              <p:nvPr/>
            </p:nvSpPr>
            <p:spPr>
              <a:xfrm>
                <a:off x="168555" y="764704"/>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7</m:t>
                        </m:r>
                      </m:e>
                      <m:sup>
                        <m:r>
                          <a:rPr lang="en-GB" b="0" i="1" smtClean="0">
                            <a:latin typeface="Cambria Math" panose="02040503050406030204" pitchFamily="18" charset="0"/>
                          </a:rPr>
                          <m:t>−2</m:t>
                        </m:r>
                      </m:sup>
                    </m:sSup>
                  </m:oMath>
                </a14:m>
                <a:endParaRPr lang="en-GB" dirty="0"/>
              </a:p>
            </p:txBody>
          </p:sp>
        </mc:Choice>
        <mc:Fallback xmlns="">
          <p:sp>
            <p:nvSpPr>
              <p:cNvPr id="5" name="TextBox 4">
                <a:extLst>
                  <a:ext uri="{FF2B5EF4-FFF2-40B4-BE49-F238E27FC236}">
                    <a16:creationId xmlns:a16="http://schemas.microsoft.com/office/drawing/2014/main" id="{93F6030B-2760-6D52-C633-568670EF2999}"/>
                  </a:ext>
                </a:extLst>
              </p:cNvPr>
              <p:cNvSpPr txBox="1">
                <a:spLocks noRot="1" noChangeAspect="1" noMove="1" noResize="1" noEditPoints="1" noAdjustHandles="1" noChangeArrowheads="1" noChangeShapeType="1" noTextEdit="1"/>
              </p:cNvSpPr>
              <p:nvPr/>
            </p:nvSpPr>
            <p:spPr>
              <a:xfrm>
                <a:off x="168555" y="764704"/>
                <a:ext cx="4235885" cy="400110"/>
              </a:xfrm>
              <a:prstGeom prst="rect">
                <a:avLst/>
              </a:prstGeom>
              <a:blipFill>
                <a:blip r:embed="rId6"/>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F74972-33D3-824C-9A5D-F069BB466D01}"/>
                  </a:ext>
                </a:extLst>
              </p:cNvPr>
              <p:cNvSpPr txBox="1"/>
              <p:nvPr/>
            </p:nvSpPr>
            <p:spPr>
              <a:xfrm>
                <a:off x="168555" y="4050367"/>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−3</m:t>
                        </m:r>
                      </m:sup>
                    </m:sSup>
                  </m:oMath>
                </a14:m>
                <a:endParaRPr lang="en-GB" dirty="0"/>
              </a:p>
            </p:txBody>
          </p:sp>
        </mc:Choice>
        <mc:Fallback xmlns="">
          <p:sp>
            <p:nvSpPr>
              <p:cNvPr id="6" name="TextBox 5">
                <a:extLst>
                  <a:ext uri="{FF2B5EF4-FFF2-40B4-BE49-F238E27FC236}">
                    <a16:creationId xmlns:a16="http://schemas.microsoft.com/office/drawing/2014/main" id="{8BF74972-33D3-824C-9A5D-F069BB466D01}"/>
                  </a:ext>
                </a:extLst>
              </p:cNvPr>
              <p:cNvSpPr txBox="1">
                <a:spLocks noRot="1" noChangeAspect="1" noMove="1" noResize="1" noEditPoints="1" noAdjustHandles="1" noChangeArrowheads="1" noChangeShapeType="1" noTextEdit="1"/>
              </p:cNvSpPr>
              <p:nvPr/>
            </p:nvSpPr>
            <p:spPr>
              <a:xfrm>
                <a:off x="168555" y="4050367"/>
                <a:ext cx="4235885" cy="400110"/>
              </a:xfrm>
              <a:prstGeom prst="rect">
                <a:avLst/>
              </a:prstGeom>
              <a:blipFill>
                <a:blip r:embed="rId7"/>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31BE73-A17D-6342-7E21-8392765374B4}"/>
                  </a:ext>
                </a:extLst>
              </p:cNvPr>
              <p:cNvSpPr txBox="1"/>
              <p:nvPr/>
            </p:nvSpPr>
            <p:spPr>
              <a:xfrm>
                <a:off x="4739560" y="764704"/>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−3</m:t>
                        </m:r>
                      </m:sup>
                    </m:sSup>
                  </m:oMath>
                </a14:m>
                <a:endParaRPr lang="en-GB" dirty="0"/>
              </a:p>
            </p:txBody>
          </p:sp>
        </mc:Choice>
        <mc:Fallback xmlns="">
          <p:sp>
            <p:nvSpPr>
              <p:cNvPr id="9" name="TextBox 8">
                <a:extLst>
                  <a:ext uri="{FF2B5EF4-FFF2-40B4-BE49-F238E27FC236}">
                    <a16:creationId xmlns:a16="http://schemas.microsoft.com/office/drawing/2014/main" id="{7E31BE73-A17D-6342-7E21-8392765374B4}"/>
                  </a:ext>
                </a:extLst>
              </p:cNvPr>
              <p:cNvSpPr txBox="1">
                <a:spLocks noRot="1" noChangeAspect="1" noMove="1" noResize="1" noEditPoints="1" noAdjustHandles="1" noChangeArrowheads="1" noChangeShapeType="1" noTextEdit="1"/>
              </p:cNvSpPr>
              <p:nvPr/>
            </p:nvSpPr>
            <p:spPr>
              <a:xfrm>
                <a:off x="4739560" y="764704"/>
                <a:ext cx="4235885" cy="400110"/>
              </a:xfrm>
              <a:prstGeom prst="rect">
                <a:avLst/>
              </a:prstGeom>
              <a:blipFill>
                <a:blip r:embed="rId8"/>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C95972-BB80-91D7-22F0-0B94471FE87E}"/>
                  </a:ext>
                </a:extLst>
              </p:cNvPr>
              <p:cNvSpPr txBox="1"/>
              <p:nvPr/>
            </p:nvSpPr>
            <p:spPr>
              <a:xfrm>
                <a:off x="4739560" y="3510036"/>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−4</m:t>
                        </m:r>
                      </m:sup>
                    </m:sSup>
                  </m:oMath>
                </a14:m>
                <a:endParaRPr lang="en-GB" dirty="0"/>
              </a:p>
            </p:txBody>
          </p:sp>
        </mc:Choice>
        <mc:Fallback xmlns="">
          <p:sp>
            <p:nvSpPr>
              <p:cNvPr id="10" name="TextBox 9">
                <a:extLst>
                  <a:ext uri="{FF2B5EF4-FFF2-40B4-BE49-F238E27FC236}">
                    <a16:creationId xmlns:a16="http://schemas.microsoft.com/office/drawing/2014/main" id="{08C95972-BB80-91D7-22F0-0B94471FE87E}"/>
                  </a:ext>
                </a:extLst>
              </p:cNvPr>
              <p:cNvSpPr txBox="1">
                <a:spLocks noRot="1" noChangeAspect="1" noMove="1" noResize="1" noEditPoints="1" noAdjustHandles="1" noChangeArrowheads="1" noChangeShapeType="1" noTextEdit="1"/>
              </p:cNvSpPr>
              <p:nvPr/>
            </p:nvSpPr>
            <p:spPr>
              <a:xfrm>
                <a:off x="4739560" y="3510036"/>
                <a:ext cx="4235885" cy="400110"/>
              </a:xfrm>
              <a:prstGeom prst="rect">
                <a:avLst/>
              </a:prstGeom>
              <a:blipFill>
                <a:blip r:embed="rId9"/>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8D28FB3-DEE8-B361-1C09-2A350A7A196A}"/>
                  </a:ext>
                </a:extLst>
              </p:cNvPr>
              <p:cNvSpPr txBox="1"/>
              <p:nvPr/>
            </p:nvSpPr>
            <p:spPr>
              <a:xfrm>
                <a:off x="168554" y="1321761"/>
                <a:ext cx="2201667" cy="707886"/>
              </a:xfrm>
              <a:prstGeom prst="rect">
                <a:avLst/>
              </a:prstGeom>
              <a:noFill/>
            </p:spPr>
            <p:txBody>
              <a:bodyPr wrap="square" rtlCol="0">
                <a:spAutoFit/>
              </a:bodyPr>
              <a:lstStyle/>
              <a:p>
                <a:pPr algn="ctr"/>
                <a14:m>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7</m:t>
                        </m:r>
                      </m:e>
                      <m:sup>
                        <m:r>
                          <a:rPr lang="en-GB" sz="2000" b="0" i="1" smtClean="0">
                            <a:latin typeface="Cambria Math" panose="02040503050406030204" pitchFamily="18" charset="0"/>
                          </a:rPr>
                          <m:t>−2</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7</m:t>
                                </m:r>
                              </m:e>
                              <m:sup>
                                <m:r>
                                  <a:rPr lang="en-GB" sz="2000" b="0" i="1" smtClean="0">
                                    <a:latin typeface="Cambria Math" panose="02040503050406030204" pitchFamily="18" charset="0"/>
                                  </a:rPr>
                                  <m:t>−1</m:t>
                                </m:r>
                              </m:sup>
                            </m:sSup>
                          </m:e>
                        </m:d>
                      </m:e>
                      <m:sup>
                        <m:r>
                          <a:rPr lang="en-GB" sz="2000" b="0" i="1" smtClean="0">
                            <a:latin typeface="Cambria Math" panose="02040503050406030204" pitchFamily="18" charset="0"/>
                          </a:rPr>
                          <m:t>2</m:t>
                        </m:r>
                      </m:sup>
                    </m:sSup>
                  </m:oMath>
                </a14:m>
                <a:r>
                  <a:rPr lang="en-GB" sz="2000" b="0" i="1" dirty="0">
                    <a:latin typeface="Cambria Math" panose="02040503050406030204" pitchFamily="18" charset="0"/>
                  </a:rPr>
                  <a:t> </a:t>
                </a:r>
              </a:p>
              <a:p>
                <a:pPr algn="ctr"/>
                <a:endParaRPr lang="en-GB" sz="2000" dirty="0"/>
              </a:p>
            </p:txBody>
          </p:sp>
        </mc:Choice>
        <mc:Fallback xmlns="">
          <p:sp>
            <p:nvSpPr>
              <p:cNvPr id="11" name="TextBox 10">
                <a:extLst>
                  <a:ext uri="{FF2B5EF4-FFF2-40B4-BE49-F238E27FC236}">
                    <a16:creationId xmlns:a16="http://schemas.microsoft.com/office/drawing/2014/main" id="{88D28FB3-DEE8-B361-1C09-2A350A7A196A}"/>
                  </a:ext>
                </a:extLst>
              </p:cNvPr>
              <p:cNvSpPr txBox="1">
                <a:spLocks noRot="1" noChangeAspect="1" noMove="1" noResize="1" noEditPoints="1" noAdjustHandles="1" noChangeArrowheads="1" noChangeShapeType="1" noTextEdit="1"/>
              </p:cNvSpPr>
              <p:nvPr/>
            </p:nvSpPr>
            <p:spPr>
              <a:xfrm>
                <a:off x="168554" y="1321761"/>
                <a:ext cx="2201667" cy="707886"/>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C7098DB-7951-5C0E-F4CE-CE619110CA3C}"/>
                  </a:ext>
                </a:extLst>
              </p:cNvPr>
              <p:cNvSpPr txBox="1"/>
              <p:nvPr/>
            </p:nvSpPr>
            <p:spPr>
              <a:xfrm>
                <a:off x="2610576" y="1321761"/>
                <a:ext cx="1793863"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Split the power into </a:t>
                </a:r>
                <a14:m>
                  <m:oMath xmlns:m="http://schemas.openxmlformats.org/officeDocument/2006/math">
                    <m:r>
                      <a:rPr lang="en-GB" sz="1600" b="0" i="1" smtClean="0">
                        <a:latin typeface="Cambria Math" panose="02040503050406030204" pitchFamily="18" charset="0"/>
                      </a:rPr>
                      <m:t>−1×2</m:t>
                    </m:r>
                  </m:oMath>
                </a14:m>
                <a:endParaRPr lang="en-GB" sz="1600" dirty="0"/>
              </a:p>
            </p:txBody>
          </p:sp>
        </mc:Choice>
        <mc:Fallback xmlns="">
          <p:sp>
            <p:nvSpPr>
              <p:cNvPr id="17" name="TextBox 16">
                <a:extLst>
                  <a:ext uri="{FF2B5EF4-FFF2-40B4-BE49-F238E27FC236}">
                    <a16:creationId xmlns:a16="http://schemas.microsoft.com/office/drawing/2014/main" id="{6C7098DB-7951-5C0E-F4CE-CE619110CA3C}"/>
                  </a:ext>
                </a:extLst>
              </p:cNvPr>
              <p:cNvSpPr txBox="1">
                <a:spLocks noRot="1" noChangeAspect="1" noMove="1" noResize="1" noEditPoints="1" noAdjustHandles="1" noChangeArrowheads="1" noChangeShapeType="1" noTextEdit="1"/>
              </p:cNvSpPr>
              <p:nvPr/>
            </p:nvSpPr>
            <p:spPr>
              <a:xfrm>
                <a:off x="2610576" y="1321761"/>
                <a:ext cx="1793863" cy="584775"/>
              </a:xfrm>
              <a:prstGeom prst="rect">
                <a:avLst/>
              </a:prstGeom>
              <a:blipFill>
                <a:blip r:embed="rId11"/>
                <a:stretch>
                  <a:fillRect t="-2000" b="-9000"/>
                </a:stretch>
              </a:blipFill>
            </p:spPr>
            <p:txBody>
              <a:bodyPr/>
              <a:lstStyle/>
              <a:p>
                <a:r>
                  <a:rPr lang="en-GB">
                    <a:noFill/>
                  </a:rPr>
                  <a:t> </a:t>
                </a:r>
              </a:p>
            </p:txBody>
          </p:sp>
        </mc:Fallback>
      </mc:AlternateContent>
      <p:cxnSp>
        <p:nvCxnSpPr>
          <p:cNvPr id="18" name="Straight Arrow Connector 17">
            <a:extLst>
              <a:ext uri="{FF2B5EF4-FFF2-40B4-BE49-F238E27FC236}">
                <a16:creationId xmlns:a16="http://schemas.microsoft.com/office/drawing/2014/main" id="{7BEA025B-C68B-6DB8-220B-64E3265A1834}"/>
              </a:ext>
            </a:extLst>
          </p:cNvPr>
          <p:cNvCxnSpPr>
            <a:cxnSpLocks/>
            <a:stCxn id="17" idx="1"/>
          </p:cNvCxnSpPr>
          <p:nvPr/>
        </p:nvCxnSpPr>
        <p:spPr>
          <a:xfrm flipH="1" flipV="1">
            <a:off x="2109355" y="1466559"/>
            <a:ext cx="501221" cy="1475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6BA08AB-24D4-2FDE-C928-63153BE4D1C6}"/>
                  </a:ext>
                </a:extLst>
              </p:cNvPr>
              <p:cNvSpPr txBox="1"/>
              <p:nvPr/>
            </p:nvSpPr>
            <p:spPr>
              <a:xfrm>
                <a:off x="168554" y="4685231"/>
                <a:ext cx="2201667" cy="58477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(−3)</m:t>
                          </m:r>
                        </m:e>
                        <m:sup>
                          <m:r>
                            <a:rPr lang="en-GB" sz="2000" b="0" i="1" smtClean="0">
                              <a:latin typeface="Cambria Math" panose="02040503050406030204" pitchFamily="18" charset="0"/>
                            </a:rPr>
                            <m:t>−3</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3</m:t>
                                  </m:r>
                                </m:e>
                                <m:sup>
                                  <m:r>
                                    <a:rPr lang="en-GB" sz="2000" b="0" i="1" smtClean="0">
                                      <a:latin typeface="Cambria Math" panose="02040503050406030204" pitchFamily="18" charset="0"/>
                                    </a:rPr>
                                    <m:t>3</m:t>
                                  </m:r>
                                </m:sup>
                              </m:sSup>
                            </m:e>
                          </m:d>
                        </m:e>
                        <m:sup>
                          <m:r>
                            <a:rPr lang="en-GB" sz="2000" b="0" i="1" smtClean="0">
                              <a:latin typeface="Cambria Math" panose="02040503050406030204" pitchFamily="18" charset="0"/>
                            </a:rPr>
                            <m:t>−1</m:t>
                          </m:r>
                        </m:sup>
                      </m:sSup>
                    </m:oMath>
                  </m:oMathPara>
                </a14:m>
                <a:endParaRPr lang="en-GB" sz="2000" b="0" i="1" dirty="0">
                  <a:latin typeface="Cambria Math" panose="02040503050406030204" pitchFamily="18" charset="0"/>
                </a:endParaRPr>
              </a:p>
              <a:p>
                <a:pPr algn="ctr"/>
                <a:endParaRPr lang="en-GB" sz="1200" b="0" i="1" dirty="0">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D6BA08AB-24D4-2FDE-C928-63153BE4D1C6}"/>
                  </a:ext>
                </a:extLst>
              </p:cNvPr>
              <p:cNvSpPr txBox="1">
                <a:spLocks noRot="1" noChangeAspect="1" noMove="1" noResize="1" noEditPoints="1" noAdjustHandles="1" noChangeArrowheads="1" noChangeShapeType="1" noTextEdit="1"/>
              </p:cNvSpPr>
              <p:nvPr/>
            </p:nvSpPr>
            <p:spPr>
              <a:xfrm>
                <a:off x="168554" y="4685231"/>
                <a:ext cx="2201667" cy="584775"/>
              </a:xfrm>
              <a:prstGeom prst="rect">
                <a:avLst/>
              </a:prstGeom>
              <a:blipFill>
                <a:blip r:embed="rId12"/>
                <a:stretch>
                  <a:fillRect l="-277"/>
                </a:stretch>
              </a:blipFill>
            </p:spPr>
            <p:txBody>
              <a:bodyPr/>
              <a:lstStyle/>
              <a:p>
                <a:r>
                  <a:rPr lang="en-GB">
                    <a:noFill/>
                  </a:rPr>
                  <a:t> </a:t>
                </a:r>
              </a:p>
            </p:txBody>
          </p:sp>
        </mc:Fallback>
      </mc:AlternateContent>
      <p:sp>
        <p:nvSpPr>
          <p:cNvPr id="25" name="TextBox 24">
            <a:extLst>
              <a:ext uri="{FF2B5EF4-FFF2-40B4-BE49-F238E27FC236}">
                <a16:creationId xmlns:a16="http://schemas.microsoft.com/office/drawing/2014/main" id="{9E2E61AC-28BB-AA58-5060-4C7B2AC1EF14}"/>
              </a:ext>
            </a:extLst>
          </p:cNvPr>
          <p:cNvSpPr txBox="1"/>
          <p:nvPr/>
        </p:nvSpPr>
        <p:spPr>
          <a:xfrm>
            <a:off x="2591264" y="5468382"/>
            <a:ext cx="1888593" cy="107721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Apply the positive power and </a:t>
            </a:r>
            <a:br>
              <a:rPr lang="en-GB" sz="1600" dirty="0"/>
            </a:br>
            <a:r>
              <a:rPr lang="en-GB" sz="1600" dirty="0"/>
              <a:t>then find the reciprocal</a:t>
            </a:r>
          </a:p>
        </p:txBody>
      </p:sp>
      <p:cxnSp>
        <p:nvCxnSpPr>
          <p:cNvPr id="26" name="Straight Arrow Connector 25">
            <a:extLst>
              <a:ext uri="{FF2B5EF4-FFF2-40B4-BE49-F238E27FC236}">
                <a16:creationId xmlns:a16="http://schemas.microsoft.com/office/drawing/2014/main" id="{3F9CB0CA-7E4C-0F30-8D6E-DE0B1A7B392B}"/>
              </a:ext>
            </a:extLst>
          </p:cNvPr>
          <p:cNvCxnSpPr>
            <a:cxnSpLocks/>
            <a:stCxn id="25" idx="1"/>
          </p:cNvCxnSpPr>
          <p:nvPr/>
        </p:nvCxnSpPr>
        <p:spPr>
          <a:xfrm flipH="1" flipV="1">
            <a:off x="1964460" y="5632738"/>
            <a:ext cx="626804" cy="3742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F85B667-45E5-29E2-4916-1303C3697EEA}"/>
                  </a:ext>
                </a:extLst>
              </p:cNvPr>
              <p:cNvSpPr txBox="1"/>
              <p:nvPr/>
            </p:nvSpPr>
            <p:spPr>
              <a:xfrm>
                <a:off x="2621257" y="4672927"/>
                <a:ext cx="1888593"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Split the power into </a:t>
                </a:r>
                <a14:m>
                  <m:oMath xmlns:m="http://schemas.openxmlformats.org/officeDocument/2006/math">
                    <m:r>
                      <a:rPr lang="en-GB" sz="1600" b="0" i="0" smtClean="0">
                        <a:latin typeface="Cambria Math" panose="02040503050406030204" pitchFamily="18" charset="0"/>
                      </a:rPr>
                      <m:t>3</m:t>
                    </m:r>
                    <m:r>
                      <a:rPr lang="en-GB" sz="1600" b="0" i="1" smtClean="0">
                        <a:latin typeface="Cambria Math" panose="02040503050406030204" pitchFamily="18" charset="0"/>
                      </a:rPr>
                      <m:t>×</m:t>
                    </m:r>
                    <m:r>
                      <a:rPr lang="en-GB" sz="1600" i="1">
                        <a:latin typeface="Cambria Math" panose="02040503050406030204" pitchFamily="18" charset="0"/>
                      </a:rPr>
                      <m:t>−1</m:t>
                    </m:r>
                  </m:oMath>
                </a14:m>
                <a:endParaRPr lang="en-GB" sz="1600" dirty="0"/>
              </a:p>
            </p:txBody>
          </p:sp>
        </mc:Choice>
        <mc:Fallback xmlns="">
          <p:sp>
            <p:nvSpPr>
              <p:cNvPr id="27" name="TextBox 26">
                <a:extLst>
                  <a:ext uri="{FF2B5EF4-FFF2-40B4-BE49-F238E27FC236}">
                    <a16:creationId xmlns:a16="http://schemas.microsoft.com/office/drawing/2014/main" id="{3F85B667-45E5-29E2-4916-1303C3697EEA}"/>
                  </a:ext>
                </a:extLst>
              </p:cNvPr>
              <p:cNvSpPr txBox="1">
                <a:spLocks noRot="1" noChangeAspect="1" noMove="1" noResize="1" noEditPoints="1" noAdjustHandles="1" noChangeArrowheads="1" noChangeShapeType="1" noTextEdit="1"/>
              </p:cNvSpPr>
              <p:nvPr/>
            </p:nvSpPr>
            <p:spPr>
              <a:xfrm>
                <a:off x="2621257" y="4672927"/>
                <a:ext cx="1888593" cy="584775"/>
              </a:xfrm>
              <a:prstGeom prst="rect">
                <a:avLst/>
              </a:prstGeom>
              <a:blipFill>
                <a:blip r:embed="rId13"/>
                <a:stretch>
                  <a:fillRect t="-2020" b="-10101"/>
                </a:stretch>
              </a:blipFill>
            </p:spPr>
            <p:txBody>
              <a:bodyPr/>
              <a:lstStyle/>
              <a:p>
                <a:r>
                  <a:rPr lang="en-GB">
                    <a:noFill/>
                  </a:rPr>
                  <a:t> </a:t>
                </a:r>
              </a:p>
            </p:txBody>
          </p:sp>
        </mc:Fallback>
      </mc:AlternateContent>
      <p:cxnSp>
        <p:nvCxnSpPr>
          <p:cNvPr id="28" name="Straight Arrow Connector 27">
            <a:extLst>
              <a:ext uri="{FF2B5EF4-FFF2-40B4-BE49-F238E27FC236}">
                <a16:creationId xmlns:a16="http://schemas.microsoft.com/office/drawing/2014/main" id="{78022125-3FA0-E0CD-DA4B-690CC547AA1C}"/>
              </a:ext>
            </a:extLst>
          </p:cNvPr>
          <p:cNvCxnSpPr>
            <a:cxnSpLocks/>
            <a:stCxn id="27" idx="1"/>
          </p:cNvCxnSpPr>
          <p:nvPr/>
        </p:nvCxnSpPr>
        <p:spPr>
          <a:xfrm flipH="1" flipV="1">
            <a:off x="2212375" y="4844466"/>
            <a:ext cx="408882" cy="1208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AB50492-A444-4CD8-A5D8-F3A02418ECB3}"/>
                  </a:ext>
                </a:extLst>
              </p:cNvPr>
              <p:cNvSpPr txBox="1"/>
              <p:nvPr/>
            </p:nvSpPr>
            <p:spPr>
              <a:xfrm>
                <a:off x="4551377" y="1321761"/>
                <a:ext cx="2201667" cy="173066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5</m:t>
                          </m:r>
                        </m:e>
                        <m:sup>
                          <m:r>
                            <a:rPr lang="en-GB" sz="2000" b="0" i="1" smtClean="0">
                              <a:latin typeface="Cambria Math" panose="02040503050406030204" pitchFamily="18" charset="0"/>
                            </a:rPr>
                            <m:t>−3</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r>
                                    <a:rPr lang="en-GB" sz="2000" b="0" i="1" smtClean="0">
                                      <a:latin typeface="Cambria Math" panose="02040503050406030204" pitchFamily="18" charset="0"/>
                                    </a:rPr>
                                    <m:t>5</m:t>
                                  </m:r>
                                </m:e>
                                <m:sup>
                                  <m:r>
                                    <a:rPr lang="en-GB" sz="2000" b="0" i="1" smtClean="0">
                                      <a:latin typeface="Cambria Math" panose="02040503050406030204" pitchFamily="18" charset="0"/>
                                    </a:rPr>
                                    <m:t>−1</m:t>
                                  </m:r>
                                </m:sup>
                              </m:sSup>
                            </m:e>
                          </m:d>
                        </m:e>
                        <m:sup>
                          <m:r>
                            <a:rPr lang="en-GB" sz="2000" b="0" i="1" smtClean="0">
                              <a:latin typeface="Cambria Math" panose="02040503050406030204" pitchFamily="18" charset="0"/>
                            </a:rPr>
                            <m:t>3</m:t>
                          </m:r>
                        </m:sup>
                      </m:sSup>
                    </m:oMath>
                  </m:oMathPara>
                </a14:m>
                <a:endParaRPr lang="en-GB" sz="2000"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5</m:t>
                                  </m:r>
                                </m:den>
                              </m:f>
                            </m:e>
                          </m:d>
                        </m:e>
                        <m:sup>
                          <m:r>
                            <a:rPr lang="en-GB" sz="2000" b="0" i="1" smtClean="0">
                              <a:latin typeface="Cambria Math" panose="02040503050406030204" pitchFamily="18" charset="0"/>
                            </a:rPr>
                            <m:t>3</m:t>
                          </m:r>
                        </m:sup>
                      </m:sSup>
                    </m:oMath>
                  </m:oMathPara>
                </a14:m>
                <a:endParaRPr lang="en-GB" sz="2000" b="0" dirty="0"/>
              </a:p>
              <a:p>
                <a:pPr algn="ctr"/>
                <a14:m>
                  <m:oMathPara xmlns:m="http://schemas.openxmlformats.org/officeDocument/2006/math">
                    <m:oMathParaPr>
                      <m:jc m:val="centerGroup"/>
                    </m:oMathParaPr>
                    <m:oMath xmlns:m="http://schemas.openxmlformats.org/officeDocument/2006/math">
                      <m:r>
                        <a:rPr lang="en-GB" sz="2000" b="0" i="1" smtClean="0">
                          <a:latin typeface="Cambria Math" panose="02040503050406030204" pitchFamily="18" charset="0"/>
                        </a:rPr>
                        <m:t>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m:t>
                          </m:r>
                        </m:num>
                        <m:den>
                          <m:r>
                            <a:rPr lang="en-GB" sz="2000" b="0" i="1" smtClean="0">
                              <a:latin typeface="Cambria Math" panose="02040503050406030204" pitchFamily="18" charset="0"/>
                            </a:rPr>
                            <m:t>125</m:t>
                          </m:r>
                        </m:den>
                      </m:f>
                    </m:oMath>
                  </m:oMathPara>
                </a14:m>
                <a:endParaRPr lang="en-GB" sz="2000" dirty="0"/>
              </a:p>
            </p:txBody>
          </p:sp>
        </mc:Choice>
        <mc:Fallback xmlns="">
          <p:sp>
            <p:nvSpPr>
              <p:cNvPr id="37" name="TextBox 36">
                <a:extLst>
                  <a:ext uri="{FF2B5EF4-FFF2-40B4-BE49-F238E27FC236}">
                    <a16:creationId xmlns:a16="http://schemas.microsoft.com/office/drawing/2014/main" id="{9AB50492-A444-4CD8-A5D8-F3A02418ECB3}"/>
                  </a:ext>
                </a:extLst>
              </p:cNvPr>
              <p:cNvSpPr txBox="1">
                <a:spLocks noRot="1" noChangeAspect="1" noMove="1" noResize="1" noEditPoints="1" noAdjustHandles="1" noChangeArrowheads="1" noChangeShapeType="1" noTextEdit="1"/>
              </p:cNvSpPr>
              <p:nvPr/>
            </p:nvSpPr>
            <p:spPr>
              <a:xfrm>
                <a:off x="4551377" y="1321761"/>
                <a:ext cx="2201667" cy="1730667"/>
              </a:xfrm>
              <a:prstGeom prst="rect">
                <a:avLst/>
              </a:prstGeom>
              <a:blipFill>
                <a:blip r:embed="rId14"/>
                <a:stretch>
                  <a:fillRect/>
                </a:stretch>
              </a:blipFill>
            </p:spPr>
            <p:txBody>
              <a:bodyPr/>
              <a:lstStyle/>
              <a:p>
                <a:r>
                  <a:rPr lang="en-GB">
                    <a:noFill/>
                  </a:rPr>
                  <a:t> </a:t>
                </a:r>
              </a:p>
            </p:txBody>
          </p:sp>
        </mc:Fallback>
      </mc:AlternateContent>
      <p:sp>
        <p:nvSpPr>
          <p:cNvPr id="39" name="Rectangle 38">
            <a:extLst>
              <a:ext uri="{FF2B5EF4-FFF2-40B4-BE49-F238E27FC236}">
                <a16:creationId xmlns:a16="http://schemas.microsoft.com/office/drawing/2014/main" id="{B6C326DF-6089-3BA9-6566-2E0C0C43C6C3}"/>
              </a:ext>
            </a:extLst>
          </p:cNvPr>
          <p:cNvSpPr/>
          <p:nvPr/>
        </p:nvSpPr>
        <p:spPr>
          <a:xfrm>
            <a:off x="4644795" y="1266970"/>
            <a:ext cx="4453032" cy="1993853"/>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00E04497-1D7B-668A-EDD8-D43154ABD0C4}"/>
              </a:ext>
            </a:extLst>
          </p:cNvPr>
          <p:cNvSpPr/>
          <p:nvPr/>
        </p:nvSpPr>
        <p:spPr>
          <a:xfrm>
            <a:off x="4629674" y="4002451"/>
            <a:ext cx="4468152" cy="200281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D0D62A-59BA-A009-242C-AE143DCF11C8}"/>
                  </a:ext>
                </a:extLst>
              </p:cNvPr>
              <p:cNvSpPr txBox="1"/>
              <p:nvPr/>
            </p:nvSpPr>
            <p:spPr>
              <a:xfrm>
                <a:off x="488374" y="1721051"/>
                <a:ext cx="1881400" cy="95404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sSup>
                        <m:sSupPr>
                          <m:ctrlPr>
                            <a:rPr lang="en-GB" sz="1800" b="0" i="1" smtClean="0">
                              <a:latin typeface="Cambria Math" panose="02040503050406030204" pitchFamily="18" charset="0"/>
                            </a:rPr>
                          </m:ctrlPr>
                        </m:sSupPr>
                        <m:e>
                          <m:d>
                            <m:dPr>
                              <m:ctrlPr>
                                <a:rPr lang="en-GB" sz="1800" b="0" i="1" smtClean="0">
                                  <a:latin typeface="Cambria Math" panose="02040503050406030204" pitchFamily="18" charset="0"/>
                                </a:rPr>
                              </m:ctrlPr>
                            </m:dPr>
                            <m:e>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1</m:t>
                                  </m:r>
                                </m:num>
                                <m:den>
                                  <m:r>
                                    <a:rPr lang="en-GB" sz="1800" b="0" i="1" smtClean="0">
                                      <a:latin typeface="Cambria Math" panose="02040503050406030204" pitchFamily="18" charset="0"/>
                                    </a:rPr>
                                    <m:t>7</m:t>
                                  </m:r>
                                </m:den>
                              </m:f>
                            </m:e>
                          </m:d>
                        </m:e>
                        <m:sup>
                          <m:r>
                            <a:rPr lang="en-GB" sz="1800" b="0" i="1" smtClean="0">
                              <a:latin typeface="Cambria Math" panose="02040503050406030204" pitchFamily="18" charset="0"/>
                            </a:rPr>
                            <m:t>2</m:t>
                          </m:r>
                        </m:sup>
                      </m:sSup>
                    </m:oMath>
                  </m:oMathPara>
                </a14:m>
                <a:endParaRPr lang="en-GB" sz="1800" b="0" dirty="0"/>
              </a:p>
              <a:p>
                <a:pPr algn="ctr"/>
                <a:endParaRPr lang="en-GB" sz="1200" dirty="0"/>
              </a:p>
            </p:txBody>
          </p:sp>
        </mc:Choice>
        <mc:Fallback xmlns="">
          <p:sp>
            <p:nvSpPr>
              <p:cNvPr id="3" name="TextBox 2">
                <a:extLst>
                  <a:ext uri="{FF2B5EF4-FFF2-40B4-BE49-F238E27FC236}">
                    <a16:creationId xmlns:a16="http://schemas.microsoft.com/office/drawing/2014/main" id="{6DD0D62A-59BA-A009-242C-AE143DCF11C8}"/>
                  </a:ext>
                </a:extLst>
              </p:cNvPr>
              <p:cNvSpPr txBox="1">
                <a:spLocks noRot="1" noChangeAspect="1" noMove="1" noResize="1" noEditPoints="1" noAdjustHandles="1" noChangeArrowheads="1" noChangeShapeType="1" noTextEdit="1"/>
              </p:cNvSpPr>
              <p:nvPr/>
            </p:nvSpPr>
            <p:spPr>
              <a:xfrm>
                <a:off x="488374" y="1721051"/>
                <a:ext cx="1881400" cy="954044"/>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81FAF4A-C0E9-C725-82D2-0C4F474A5426}"/>
                  </a:ext>
                </a:extLst>
              </p:cNvPr>
              <p:cNvSpPr txBox="1"/>
              <p:nvPr/>
            </p:nvSpPr>
            <p:spPr>
              <a:xfrm>
                <a:off x="623454" y="2591179"/>
                <a:ext cx="1360317" cy="612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 =</m:t>
                      </m:r>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1</m:t>
                          </m:r>
                        </m:num>
                        <m:den>
                          <m:r>
                            <a:rPr lang="en-GB" sz="1800" b="0" i="1" smtClean="0">
                              <a:latin typeface="Cambria Math" panose="02040503050406030204" pitchFamily="18" charset="0"/>
                            </a:rPr>
                            <m:t>49</m:t>
                          </m:r>
                        </m:den>
                      </m:f>
                    </m:oMath>
                  </m:oMathPara>
                </a14:m>
                <a:endParaRPr lang="en-GB" dirty="0"/>
              </a:p>
            </p:txBody>
          </p:sp>
        </mc:Choice>
        <mc:Fallback xmlns="">
          <p:sp>
            <p:nvSpPr>
              <p:cNvPr id="8" name="TextBox 7">
                <a:extLst>
                  <a:ext uri="{FF2B5EF4-FFF2-40B4-BE49-F238E27FC236}">
                    <a16:creationId xmlns:a16="http://schemas.microsoft.com/office/drawing/2014/main" id="{981FAF4A-C0E9-C725-82D2-0C4F474A5426}"/>
                  </a:ext>
                </a:extLst>
              </p:cNvPr>
              <p:cNvSpPr txBox="1">
                <a:spLocks noRot="1" noChangeAspect="1" noMove="1" noResize="1" noEditPoints="1" noAdjustHandles="1" noChangeArrowheads="1" noChangeShapeType="1" noTextEdit="1"/>
              </p:cNvSpPr>
              <p:nvPr/>
            </p:nvSpPr>
            <p:spPr>
              <a:xfrm>
                <a:off x="623454" y="2591179"/>
                <a:ext cx="1360317" cy="612732"/>
              </a:xfrm>
              <a:prstGeom prst="rect">
                <a:avLst/>
              </a:prstGeom>
              <a:blipFill>
                <a:blip r:embed="rId16"/>
                <a:stretch>
                  <a:fillRect/>
                </a:stretch>
              </a:blipFill>
            </p:spPr>
            <p:txBody>
              <a:bodyPr/>
              <a:lstStyle/>
              <a:p>
                <a:r>
                  <a:rPr lang="en-GB">
                    <a:noFill/>
                  </a:rPr>
                  <a:t> </a:t>
                </a:r>
              </a:p>
            </p:txBody>
          </p:sp>
        </mc:Fallback>
      </mc:AlternateContent>
      <p:sp>
        <p:nvSpPr>
          <p:cNvPr id="19" name="TextBox 18">
            <a:extLst>
              <a:ext uri="{FF2B5EF4-FFF2-40B4-BE49-F238E27FC236}">
                <a16:creationId xmlns:a16="http://schemas.microsoft.com/office/drawing/2014/main" id="{C3B61838-6CC6-3594-9FB6-CAD6F00F75F4}"/>
              </a:ext>
            </a:extLst>
          </p:cNvPr>
          <p:cNvSpPr txBox="1"/>
          <p:nvPr/>
        </p:nvSpPr>
        <p:spPr>
          <a:xfrm>
            <a:off x="2610576" y="2090320"/>
            <a:ext cx="1793863" cy="107721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Find the reciprocal and then apply the positive power.</a:t>
            </a:r>
          </a:p>
        </p:txBody>
      </p:sp>
      <p:cxnSp>
        <p:nvCxnSpPr>
          <p:cNvPr id="20" name="Straight Arrow Connector 19">
            <a:extLst>
              <a:ext uri="{FF2B5EF4-FFF2-40B4-BE49-F238E27FC236}">
                <a16:creationId xmlns:a16="http://schemas.microsoft.com/office/drawing/2014/main" id="{434B8494-73E9-66E8-53ED-6EC1E324DA0C}"/>
              </a:ext>
            </a:extLst>
          </p:cNvPr>
          <p:cNvCxnSpPr>
            <a:cxnSpLocks/>
            <a:stCxn id="19" idx="1"/>
          </p:cNvCxnSpPr>
          <p:nvPr/>
        </p:nvCxnSpPr>
        <p:spPr>
          <a:xfrm flipH="1" flipV="1">
            <a:off x="2109355" y="2235118"/>
            <a:ext cx="501221" cy="393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D6D2464-82CD-EF33-68A5-779D68C39CDF}"/>
                  </a:ext>
                </a:extLst>
              </p:cNvPr>
              <p:cNvSpPr txBox="1"/>
              <p:nvPr/>
            </p:nvSpPr>
            <p:spPr>
              <a:xfrm>
                <a:off x="790354" y="5307790"/>
                <a:ext cx="165109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−27</m:t>
                              </m:r>
                            </m:e>
                          </m:d>
                        </m:e>
                        <m:sup>
                          <m:r>
                            <a:rPr lang="en-GB" b="0" i="1" smtClean="0">
                              <a:latin typeface="Cambria Math" panose="02040503050406030204" pitchFamily="18" charset="0"/>
                            </a:rPr>
                            <m:t>−1</m:t>
                          </m:r>
                        </m:sup>
                      </m:sSup>
                    </m:oMath>
                  </m:oMathPara>
                </a14:m>
                <a:endParaRPr lang="en-GB" b="0" dirty="0"/>
              </a:p>
            </p:txBody>
          </p:sp>
        </mc:Choice>
        <mc:Fallback xmlns="">
          <p:sp>
            <p:nvSpPr>
              <p:cNvPr id="31" name="TextBox 30">
                <a:extLst>
                  <a:ext uri="{FF2B5EF4-FFF2-40B4-BE49-F238E27FC236}">
                    <a16:creationId xmlns:a16="http://schemas.microsoft.com/office/drawing/2014/main" id="{4D6D2464-82CD-EF33-68A5-779D68C39CDF}"/>
                  </a:ext>
                </a:extLst>
              </p:cNvPr>
              <p:cNvSpPr txBox="1">
                <a:spLocks noRot="1" noChangeAspect="1" noMove="1" noResize="1" noEditPoints="1" noAdjustHandles="1" noChangeArrowheads="1" noChangeShapeType="1" noTextEdit="1"/>
              </p:cNvSpPr>
              <p:nvPr/>
            </p:nvSpPr>
            <p:spPr>
              <a:xfrm>
                <a:off x="790354" y="5307790"/>
                <a:ext cx="1651093" cy="369332"/>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3D2930A-2305-FB45-4ADA-36F4E4C59FDC}"/>
                  </a:ext>
                </a:extLst>
              </p:cNvPr>
              <p:cNvSpPr txBox="1"/>
              <p:nvPr/>
            </p:nvSpPr>
            <p:spPr>
              <a:xfrm>
                <a:off x="600359" y="5810799"/>
                <a:ext cx="1651093" cy="61177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27</m:t>
                          </m:r>
                        </m:den>
                      </m:f>
                    </m:oMath>
                  </m:oMathPara>
                </a14:m>
                <a:endParaRPr lang="en-GB" dirty="0"/>
              </a:p>
            </p:txBody>
          </p:sp>
        </mc:Choice>
        <mc:Fallback xmlns="">
          <p:sp>
            <p:nvSpPr>
              <p:cNvPr id="32" name="TextBox 31">
                <a:extLst>
                  <a:ext uri="{FF2B5EF4-FFF2-40B4-BE49-F238E27FC236}">
                    <a16:creationId xmlns:a16="http://schemas.microsoft.com/office/drawing/2014/main" id="{13D2930A-2305-FB45-4ADA-36F4E4C59FDC}"/>
                  </a:ext>
                </a:extLst>
              </p:cNvPr>
              <p:cNvSpPr txBox="1">
                <a:spLocks noRot="1" noChangeAspect="1" noMove="1" noResize="1" noEditPoints="1" noAdjustHandles="1" noChangeArrowheads="1" noChangeShapeType="1" noTextEdit="1"/>
              </p:cNvSpPr>
              <p:nvPr/>
            </p:nvSpPr>
            <p:spPr>
              <a:xfrm>
                <a:off x="600359" y="5810799"/>
                <a:ext cx="1651093" cy="611771"/>
              </a:xfrm>
              <a:prstGeom prst="rect">
                <a:avLst/>
              </a:prstGeom>
              <a:blipFill>
                <a:blip r:embed="rId18"/>
                <a:stretch>
                  <a:fillRect/>
                </a:stretch>
              </a:blipFill>
            </p:spPr>
            <p:txBody>
              <a:bodyPr/>
              <a:lstStyle/>
              <a:p>
                <a:r>
                  <a:rPr lang="en-GB">
                    <a:noFill/>
                  </a:rPr>
                  <a:t> </a:t>
                </a:r>
              </a:p>
            </p:txBody>
          </p:sp>
        </mc:Fallback>
      </mc:AlternateContent>
      <p:grpSp>
        <p:nvGrpSpPr>
          <p:cNvPr id="35" name="Group 34">
            <a:extLst>
              <a:ext uri="{FF2B5EF4-FFF2-40B4-BE49-F238E27FC236}">
                <a16:creationId xmlns:a16="http://schemas.microsoft.com/office/drawing/2014/main" id="{279B4E3F-483B-D8D7-6AD0-A2FDABC02019}"/>
              </a:ext>
            </a:extLst>
          </p:cNvPr>
          <p:cNvGrpSpPr/>
          <p:nvPr/>
        </p:nvGrpSpPr>
        <p:grpSpPr>
          <a:xfrm flipH="1">
            <a:off x="2240380" y="2737604"/>
            <a:ext cx="719509" cy="523220"/>
            <a:chOff x="10276843" y="435362"/>
            <a:chExt cx="1340609" cy="969892"/>
          </a:xfrm>
        </p:grpSpPr>
        <p:pic>
          <p:nvPicPr>
            <p:cNvPr id="36" name="Graphic 35" descr="Man with thick hair">
              <a:extLst>
                <a:ext uri="{FF2B5EF4-FFF2-40B4-BE49-F238E27FC236}">
                  <a16:creationId xmlns:a16="http://schemas.microsoft.com/office/drawing/2014/main" id="{24B1E333-315B-E094-C14B-49A07F0508F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803416" y="435362"/>
              <a:ext cx="609331" cy="667760"/>
            </a:xfrm>
            <a:prstGeom prst="rect">
              <a:avLst/>
            </a:prstGeom>
          </p:spPr>
        </p:pic>
        <p:pic>
          <p:nvPicPr>
            <p:cNvPr id="41" name="Graphic 40" descr="A man in a robe">
              <a:extLst>
                <a:ext uri="{FF2B5EF4-FFF2-40B4-BE49-F238E27FC236}">
                  <a16:creationId xmlns:a16="http://schemas.microsoft.com/office/drawing/2014/main" id="{D3D533BA-585D-1D7A-19D9-5627E1951227}"/>
                </a:ext>
              </a:extLst>
            </p:cNvPr>
            <p:cNvPicPr>
              <a:picLocks noChangeAspect="1"/>
            </p:cNvPicPr>
            <p:nvPr/>
          </p:nvPicPr>
          <p:blipFill rotWithShape="1">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rcRect r="46888" b="88102"/>
            <a:stretch/>
          </p:blipFill>
          <p:spPr>
            <a:xfrm>
              <a:off x="10276843" y="930415"/>
              <a:ext cx="1340609" cy="474839"/>
            </a:xfrm>
            <a:prstGeom prst="rect">
              <a:avLst/>
            </a:prstGeom>
          </p:spPr>
        </p:pic>
        <p:pic>
          <p:nvPicPr>
            <p:cNvPr id="42" name="Graphic 41" descr="A face with closed eyes">
              <a:extLst>
                <a:ext uri="{FF2B5EF4-FFF2-40B4-BE49-F238E27FC236}">
                  <a16:creationId xmlns:a16="http://schemas.microsoft.com/office/drawing/2014/main" id="{CF7E773E-257B-7A75-A782-A8E5DBBC72C3}"/>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981427" y="694624"/>
              <a:ext cx="304800" cy="304800"/>
            </a:xfrm>
            <a:prstGeom prst="rect">
              <a:avLst/>
            </a:prstGeom>
          </p:spPr>
        </p:pic>
        <p:pic>
          <p:nvPicPr>
            <p:cNvPr id="43" name="Graphic 42" descr="A short beard">
              <a:extLst>
                <a:ext uri="{FF2B5EF4-FFF2-40B4-BE49-F238E27FC236}">
                  <a16:creationId xmlns:a16="http://schemas.microsoft.com/office/drawing/2014/main" id="{316D8426-3E5D-AF58-E723-49B8B5FE0DD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0873057" y="806181"/>
              <a:ext cx="447675" cy="333375"/>
            </a:xfrm>
            <a:prstGeom prst="rect">
              <a:avLst/>
            </a:prstGeom>
          </p:spPr>
        </p:pic>
      </p:grpSp>
      <p:grpSp>
        <p:nvGrpSpPr>
          <p:cNvPr id="44" name="Group 43">
            <a:extLst>
              <a:ext uri="{FF2B5EF4-FFF2-40B4-BE49-F238E27FC236}">
                <a16:creationId xmlns:a16="http://schemas.microsoft.com/office/drawing/2014/main" id="{D52571DC-CD31-D022-5B4B-8591EA0FEEBF}"/>
              </a:ext>
            </a:extLst>
          </p:cNvPr>
          <p:cNvGrpSpPr/>
          <p:nvPr/>
        </p:nvGrpSpPr>
        <p:grpSpPr>
          <a:xfrm>
            <a:off x="2237559" y="6135879"/>
            <a:ext cx="746033" cy="573381"/>
            <a:chOff x="3740181" y="1085352"/>
            <a:chExt cx="1313781" cy="1009736"/>
          </a:xfrm>
        </p:grpSpPr>
        <p:grpSp>
          <p:nvGrpSpPr>
            <p:cNvPr id="45" name="Group 44">
              <a:extLst>
                <a:ext uri="{FF2B5EF4-FFF2-40B4-BE49-F238E27FC236}">
                  <a16:creationId xmlns:a16="http://schemas.microsoft.com/office/drawing/2014/main" id="{44629E40-1A98-F1E5-22A0-764166FE03F9}"/>
                </a:ext>
              </a:extLst>
            </p:cNvPr>
            <p:cNvGrpSpPr/>
            <p:nvPr/>
          </p:nvGrpSpPr>
          <p:grpSpPr>
            <a:xfrm>
              <a:off x="3740181" y="1191689"/>
              <a:ext cx="1313781" cy="903399"/>
              <a:chOff x="5376862" y="1343006"/>
              <a:chExt cx="1438275" cy="999190"/>
            </a:xfrm>
          </p:grpSpPr>
          <p:pic>
            <p:nvPicPr>
              <p:cNvPr id="47" name="Graphic 46" descr="Boy wearing backpack">
                <a:extLst>
                  <a:ext uri="{FF2B5EF4-FFF2-40B4-BE49-F238E27FC236}">
                    <a16:creationId xmlns:a16="http://schemas.microsoft.com/office/drawing/2014/main" id="{D72AD6DF-C861-BE65-FB24-7A39B8E37BD6}"/>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b="85216"/>
              <a:stretch/>
            </p:blipFill>
            <p:spPr>
              <a:xfrm>
                <a:off x="5376862" y="1885949"/>
                <a:ext cx="1438275" cy="456247"/>
              </a:xfrm>
              <a:prstGeom prst="rect">
                <a:avLst/>
              </a:prstGeom>
            </p:spPr>
          </p:pic>
          <p:pic>
            <p:nvPicPr>
              <p:cNvPr id="48" name="Graphic 47" descr="Girl with braided hair">
                <a:extLst>
                  <a:ext uri="{FF2B5EF4-FFF2-40B4-BE49-F238E27FC236}">
                    <a16:creationId xmlns:a16="http://schemas.microsoft.com/office/drawing/2014/main" id="{B4824AE1-C96E-13DD-F257-6A65EC9BCD64}"/>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5825078" y="1343006"/>
                <a:ext cx="704850" cy="923925"/>
              </a:xfrm>
              <a:prstGeom prst="rect">
                <a:avLst/>
              </a:prstGeom>
            </p:spPr>
          </p:pic>
          <p:pic>
            <p:nvPicPr>
              <p:cNvPr id="49" name="Graphic 48" descr="An eye rolling face">
                <a:extLst>
                  <a:ext uri="{FF2B5EF4-FFF2-40B4-BE49-F238E27FC236}">
                    <a16:creationId xmlns:a16="http://schemas.microsoft.com/office/drawing/2014/main" id="{A63D9345-3D19-8A21-3C9D-784A0632DC6C}"/>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6086763" y="1629333"/>
                <a:ext cx="304800" cy="314325"/>
              </a:xfrm>
              <a:prstGeom prst="rect">
                <a:avLst/>
              </a:prstGeom>
            </p:spPr>
          </p:pic>
        </p:grpSp>
        <p:pic>
          <p:nvPicPr>
            <p:cNvPr id="46" name="Graphic 45" descr="Hat with a baseball">
              <a:extLst>
                <a:ext uri="{FF2B5EF4-FFF2-40B4-BE49-F238E27FC236}">
                  <a16:creationId xmlns:a16="http://schemas.microsoft.com/office/drawing/2014/main" id="{8BC63B8D-0F92-781E-606A-D08D17253BB3}"/>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4172119" y="1085352"/>
              <a:ext cx="680869" cy="419100"/>
            </a:xfrm>
            <a:prstGeom prst="rect">
              <a:avLst/>
            </a:prstGeom>
          </p:spPr>
        </p:pic>
      </p:grpSp>
      <p:sp>
        <p:nvSpPr>
          <p:cNvPr id="2" name="TextBox 1">
            <a:extLst>
              <a:ext uri="{FF2B5EF4-FFF2-40B4-BE49-F238E27FC236}">
                <a16:creationId xmlns:a16="http://schemas.microsoft.com/office/drawing/2014/main" id="{B8A81715-1906-C090-3FA7-36C60FFB9F1F}"/>
              </a:ext>
            </a:extLst>
          </p:cNvPr>
          <p:cNvSpPr txBox="1"/>
          <p:nvPr/>
        </p:nvSpPr>
        <p:spPr>
          <a:xfrm>
            <a:off x="320842" y="3359516"/>
            <a:ext cx="3833433"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Remember, you can use either Hannah or Abdi’s methods for these questions. </a:t>
            </a:r>
          </a:p>
        </p:txBody>
      </p:sp>
    </p:spTree>
    <p:extLst>
      <p:ext uri="{BB962C8B-B14F-4D97-AF65-F5344CB8AC3E}">
        <p14:creationId xmlns:p14="http://schemas.microsoft.com/office/powerpoint/2010/main" val="94430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0"/>
                                        </p:tgtEl>
                                        <p:attrNameLst>
                                          <p:attrName>style.visibility</p:attrName>
                                        </p:attrNameLst>
                                      </p:cBhvr>
                                      <p:to>
                                        <p:strVal val="visible"/>
                                      </p:to>
                                    </p:set>
                                  </p:childTnLst>
                                </p:cTn>
                              </p:par>
                              <p:par>
                                <p:cTn id="65" presetID="1" presetClass="entr" presetSubtype="0" fill="hold" grpId="1"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9" restart="whenNotActive" fill="hold" evtFilter="cancelBubble" nodeType="interactiveSeq">
                <p:stCondLst>
                  <p:cond evt="onClick" delay="0">
                    <p:tgtEl>
                      <p:spTgt spid="39"/>
                    </p:tgtEl>
                  </p:cond>
                </p:stCondLst>
                <p:endSync evt="end" delay="0">
                  <p:rtn val="all"/>
                </p:endSync>
                <p:childTnLst>
                  <p:par>
                    <p:cTn id="70" fill="hold">
                      <p:stCondLst>
                        <p:cond delay="0"/>
                      </p:stCondLst>
                      <p:childTnLst>
                        <p:par>
                          <p:cTn id="71" fill="hold">
                            <p:stCondLst>
                              <p:cond delay="0"/>
                            </p:stCondLst>
                            <p:childTnLst>
                              <p:par>
                                <p:cTn id="72" presetID="1" presetClass="exit" presetSubtype="0" fill="hold" grpId="0" nodeType="clickEffect">
                                  <p:stCondLst>
                                    <p:cond delay="0"/>
                                  </p:stCondLst>
                                  <p:childTnLst>
                                    <p:set>
                                      <p:cBhvr>
                                        <p:cTn id="73" dur="1" fill="hold">
                                          <p:stCondLst>
                                            <p:cond delay="0"/>
                                          </p:stCondLst>
                                        </p:cTn>
                                        <p:tgtEl>
                                          <p:spTgt spid="39"/>
                                        </p:tgtEl>
                                        <p:attrNameLst>
                                          <p:attrName>style.visibility</p:attrName>
                                        </p:attrNameLst>
                                      </p:cBhvr>
                                      <p:to>
                                        <p:strVal val="hidden"/>
                                      </p:to>
                                    </p:set>
                                  </p:childTnLst>
                                </p:cTn>
                              </p:par>
                              <p:par>
                                <p:cTn id="74" presetID="1" presetClass="entr" presetSubtype="0" fill="hold" grpId="0" nodeType="withEffect">
                                  <p:stCondLst>
                                    <p:cond delay="500"/>
                                  </p:stCondLst>
                                  <p:childTnLst>
                                    <p:set>
                                      <p:cBhvr>
                                        <p:cTn id="75" dur="1" fill="hold">
                                          <p:stCondLst>
                                            <p:cond delay="0"/>
                                          </p:stCondLst>
                                        </p:cTn>
                                        <p:tgtEl>
                                          <p:spTgt spid="10"/>
                                        </p:tgtEl>
                                        <p:attrNameLst>
                                          <p:attrName>style.visibility</p:attrName>
                                        </p:attrNameLst>
                                      </p:cBhvr>
                                      <p:to>
                                        <p:strVal val="visible"/>
                                      </p:to>
                                    </p:set>
                                  </p:childTnLst>
                                </p:cTn>
                              </p:par>
                            </p:childTnLst>
                          </p:cTn>
                        </p:par>
                        <p:par>
                          <p:cTn id="76" fill="hold">
                            <p:stCondLst>
                              <p:cond delay="500"/>
                            </p:stCondLst>
                            <p:childTnLst>
                              <p:par>
                                <p:cTn id="77" presetID="1" presetClass="entr" presetSubtype="0" fill="hold" nodeType="after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par>
                          <p:cTn id="79" fill="hold">
                            <p:stCondLst>
                              <p:cond delay="500"/>
                            </p:stCondLst>
                            <p:childTnLst>
                              <p:par>
                                <p:cTn id="80" presetID="1" presetClass="entr" presetSubtype="0" fill="hold" grpId="1" nodeType="afterEffect">
                                  <p:stCondLst>
                                    <p:cond delay="0"/>
                                  </p:stCondLst>
                                  <p:childTnLst>
                                    <p:set>
                                      <p:cBhvr>
                                        <p:cTn id="81" dur="1" fill="hold">
                                          <p:stCondLst>
                                            <p:cond delay="0"/>
                                          </p:stCondLst>
                                        </p:cTn>
                                        <p:tgtEl>
                                          <p:spTgt spid="40"/>
                                        </p:tgtEl>
                                        <p:attrNameLst>
                                          <p:attrName>style.visibility</p:attrName>
                                        </p:attrNameLst>
                                      </p:cBhvr>
                                      <p:to>
                                        <p:strVal val="visible"/>
                                      </p:to>
                                    </p:set>
                                  </p:childTnLst>
                                </p:cTn>
                              </p:par>
                            </p:childTnLst>
                          </p:cTn>
                        </p:par>
                        <p:par>
                          <p:cTn id="82" fill="hold">
                            <p:stCondLst>
                              <p:cond delay="500"/>
                            </p:stCondLst>
                            <p:childTnLst>
                              <p:par>
                                <p:cTn id="83" presetID="1" presetClass="entr" presetSubtype="0" fill="hold" grpId="0" nodeType="afterEffect">
                                  <p:stCondLst>
                                    <p:cond delay="0"/>
                                  </p:stCondLst>
                                  <p:childTnLst>
                                    <p:set>
                                      <p:cBhvr>
                                        <p:cTn id="84" dur="1" fill="hold">
                                          <p:stCondLst>
                                            <p:cond delay="0"/>
                                          </p:stCondLst>
                                        </p:cTn>
                                        <p:tgtEl>
                                          <p:spTgt spid="57"/>
                                        </p:tgtEl>
                                        <p:attrNameLst>
                                          <p:attrName>style.visibility</p:attrName>
                                        </p:attrNameLst>
                                      </p:cBhvr>
                                      <p:to>
                                        <p:strVal val="visible"/>
                                      </p:to>
                                    </p:set>
                                  </p:childTnLst>
                                </p:cTn>
                              </p:par>
                            </p:childTnLst>
                          </p:cTn>
                        </p:par>
                        <p:par>
                          <p:cTn id="85" fill="hold">
                            <p:stCondLst>
                              <p:cond delay="500"/>
                            </p:stCondLst>
                            <p:childTnLst>
                              <p:par>
                                <p:cTn id="86" presetID="1" presetClass="entr" presetSubtype="0" fill="hold" grpId="0" nodeType="afterEffect">
                                  <p:stCondLst>
                                    <p:cond delay="0"/>
                                  </p:stCondLst>
                                  <p:childTnLst>
                                    <p:set>
                                      <p:cBhvr>
                                        <p:cTn id="87" dur="1" fill="hold">
                                          <p:stCondLst>
                                            <p:cond delay="0"/>
                                          </p:stCondLst>
                                        </p:cTn>
                                        <p:tgtEl>
                                          <p:spTgt spid="59"/>
                                        </p:tgtEl>
                                        <p:attrNameLst>
                                          <p:attrName>style.visibility</p:attrName>
                                        </p:attrNameLst>
                                      </p:cBhvr>
                                      <p:to>
                                        <p:strVal val="visible"/>
                                      </p:to>
                                    </p:set>
                                  </p:childTnLst>
                                </p:cTn>
                              </p:par>
                            </p:childTnLst>
                          </p:cTn>
                        </p:par>
                      </p:childTnLst>
                    </p:cTn>
                  </p:par>
                </p:childTnLst>
              </p:cTn>
              <p:nextCondLst>
                <p:cond evt="onClick" delay="0">
                  <p:tgtEl>
                    <p:spTgt spid="39"/>
                  </p:tgtEl>
                </p:cond>
              </p:nextCondLst>
            </p:seq>
            <p:seq concurrent="1" nextAc="seek">
              <p:cTn id="88" restart="whenNotActive" fill="hold" evtFilter="cancelBubble" nodeType="interactiveSeq">
                <p:stCondLst>
                  <p:cond evt="onClick" delay="0">
                    <p:tgtEl>
                      <p:spTgt spid="40"/>
                    </p:tgtEl>
                  </p:cond>
                </p:stCondLst>
                <p:endSync evt="end" delay="0">
                  <p:rtn val="all"/>
                </p:endSync>
                <p:childTnLst>
                  <p:par>
                    <p:cTn id="89" fill="hold">
                      <p:stCondLst>
                        <p:cond delay="0"/>
                      </p:stCondLst>
                      <p:childTnLst>
                        <p:par>
                          <p:cTn id="90" fill="hold">
                            <p:stCondLst>
                              <p:cond delay="0"/>
                            </p:stCondLst>
                            <p:childTnLst>
                              <p:par>
                                <p:cTn id="91" presetID="1" presetClass="exit" presetSubtype="0" fill="hold" grpId="0" nodeType="clickEffect">
                                  <p:stCondLst>
                                    <p:cond delay="0"/>
                                  </p:stCondLst>
                                  <p:childTnLst>
                                    <p:set>
                                      <p:cBhvr>
                                        <p:cTn id="92" dur="1" fill="hold">
                                          <p:stCondLst>
                                            <p:cond delay="0"/>
                                          </p:stCondLst>
                                        </p:cTn>
                                        <p:tgtEl>
                                          <p:spTgt spid="4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childTnLst>
        </p:cTn>
      </p:par>
    </p:tnLst>
    <p:bldLst>
      <p:bldP spid="57" grpId="0"/>
      <p:bldP spid="59" grpId="0"/>
      <p:bldP spid="50" grpId="0"/>
      <p:bldP spid="6" grpId="0" animBg="1"/>
      <p:bldP spid="9" grpId="0" animBg="1"/>
      <p:bldP spid="10" grpId="0" animBg="1"/>
      <p:bldP spid="17" grpId="0" animBg="1"/>
      <p:bldP spid="25" grpId="0" animBg="1"/>
      <p:bldP spid="27" grpId="0" animBg="1"/>
      <p:bldP spid="37" grpId="0"/>
      <p:bldP spid="39" grpId="0" animBg="1"/>
      <p:bldP spid="39" grpId="1" animBg="1"/>
      <p:bldP spid="40" grpId="0" animBg="1"/>
      <p:bldP spid="40" grpId="1" animBg="1"/>
      <p:bldP spid="3" grpId="0"/>
      <p:bldP spid="8" grpId="0"/>
      <p:bldP spid="19" grpId="0" animBg="1"/>
      <p:bldP spid="31" grpId="0"/>
      <p:bldP spid="32" grpId="0"/>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9AB50492-A444-4CD8-A5D8-F3A02418ECB3}"/>
                  </a:ext>
                </a:extLst>
              </p:cNvPr>
              <p:cNvSpPr txBox="1"/>
              <p:nvPr/>
            </p:nvSpPr>
            <p:spPr>
              <a:xfrm>
                <a:off x="5465018" y="1402038"/>
                <a:ext cx="2616922" cy="171579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e>
                          </m:d>
                        </m:e>
                        <m:sup>
                          <m:r>
                            <a:rPr lang="en-GB" b="0" i="1" smtClean="0">
                              <a:latin typeface="Cambria Math" panose="02040503050406030204" pitchFamily="18" charset="0"/>
                            </a:rPr>
                            <m:t>−3</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e>
                                  </m:d>
                                </m:e>
                                <m:sup>
                                  <m:r>
                                    <a:rPr lang="en-GB" b="0" i="1" smtClean="0">
                                      <a:latin typeface="Cambria Math" panose="02040503050406030204" pitchFamily="18" charset="0"/>
                                    </a:rPr>
                                    <m:t>−1</m:t>
                                  </m:r>
                                </m:sup>
                              </m:sSup>
                            </m:e>
                          </m:d>
                        </m:e>
                        <m:sup>
                          <m:r>
                            <a:rPr lang="en-GB" b="0" i="1" smtClean="0">
                              <a:latin typeface="Cambria Math" panose="02040503050406030204" pitchFamily="18" charset="0"/>
                            </a:rPr>
                            <m:t>3</m:t>
                          </m:r>
                        </m:sup>
                      </m:sSup>
                    </m:oMath>
                  </m:oMathPara>
                </a14:m>
                <a:endParaRPr lang="en-GB" b="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e>
                          </m:d>
                        </m:e>
                        <m:sup>
                          <m:r>
                            <a:rPr lang="en-GB" b="0" i="1" smtClean="0">
                              <a:latin typeface="Cambria Math" panose="02040503050406030204" pitchFamily="18" charset="0"/>
                            </a:rPr>
                            <m:t>3</m:t>
                          </m:r>
                        </m:sup>
                      </m:sSup>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8</m:t>
                          </m:r>
                        </m:num>
                        <m:den>
                          <m:r>
                            <a:rPr lang="en-GB" b="0" i="1" smtClean="0">
                              <a:latin typeface="Cambria Math" panose="02040503050406030204" pitchFamily="18" charset="0"/>
                            </a:rPr>
                            <m:t>27</m:t>
                          </m:r>
                        </m:den>
                      </m:f>
                    </m:oMath>
                  </m:oMathPara>
                </a14:m>
                <a:endParaRPr lang="en-GB" dirty="0"/>
              </a:p>
            </p:txBody>
          </p:sp>
        </mc:Choice>
        <mc:Fallback>
          <p:sp>
            <p:nvSpPr>
              <p:cNvPr id="37" name="TextBox 36">
                <a:extLst>
                  <a:ext uri="{FF2B5EF4-FFF2-40B4-BE49-F238E27FC236}">
                    <a16:creationId xmlns:a16="http://schemas.microsoft.com/office/drawing/2014/main" id="{9AB50492-A444-4CD8-A5D8-F3A02418ECB3}"/>
                  </a:ext>
                </a:extLst>
              </p:cNvPr>
              <p:cNvSpPr txBox="1">
                <a:spLocks noRot="1" noChangeAspect="1" noMove="1" noResize="1" noEditPoints="1" noAdjustHandles="1" noChangeArrowheads="1" noChangeShapeType="1" noTextEdit="1"/>
              </p:cNvSpPr>
              <p:nvPr/>
            </p:nvSpPr>
            <p:spPr>
              <a:xfrm>
                <a:off x="5465018" y="1402038"/>
                <a:ext cx="2616922" cy="1715791"/>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3F6030B-2760-6D52-C633-568670EF2999}"/>
                  </a:ext>
                </a:extLst>
              </p:cNvPr>
              <p:cNvSpPr txBox="1"/>
              <p:nvPr/>
            </p:nvSpPr>
            <p:spPr>
              <a:xfrm>
                <a:off x="168555" y="764704"/>
                <a:ext cx="4235885" cy="61375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5</m:t>
                                </m:r>
                              </m:den>
                            </m:f>
                          </m:e>
                        </m:d>
                      </m:e>
                      <m:sup>
                        <m:r>
                          <a:rPr lang="en-GB" b="0" i="1" smtClean="0">
                            <a:latin typeface="Cambria Math" panose="02040503050406030204" pitchFamily="18" charset="0"/>
                          </a:rPr>
                          <m:t>−2</m:t>
                        </m:r>
                      </m:sup>
                    </m:sSup>
                  </m:oMath>
                </a14:m>
                <a:endParaRPr lang="en-GB" dirty="0"/>
              </a:p>
            </p:txBody>
          </p:sp>
        </mc:Choice>
        <mc:Fallback xmlns="">
          <p:sp>
            <p:nvSpPr>
              <p:cNvPr id="5" name="TextBox 4">
                <a:extLst>
                  <a:ext uri="{FF2B5EF4-FFF2-40B4-BE49-F238E27FC236}">
                    <a16:creationId xmlns:a16="http://schemas.microsoft.com/office/drawing/2014/main" id="{93F6030B-2760-6D52-C633-568670EF2999}"/>
                  </a:ext>
                </a:extLst>
              </p:cNvPr>
              <p:cNvSpPr txBox="1">
                <a:spLocks noRot="1" noChangeAspect="1" noMove="1" noResize="1" noEditPoints="1" noAdjustHandles="1" noChangeArrowheads="1" noChangeShapeType="1" noTextEdit="1"/>
              </p:cNvSpPr>
              <p:nvPr/>
            </p:nvSpPr>
            <p:spPr>
              <a:xfrm>
                <a:off x="168555" y="764704"/>
                <a:ext cx="4235885" cy="613758"/>
              </a:xfrm>
              <a:prstGeom prst="rect">
                <a:avLst/>
              </a:prstGeom>
              <a:blipFill>
                <a:blip r:embed="rId4"/>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F74972-33D3-824C-9A5D-F069BB466D01}"/>
                  </a:ext>
                </a:extLst>
              </p:cNvPr>
              <p:cNvSpPr txBox="1"/>
              <p:nvPr/>
            </p:nvSpPr>
            <p:spPr>
              <a:xfrm>
                <a:off x="168555" y="3744459"/>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0.6</m:t>
                        </m:r>
                      </m:e>
                      <m:sup>
                        <m:r>
                          <a:rPr lang="en-GB" b="0" i="1" smtClean="0">
                            <a:latin typeface="Cambria Math" panose="02040503050406030204" pitchFamily="18" charset="0"/>
                          </a:rPr>
                          <m:t>−3</m:t>
                        </m:r>
                      </m:sup>
                    </m:sSup>
                  </m:oMath>
                </a14:m>
                <a:endParaRPr lang="en-GB" dirty="0"/>
              </a:p>
            </p:txBody>
          </p:sp>
        </mc:Choice>
        <mc:Fallback xmlns="">
          <p:sp>
            <p:nvSpPr>
              <p:cNvPr id="6" name="TextBox 5">
                <a:extLst>
                  <a:ext uri="{FF2B5EF4-FFF2-40B4-BE49-F238E27FC236}">
                    <a16:creationId xmlns:a16="http://schemas.microsoft.com/office/drawing/2014/main" id="{8BF74972-33D3-824C-9A5D-F069BB466D01}"/>
                  </a:ext>
                </a:extLst>
              </p:cNvPr>
              <p:cNvSpPr txBox="1">
                <a:spLocks noRot="1" noChangeAspect="1" noMove="1" noResize="1" noEditPoints="1" noAdjustHandles="1" noChangeArrowheads="1" noChangeShapeType="1" noTextEdit="1"/>
              </p:cNvSpPr>
              <p:nvPr/>
            </p:nvSpPr>
            <p:spPr>
              <a:xfrm>
                <a:off x="168555" y="3744459"/>
                <a:ext cx="4235885" cy="400110"/>
              </a:xfrm>
              <a:prstGeom prst="rect">
                <a:avLst/>
              </a:prstGeom>
              <a:blipFill>
                <a:blip r:embed="rId5"/>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E31BE73-A17D-6342-7E21-8392765374B4}"/>
                  </a:ext>
                </a:extLst>
              </p:cNvPr>
              <p:cNvSpPr txBox="1"/>
              <p:nvPr/>
            </p:nvSpPr>
            <p:spPr>
              <a:xfrm>
                <a:off x="4739560" y="764704"/>
                <a:ext cx="4235885" cy="61375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e>
                        </m:d>
                      </m:e>
                      <m:sup>
                        <m:r>
                          <a:rPr lang="en-GB" b="0" i="1" smtClean="0">
                            <a:latin typeface="Cambria Math" panose="02040503050406030204" pitchFamily="18" charset="0"/>
                          </a:rPr>
                          <m:t>−3</m:t>
                        </m:r>
                      </m:sup>
                    </m:sSup>
                  </m:oMath>
                </a14:m>
                <a:endParaRPr lang="en-GB" dirty="0"/>
              </a:p>
            </p:txBody>
          </p:sp>
        </mc:Choice>
        <mc:Fallback xmlns="">
          <p:sp>
            <p:nvSpPr>
              <p:cNvPr id="9" name="TextBox 8">
                <a:extLst>
                  <a:ext uri="{FF2B5EF4-FFF2-40B4-BE49-F238E27FC236}">
                    <a16:creationId xmlns:a16="http://schemas.microsoft.com/office/drawing/2014/main" id="{7E31BE73-A17D-6342-7E21-8392765374B4}"/>
                  </a:ext>
                </a:extLst>
              </p:cNvPr>
              <p:cNvSpPr txBox="1">
                <a:spLocks noRot="1" noChangeAspect="1" noMove="1" noResize="1" noEditPoints="1" noAdjustHandles="1" noChangeArrowheads="1" noChangeShapeType="1" noTextEdit="1"/>
              </p:cNvSpPr>
              <p:nvPr/>
            </p:nvSpPr>
            <p:spPr>
              <a:xfrm>
                <a:off x="4739560" y="764704"/>
                <a:ext cx="4235885" cy="613758"/>
              </a:xfrm>
              <a:prstGeom prst="rect">
                <a:avLst/>
              </a:prstGeom>
              <a:blipFill>
                <a:blip r:embed="rId6"/>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C95972-BB80-91D7-22F0-0B94471FE87E}"/>
                  </a:ext>
                </a:extLst>
              </p:cNvPr>
              <p:cNvSpPr txBox="1"/>
              <p:nvPr/>
            </p:nvSpPr>
            <p:spPr>
              <a:xfrm>
                <a:off x="4739559" y="3347847"/>
                <a:ext cx="4235885"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Calculate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0.35</m:t>
                        </m:r>
                      </m:e>
                      <m:sup>
                        <m:r>
                          <a:rPr lang="en-GB" b="0" i="1" smtClean="0">
                            <a:latin typeface="Cambria Math" panose="02040503050406030204" pitchFamily="18" charset="0"/>
                          </a:rPr>
                          <m:t>−2</m:t>
                        </m:r>
                      </m:sup>
                    </m:sSup>
                  </m:oMath>
                </a14:m>
                <a:endParaRPr lang="en-GB" dirty="0"/>
              </a:p>
            </p:txBody>
          </p:sp>
        </mc:Choice>
        <mc:Fallback xmlns="">
          <p:sp>
            <p:nvSpPr>
              <p:cNvPr id="10" name="TextBox 9">
                <a:extLst>
                  <a:ext uri="{FF2B5EF4-FFF2-40B4-BE49-F238E27FC236}">
                    <a16:creationId xmlns:a16="http://schemas.microsoft.com/office/drawing/2014/main" id="{08C95972-BB80-91D7-22F0-0B94471FE87E}"/>
                  </a:ext>
                </a:extLst>
              </p:cNvPr>
              <p:cNvSpPr txBox="1">
                <a:spLocks noRot="1" noChangeAspect="1" noMove="1" noResize="1" noEditPoints="1" noAdjustHandles="1" noChangeArrowheads="1" noChangeShapeType="1" noTextEdit="1"/>
              </p:cNvSpPr>
              <p:nvPr/>
            </p:nvSpPr>
            <p:spPr>
              <a:xfrm>
                <a:off x="4739559" y="3347847"/>
                <a:ext cx="4235885" cy="400110"/>
              </a:xfrm>
              <a:prstGeom prst="rect">
                <a:avLst/>
              </a:prstGeom>
              <a:blipFill>
                <a:blip r:embed="rId7"/>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B98D2E2-E209-E5AC-C7F1-0FCE7EC120C1}"/>
                  </a:ext>
                </a:extLst>
              </p:cNvPr>
              <p:cNvSpPr txBox="1"/>
              <p:nvPr/>
            </p:nvSpPr>
            <p:spPr>
              <a:xfrm>
                <a:off x="4559864" y="3820945"/>
                <a:ext cx="3585411" cy="1046377"/>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0.35</m:t>
                          </m:r>
                        </m:e>
                        <m:sup>
                          <m:r>
                            <a:rPr lang="en-GB" b="0" i="1" smtClean="0">
                              <a:latin typeface="Cambria Math" panose="02040503050406030204" pitchFamily="18" charset="0"/>
                            </a:rPr>
                            <m:t>−2</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35</m:t>
                                  </m:r>
                                </m:num>
                                <m:den>
                                  <m:r>
                                    <a:rPr lang="en-GB" b="0" i="1" smtClean="0">
                                      <a:latin typeface="Cambria Math" panose="02040503050406030204" pitchFamily="18" charset="0"/>
                                    </a:rPr>
                                    <m:t>100</m:t>
                                  </m:r>
                                </m:den>
                              </m:f>
                            </m:e>
                          </m:d>
                        </m:e>
                        <m:sup>
                          <m:r>
                            <a:rPr lang="en-GB" b="0" i="1" smtClean="0">
                              <a:latin typeface="Cambria Math" panose="02040503050406030204" pitchFamily="18" charset="0"/>
                            </a:rPr>
                            <m:t>−2</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7</m:t>
                                  </m:r>
                                </m:num>
                                <m:den>
                                  <m:r>
                                    <a:rPr lang="en-GB" b="0" i="1" smtClean="0">
                                      <a:latin typeface="Cambria Math" panose="02040503050406030204" pitchFamily="18" charset="0"/>
                                    </a:rPr>
                                    <m:t>20</m:t>
                                  </m:r>
                                </m:den>
                              </m:f>
                            </m:e>
                          </m:d>
                        </m:e>
                        <m:sup>
                          <m:r>
                            <a:rPr lang="en-GB" b="0" i="1" smtClean="0">
                              <a:latin typeface="Cambria Math" panose="02040503050406030204" pitchFamily="18" charset="0"/>
                            </a:rPr>
                            <m:t>−2</m:t>
                          </m:r>
                        </m:sup>
                      </m:sSup>
                      <m:r>
                        <a:rPr lang="en-GB" b="0" i="1" smtClean="0">
                          <a:latin typeface="Cambria Math" panose="02040503050406030204" pitchFamily="18" charset="0"/>
                        </a:rPr>
                        <m:t> </m:t>
                      </m:r>
                    </m:oMath>
                  </m:oMathPara>
                </a14:m>
                <a:endParaRPr lang="en-GB" b="0" i="1" dirty="0">
                  <a:latin typeface="Cambria Math" panose="02040503050406030204" pitchFamily="18" charset="0"/>
                </a:endParaRPr>
              </a:p>
              <a:p>
                <a:pPr algn="ctr" defTabSz="717550">
                  <a:tabLst>
                    <a:tab pos="1081088" algn="l"/>
                  </a:tabLst>
                </a:pPr>
                <a:endParaRPr lang="en-GB" dirty="0"/>
              </a:p>
            </p:txBody>
          </p:sp>
        </mc:Choice>
        <mc:Fallback xmlns="">
          <p:sp>
            <p:nvSpPr>
              <p:cNvPr id="38" name="TextBox 37">
                <a:extLst>
                  <a:ext uri="{FF2B5EF4-FFF2-40B4-BE49-F238E27FC236}">
                    <a16:creationId xmlns:a16="http://schemas.microsoft.com/office/drawing/2014/main" id="{9B98D2E2-E209-E5AC-C7F1-0FCE7EC120C1}"/>
                  </a:ext>
                </a:extLst>
              </p:cNvPr>
              <p:cNvSpPr txBox="1">
                <a:spLocks noRot="1" noChangeAspect="1" noMove="1" noResize="1" noEditPoints="1" noAdjustHandles="1" noChangeArrowheads="1" noChangeShapeType="1" noTextEdit="1"/>
              </p:cNvSpPr>
              <p:nvPr/>
            </p:nvSpPr>
            <p:spPr>
              <a:xfrm>
                <a:off x="4559864" y="3820945"/>
                <a:ext cx="3585411" cy="1046377"/>
              </a:xfrm>
              <a:prstGeom prst="rect">
                <a:avLst/>
              </a:prstGeom>
              <a:blipFill>
                <a:blip r:embed="rId8"/>
                <a:stretch>
                  <a:fillRect/>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49D436C2-D7B7-8C06-8BAA-7CC8ED77A253}"/>
              </a:ext>
            </a:extLst>
          </p:cNvPr>
          <p:cNvSpPr txBox="1"/>
          <p:nvPr/>
        </p:nvSpPr>
        <p:spPr>
          <a:xfrm>
            <a:off x="7383958" y="4864744"/>
            <a:ext cx="1632272" cy="181588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It’s better to simplify here rather than at the end – you’d have to square 35 if you didn’t simplify first!</a:t>
            </a:r>
          </a:p>
        </p:txBody>
      </p:sp>
      <p:cxnSp>
        <p:nvCxnSpPr>
          <p:cNvPr id="3" name="Straight Arrow Connector 2">
            <a:extLst>
              <a:ext uri="{FF2B5EF4-FFF2-40B4-BE49-F238E27FC236}">
                <a16:creationId xmlns:a16="http://schemas.microsoft.com/office/drawing/2014/main" id="{D2D74E5E-F67A-495F-7DB9-5363135893D0}"/>
              </a:ext>
            </a:extLst>
          </p:cNvPr>
          <p:cNvCxnSpPr>
            <a:cxnSpLocks/>
          </p:cNvCxnSpPr>
          <p:nvPr/>
        </p:nvCxnSpPr>
        <p:spPr>
          <a:xfrm flipH="1" flipV="1">
            <a:off x="7637318" y="4468126"/>
            <a:ext cx="551889" cy="3937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5FEADE-9695-D465-8976-A8D38E283371}"/>
                  </a:ext>
                </a:extLst>
              </p:cNvPr>
              <p:cNvSpPr txBox="1"/>
              <p:nvPr/>
            </p:nvSpPr>
            <p:spPr>
              <a:xfrm>
                <a:off x="266672" y="1409029"/>
                <a:ext cx="2201667" cy="1152431"/>
              </a:xfrm>
              <a:prstGeom prst="rect">
                <a:avLst/>
              </a:prstGeom>
              <a:noFill/>
            </p:spPr>
            <p:txBody>
              <a:bodyPr wrap="square" rtlCol="0">
                <a:spAutoFit/>
              </a:bodyPr>
              <a:lstStyle/>
              <a:p>
                <a:pPr algn="ctr"/>
                <a14:m>
                  <m:oMath xmlns:m="http://schemas.openxmlformats.org/officeDocument/2006/math">
                    <m:sSup>
                      <m:sSupPr>
                        <m:ctrlPr>
                          <a:rPr lang="en-GB" sz="2000" b="0" i="1" smtClean="0">
                            <a:latin typeface="Cambria Math" panose="02040503050406030204" pitchFamily="18" charset="0"/>
                          </a:rPr>
                        </m:ctrlPr>
                      </m:sSupPr>
                      <m:e>
                        <m:d>
                          <m:dPr>
                            <m:ctrlPr>
                              <a:rPr lang="en-GB" sz="2000" i="1">
                                <a:latin typeface="Cambria Math" panose="02040503050406030204" pitchFamily="18" charset="0"/>
                              </a:rPr>
                            </m:ctrlPr>
                          </m:dPr>
                          <m:e>
                            <m:f>
                              <m:fPr>
                                <m:ctrlPr>
                                  <a:rPr lang="en-GB" sz="2000" i="1">
                                    <a:latin typeface="Cambria Math" panose="02040503050406030204" pitchFamily="18" charset="0"/>
                                  </a:rPr>
                                </m:ctrlPr>
                              </m:fPr>
                              <m:num>
                                <m:r>
                                  <a:rPr lang="en-GB" sz="2000" i="1">
                                    <a:latin typeface="Cambria Math" panose="02040503050406030204" pitchFamily="18" charset="0"/>
                                  </a:rPr>
                                  <m:t>2</m:t>
                                </m:r>
                              </m:num>
                              <m:den>
                                <m:r>
                                  <a:rPr lang="en-GB" sz="2000" i="1">
                                    <a:latin typeface="Cambria Math" panose="02040503050406030204" pitchFamily="18" charset="0"/>
                                  </a:rPr>
                                  <m:t>5</m:t>
                                </m:r>
                              </m:den>
                            </m:f>
                          </m:e>
                        </m:d>
                      </m:e>
                      <m:sup>
                        <m:r>
                          <a:rPr lang="en-GB" sz="2000" b="0" i="1" smtClean="0">
                            <a:latin typeface="Cambria Math" panose="02040503050406030204" pitchFamily="18" charset="0"/>
                          </a:rPr>
                          <m:t>−2</m:t>
                        </m:r>
                      </m:sup>
                    </m:sSup>
                    <m:r>
                      <a:rPr lang="en-GB" sz="2000" b="0" i="1" smtClean="0">
                        <a:latin typeface="Cambria Math" panose="02040503050406030204" pitchFamily="18" charset="0"/>
                      </a:rPr>
                      <m:t>=</m:t>
                    </m:r>
                    <m:sSup>
                      <m:sSupPr>
                        <m:ctrlPr>
                          <a:rPr lang="en-GB" sz="2000" b="0" i="1" smtClean="0">
                            <a:latin typeface="Cambria Math" panose="02040503050406030204" pitchFamily="18" charset="0"/>
                          </a:rPr>
                        </m:ctrlPr>
                      </m:sSupPr>
                      <m:e>
                        <m:d>
                          <m:dPr>
                            <m:ctrlPr>
                              <a:rPr lang="en-GB" sz="2000" b="0" i="1" smtClean="0">
                                <a:latin typeface="Cambria Math" panose="02040503050406030204" pitchFamily="18" charset="0"/>
                              </a:rPr>
                            </m:ctrlPr>
                          </m:dPr>
                          <m:e>
                            <m:sSup>
                              <m:sSupPr>
                                <m:ctrlPr>
                                  <a:rPr lang="en-GB" sz="2000" b="0" i="1" smtClean="0">
                                    <a:latin typeface="Cambria Math" panose="02040503050406030204" pitchFamily="18" charset="0"/>
                                  </a:rPr>
                                </m:ctrlPr>
                              </m:sSupPr>
                              <m:e>
                                <m:d>
                                  <m:dPr>
                                    <m:ctrlPr>
                                      <a:rPr lang="en-GB" sz="2000" i="1">
                                        <a:latin typeface="Cambria Math" panose="02040503050406030204" pitchFamily="18" charset="0"/>
                                      </a:rPr>
                                    </m:ctrlPr>
                                  </m:dPr>
                                  <m:e>
                                    <m:f>
                                      <m:fPr>
                                        <m:ctrlPr>
                                          <a:rPr lang="en-GB" sz="2000" i="1">
                                            <a:latin typeface="Cambria Math" panose="02040503050406030204" pitchFamily="18" charset="0"/>
                                          </a:rPr>
                                        </m:ctrlPr>
                                      </m:fPr>
                                      <m:num>
                                        <m:r>
                                          <a:rPr lang="en-GB" sz="2000" i="1">
                                            <a:latin typeface="Cambria Math" panose="02040503050406030204" pitchFamily="18" charset="0"/>
                                          </a:rPr>
                                          <m:t>2</m:t>
                                        </m:r>
                                      </m:num>
                                      <m:den>
                                        <m:r>
                                          <a:rPr lang="en-GB" sz="2000" i="1">
                                            <a:latin typeface="Cambria Math" panose="02040503050406030204" pitchFamily="18" charset="0"/>
                                          </a:rPr>
                                          <m:t>5</m:t>
                                        </m:r>
                                      </m:den>
                                    </m:f>
                                  </m:e>
                                </m:d>
                              </m:e>
                              <m:sup>
                                <m:r>
                                  <a:rPr lang="en-GB" sz="2000" b="0" i="1" smtClean="0">
                                    <a:latin typeface="Cambria Math" panose="02040503050406030204" pitchFamily="18" charset="0"/>
                                  </a:rPr>
                                  <m:t>−1</m:t>
                                </m:r>
                              </m:sup>
                            </m:sSup>
                          </m:e>
                        </m:d>
                      </m:e>
                      <m:sup>
                        <m:r>
                          <a:rPr lang="en-GB" sz="2000" b="0" i="1" smtClean="0">
                            <a:latin typeface="Cambria Math" panose="02040503050406030204" pitchFamily="18" charset="0"/>
                          </a:rPr>
                          <m:t>2</m:t>
                        </m:r>
                      </m:sup>
                    </m:sSup>
                  </m:oMath>
                </a14:m>
                <a:r>
                  <a:rPr lang="en-GB" sz="2000" b="0" i="1" dirty="0">
                    <a:latin typeface="Cambria Math" panose="02040503050406030204" pitchFamily="18" charset="0"/>
                  </a:rPr>
                  <a:t> </a:t>
                </a:r>
              </a:p>
              <a:p>
                <a:pPr algn="ctr"/>
                <a:endParaRPr lang="en-GB" sz="2000" dirty="0"/>
              </a:p>
            </p:txBody>
          </p:sp>
        </mc:Choice>
        <mc:Fallback xmlns="">
          <p:sp>
            <p:nvSpPr>
              <p:cNvPr id="8" name="TextBox 7">
                <a:extLst>
                  <a:ext uri="{FF2B5EF4-FFF2-40B4-BE49-F238E27FC236}">
                    <a16:creationId xmlns:a16="http://schemas.microsoft.com/office/drawing/2014/main" id="{B35FEADE-9695-D465-8976-A8D38E283371}"/>
                  </a:ext>
                </a:extLst>
              </p:cNvPr>
              <p:cNvSpPr txBox="1">
                <a:spLocks noRot="1" noChangeAspect="1" noMove="1" noResize="1" noEditPoints="1" noAdjustHandles="1" noChangeArrowheads="1" noChangeShapeType="1" noTextEdit="1"/>
              </p:cNvSpPr>
              <p:nvPr/>
            </p:nvSpPr>
            <p:spPr>
              <a:xfrm>
                <a:off x="266672" y="1409029"/>
                <a:ext cx="2201667" cy="1152431"/>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BD7A482-7D38-1F6C-46E0-AAC2930283E8}"/>
                  </a:ext>
                </a:extLst>
              </p:cNvPr>
              <p:cNvSpPr txBox="1"/>
              <p:nvPr/>
            </p:nvSpPr>
            <p:spPr>
              <a:xfrm>
                <a:off x="2778137" y="1521645"/>
                <a:ext cx="1626303"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Split the power into </a:t>
                </a:r>
                <a14:m>
                  <m:oMath xmlns:m="http://schemas.openxmlformats.org/officeDocument/2006/math">
                    <m:r>
                      <a:rPr lang="en-GB" sz="1600" b="0" i="1" smtClean="0">
                        <a:latin typeface="Cambria Math" panose="02040503050406030204" pitchFamily="18" charset="0"/>
                      </a:rPr>
                      <m:t>−1×2</m:t>
                    </m:r>
                  </m:oMath>
                </a14:m>
                <a:endParaRPr lang="en-GB" sz="1600" dirty="0"/>
              </a:p>
            </p:txBody>
          </p:sp>
        </mc:Choice>
        <mc:Fallback xmlns="">
          <p:sp>
            <p:nvSpPr>
              <p:cNvPr id="14" name="TextBox 13">
                <a:extLst>
                  <a:ext uri="{FF2B5EF4-FFF2-40B4-BE49-F238E27FC236}">
                    <a16:creationId xmlns:a16="http://schemas.microsoft.com/office/drawing/2014/main" id="{CBD7A482-7D38-1F6C-46E0-AAC2930283E8}"/>
                  </a:ext>
                </a:extLst>
              </p:cNvPr>
              <p:cNvSpPr txBox="1">
                <a:spLocks noRot="1" noChangeAspect="1" noMove="1" noResize="1" noEditPoints="1" noAdjustHandles="1" noChangeArrowheads="1" noChangeShapeType="1" noTextEdit="1"/>
              </p:cNvSpPr>
              <p:nvPr/>
            </p:nvSpPr>
            <p:spPr>
              <a:xfrm>
                <a:off x="2778137" y="1521645"/>
                <a:ext cx="1626303" cy="584775"/>
              </a:xfrm>
              <a:prstGeom prst="rect">
                <a:avLst/>
              </a:prstGeom>
              <a:blipFill>
                <a:blip r:embed="rId10"/>
                <a:stretch>
                  <a:fillRect t="-2000" r="-3690" b="-9000"/>
                </a:stretch>
              </a:blipFill>
            </p:spPr>
            <p:txBody>
              <a:bodyPr/>
              <a:lstStyle/>
              <a:p>
                <a:r>
                  <a:rPr lang="en-GB">
                    <a:noFill/>
                  </a:rPr>
                  <a:t> </a:t>
                </a:r>
              </a:p>
            </p:txBody>
          </p:sp>
        </mc:Fallback>
      </mc:AlternateContent>
      <p:cxnSp>
        <p:nvCxnSpPr>
          <p:cNvPr id="15" name="Straight Arrow Connector 14">
            <a:extLst>
              <a:ext uri="{FF2B5EF4-FFF2-40B4-BE49-F238E27FC236}">
                <a16:creationId xmlns:a16="http://schemas.microsoft.com/office/drawing/2014/main" id="{4BD5EB6A-447F-9B05-3F84-AEBA3EAC0837}"/>
              </a:ext>
            </a:extLst>
          </p:cNvPr>
          <p:cNvCxnSpPr>
            <a:cxnSpLocks/>
            <a:stCxn id="14" idx="1"/>
          </p:cNvCxnSpPr>
          <p:nvPr/>
        </p:nvCxnSpPr>
        <p:spPr>
          <a:xfrm flipH="1" flipV="1">
            <a:off x="2276916" y="1666443"/>
            <a:ext cx="501221" cy="1475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24D37F7-CC18-2FC3-5051-E053CD39F4A7}"/>
                  </a:ext>
                </a:extLst>
              </p:cNvPr>
              <p:cNvSpPr txBox="1"/>
              <p:nvPr/>
            </p:nvSpPr>
            <p:spPr>
              <a:xfrm>
                <a:off x="1057484" y="4705784"/>
                <a:ext cx="1360767" cy="1038169"/>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r>
                            <a:rPr lang="en-GB" b="0" i="1" smtClean="0">
                              <a:latin typeface="Cambria Math" panose="02040503050406030204" pitchFamily="18" charset="0"/>
                            </a:rPr>
                            <m:t>=</m:t>
                          </m:r>
                          <m:d>
                            <m:dPr>
                              <m:ctrlPr>
                                <a:rPr lang="en-GB" i="1">
                                  <a:latin typeface="Cambria Math" panose="02040503050406030204" pitchFamily="18" charset="0"/>
                                </a:rPr>
                              </m:ctrlPr>
                            </m:dPr>
                            <m:e>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5</m:t>
                                          </m:r>
                                        </m:den>
                                      </m:f>
                                    </m:e>
                                  </m:d>
                                </m:e>
                                <m:sup>
                                  <m:r>
                                    <a:rPr lang="en-GB" b="0" i="1" smtClean="0">
                                      <a:latin typeface="Cambria Math" panose="02040503050406030204" pitchFamily="18" charset="0"/>
                                    </a:rPr>
                                    <m:t>3</m:t>
                                  </m:r>
                                </m:sup>
                              </m:sSup>
                            </m:e>
                          </m:d>
                        </m:e>
                        <m:sup>
                          <m:r>
                            <a:rPr lang="en-GB" i="1">
                              <a:latin typeface="Cambria Math" panose="02040503050406030204" pitchFamily="18" charset="0"/>
                            </a:rPr>
                            <m:t>−</m:t>
                          </m:r>
                          <m:r>
                            <a:rPr lang="en-GB" b="0" i="1" smtClean="0">
                              <a:latin typeface="Cambria Math" panose="02040503050406030204" pitchFamily="18" charset="0"/>
                            </a:rPr>
                            <m:t>1</m:t>
                          </m:r>
                        </m:sup>
                      </m:sSup>
                    </m:oMath>
                  </m:oMathPara>
                </a14:m>
                <a:endParaRPr lang="en-GB" sz="1100" b="0" i="1" dirty="0">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B24D37F7-CC18-2FC3-5051-E053CD39F4A7}"/>
                  </a:ext>
                </a:extLst>
              </p:cNvPr>
              <p:cNvSpPr txBox="1">
                <a:spLocks noRot="1" noChangeAspect="1" noMove="1" noResize="1" noEditPoints="1" noAdjustHandles="1" noChangeArrowheads="1" noChangeShapeType="1" noTextEdit="1"/>
              </p:cNvSpPr>
              <p:nvPr/>
            </p:nvSpPr>
            <p:spPr>
              <a:xfrm>
                <a:off x="1057484" y="4705784"/>
                <a:ext cx="1360767" cy="1038169"/>
              </a:xfrm>
              <a:prstGeom prst="rect">
                <a:avLst/>
              </a:prstGeom>
              <a:blipFill>
                <a:blip r:embed="rId11"/>
                <a:stretch>
                  <a:fillRect/>
                </a:stretch>
              </a:blipFill>
            </p:spPr>
            <p:txBody>
              <a:bodyPr/>
              <a:lstStyle/>
              <a:p>
                <a:r>
                  <a:rPr lang="en-GB">
                    <a:noFill/>
                  </a:rPr>
                  <a:t> </a:t>
                </a:r>
              </a:p>
            </p:txBody>
          </p:sp>
        </mc:Fallback>
      </mc:AlternateContent>
      <p:sp>
        <p:nvSpPr>
          <p:cNvPr id="19" name="TextBox 18">
            <a:extLst>
              <a:ext uri="{FF2B5EF4-FFF2-40B4-BE49-F238E27FC236}">
                <a16:creationId xmlns:a16="http://schemas.microsoft.com/office/drawing/2014/main" id="{66A05CFB-867B-FCA7-571B-553629649773}"/>
              </a:ext>
            </a:extLst>
          </p:cNvPr>
          <p:cNvSpPr txBox="1"/>
          <p:nvPr/>
        </p:nvSpPr>
        <p:spPr>
          <a:xfrm>
            <a:off x="2766987" y="5611021"/>
            <a:ext cx="1632411" cy="107721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Apply the positive power and then find the reciprocal</a:t>
            </a:r>
          </a:p>
        </p:txBody>
      </p:sp>
      <p:cxnSp>
        <p:nvCxnSpPr>
          <p:cNvPr id="20" name="Straight Arrow Connector 19">
            <a:extLst>
              <a:ext uri="{FF2B5EF4-FFF2-40B4-BE49-F238E27FC236}">
                <a16:creationId xmlns:a16="http://schemas.microsoft.com/office/drawing/2014/main" id="{525D6FCF-B38F-EC6A-CC4D-D2B01416D6AA}"/>
              </a:ext>
            </a:extLst>
          </p:cNvPr>
          <p:cNvCxnSpPr>
            <a:cxnSpLocks/>
          </p:cNvCxnSpPr>
          <p:nvPr/>
        </p:nvCxnSpPr>
        <p:spPr>
          <a:xfrm flipH="1" flipV="1">
            <a:off x="3253604" y="5412354"/>
            <a:ext cx="583560" cy="2999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C9C22736-7611-59D0-245C-21A854C75C95}"/>
                  </a:ext>
                </a:extLst>
              </p:cNvPr>
              <p:cNvSpPr txBox="1"/>
              <p:nvPr/>
            </p:nvSpPr>
            <p:spPr>
              <a:xfrm>
                <a:off x="2517807" y="4205169"/>
                <a:ext cx="1888593" cy="58477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Split the power into </a:t>
                </a:r>
                <a14:m>
                  <m:oMath xmlns:m="http://schemas.openxmlformats.org/officeDocument/2006/math">
                    <m:r>
                      <a:rPr lang="en-GB" sz="1600" b="0" i="0" smtClean="0">
                        <a:latin typeface="Cambria Math" panose="02040503050406030204" pitchFamily="18" charset="0"/>
                      </a:rPr>
                      <m:t>3</m:t>
                    </m:r>
                    <m:r>
                      <a:rPr lang="en-GB" sz="1600" b="0" i="1" smtClean="0">
                        <a:latin typeface="Cambria Math" panose="02040503050406030204" pitchFamily="18" charset="0"/>
                      </a:rPr>
                      <m:t>×</m:t>
                    </m:r>
                    <m:r>
                      <a:rPr lang="en-GB" sz="1600" i="1">
                        <a:latin typeface="Cambria Math" panose="02040503050406030204" pitchFamily="18" charset="0"/>
                      </a:rPr>
                      <m:t>−1</m:t>
                    </m:r>
                  </m:oMath>
                </a14:m>
                <a:endParaRPr lang="en-GB" sz="1600" dirty="0"/>
              </a:p>
            </p:txBody>
          </p:sp>
        </mc:Choice>
        <mc:Fallback xmlns="">
          <p:sp>
            <p:nvSpPr>
              <p:cNvPr id="23" name="TextBox 22">
                <a:extLst>
                  <a:ext uri="{FF2B5EF4-FFF2-40B4-BE49-F238E27FC236}">
                    <a16:creationId xmlns:a16="http://schemas.microsoft.com/office/drawing/2014/main" id="{C9C22736-7611-59D0-245C-21A854C75C95}"/>
                  </a:ext>
                </a:extLst>
              </p:cNvPr>
              <p:cNvSpPr txBox="1">
                <a:spLocks noRot="1" noChangeAspect="1" noMove="1" noResize="1" noEditPoints="1" noAdjustHandles="1" noChangeArrowheads="1" noChangeShapeType="1" noTextEdit="1"/>
              </p:cNvSpPr>
              <p:nvPr/>
            </p:nvSpPr>
            <p:spPr>
              <a:xfrm>
                <a:off x="2517807" y="4205169"/>
                <a:ext cx="1888593" cy="584775"/>
              </a:xfrm>
              <a:prstGeom prst="rect">
                <a:avLst/>
              </a:prstGeom>
              <a:blipFill>
                <a:blip r:embed="rId12"/>
                <a:stretch>
                  <a:fillRect t="-2000" b="-9000"/>
                </a:stretch>
              </a:blipFill>
            </p:spPr>
            <p:txBody>
              <a:bodyPr/>
              <a:lstStyle/>
              <a:p>
                <a:r>
                  <a:rPr lang="en-GB">
                    <a:noFill/>
                  </a:rPr>
                  <a:t> </a:t>
                </a:r>
              </a:p>
            </p:txBody>
          </p:sp>
        </mc:Fallback>
      </mc:AlternateContent>
      <p:cxnSp>
        <p:nvCxnSpPr>
          <p:cNvPr id="31" name="Straight Arrow Connector 30">
            <a:extLst>
              <a:ext uri="{FF2B5EF4-FFF2-40B4-BE49-F238E27FC236}">
                <a16:creationId xmlns:a16="http://schemas.microsoft.com/office/drawing/2014/main" id="{B5824C48-99BD-0070-2AB0-B59765D18350}"/>
              </a:ext>
            </a:extLst>
          </p:cNvPr>
          <p:cNvCxnSpPr>
            <a:cxnSpLocks/>
            <a:stCxn id="23" idx="1"/>
          </p:cNvCxnSpPr>
          <p:nvPr/>
        </p:nvCxnSpPr>
        <p:spPr>
          <a:xfrm flipH="1">
            <a:off x="2154285" y="4497557"/>
            <a:ext cx="363522" cy="2607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9EA97FB-799B-6214-CDD7-393C4A454B62}"/>
                  </a:ext>
                </a:extLst>
              </p:cNvPr>
              <p:cNvSpPr txBox="1"/>
              <p:nvPr/>
            </p:nvSpPr>
            <p:spPr>
              <a:xfrm>
                <a:off x="520752" y="2159497"/>
                <a:ext cx="1881400" cy="95404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sSup>
                        <m:sSupPr>
                          <m:ctrlPr>
                            <a:rPr lang="en-GB" sz="1800" b="0" i="1" smtClean="0">
                              <a:latin typeface="Cambria Math" panose="02040503050406030204" pitchFamily="18" charset="0"/>
                            </a:rPr>
                          </m:ctrlPr>
                        </m:sSupPr>
                        <m:e>
                          <m:d>
                            <m:dPr>
                              <m:ctrlPr>
                                <a:rPr lang="en-GB" sz="1800" b="0" i="1" smtClean="0">
                                  <a:latin typeface="Cambria Math" panose="02040503050406030204" pitchFamily="18" charset="0"/>
                                </a:rPr>
                              </m:ctrlPr>
                            </m:dPr>
                            <m:e>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5</m:t>
                                  </m:r>
                                </m:num>
                                <m:den>
                                  <m:r>
                                    <a:rPr lang="en-GB" sz="1800" b="0" i="1" smtClean="0">
                                      <a:latin typeface="Cambria Math" panose="02040503050406030204" pitchFamily="18" charset="0"/>
                                    </a:rPr>
                                    <m:t>2</m:t>
                                  </m:r>
                                </m:den>
                              </m:f>
                            </m:e>
                          </m:d>
                        </m:e>
                        <m:sup>
                          <m:r>
                            <a:rPr lang="en-GB" sz="1800" b="0" i="1" smtClean="0">
                              <a:latin typeface="Cambria Math" panose="02040503050406030204" pitchFamily="18" charset="0"/>
                            </a:rPr>
                            <m:t>2</m:t>
                          </m:r>
                        </m:sup>
                      </m:sSup>
                    </m:oMath>
                  </m:oMathPara>
                </a14:m>
                <a:endParaRPr lang="en-GB" sz="1800" b="0" dirty="0"/>
              </a:p>
              <a:p>
                <a:pPr algn="ctr"/>
                <a:endParaRPr lang="en-GB" sz="1200" dirty="0"/>
              </a:p>
            </p:txBody>
          </p:sp>
        </mc:Choice>
        <mc:Fallback xmlns="">
          <p:sp>
            <p:nvSpPr>
              <p:cNvPr id="32" name="TextBox 31">
                <a:extLst>
                  <a:ext uri="{FF2B5EF4-FFF2-40B4-BE49-F238E27FC236}">
                    <a16:creationId xmlns:a16="http://schemas.microsoft.com/office/drawing/2014/main" id="{99EA97FB-799B-6214-CDD7-393C4A454B62}"/>
                  </a:ext>
                </a:extLst>
              </p:cNvPr>
              <p:cNvSpPr txBox="1">
                <a:spLocks noRot="1" noChangeAspect="1" noMove="1" noResize="1" noEditPoints="1" noAdjustHandles="1" noChangeArrowheads="1" noChangeShapeType="1" noTextEdit="1"/>
              </p:cNvSpPr>
              <p:nvPr/>
            </p:nvSpPr>
            <p:spPr>
              <a:xfrm>
                <a:off x="520752" y="2159497"/>
                <a:ext cx="1881400" cy="954044"/>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6C32E43-7451-D0EE-B3A7-81381701619B}"/>
                  </a:ext>
                </a:extLst>
              </p:cNvPr>
              <p:cNvSpPr txBox="1"/>
              <p:nvPr/>
            </p:nvSpPr>
            <p:spPr>
              <a:xfrm>
                <a:off x="926180" y="2958821"/>
                <a:ext cx="1360317" cy="616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 =</m:t>
                      </m:r>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25</m:t>
                          </m:r>
                        </m:num>
                        <m:den>
                          <m:r>
                            <a:rPr lang="en-GB" sz="1800" b="0" i="1" smtClean="0">
                              <a:latin typeface="Cambria Math" panose="02040503050406030204" pitchFamily="18" charset="0"/>
                            </a:rPr>
                            <m:t>4</m:t>
                          </m:r>
                        </m:den>
                      </m:f>
                      <m:r>
                        <a:rPr lang="en-GB" sz="1800" b="0" i="1" smtClean="0">
                          <a:latin typeface="Cambria Math" panose="02040503050406030204" pitchFamily="18" charset="0"/>
                        </a:rPr>
                        <m:t>=6</m:t>
                      </m:r>
                      <m:f>
                        <m:fPr>
                          <m:ctrlPr>
                            <a:rPr lang="en-GB" sz="1800" b="0" i="1" smtClean="0">
                              <a:latin typeface="Cambria Math" panose="02040503050406030204" pitchFamily="18" charset="0"/>
                            </a:rPr>
                          </m:ctrlPr>
                        </m:fPr>
                        <m:num>
                          <m:r>
                            <a:rPr lang="en-GB" sz="1800" b="0" i="1" smtClean="0">
                              <a:latin typeface="Cambria Math" panose="02040503050406030204" pitchFamily="18" charset="0"/>
                            </a:rPr>
                            <m:t>1</m:t>
                          </m:r>
                        </m:num>
                        <m:den>
                          <m:r>
                            <a:rPr lang="en-GB" sz="1800" b="0" i="1" smtClean="0">
                              <a:latin typeface="Cambria Math" panose="02040503050406030204" pitchFamily="18" charset="0"/>
                            </a:rPr>
                            <m:t>4</m:t>
                          </m:r>
                        </m:den>
                      </m:f>
                    </m:oMath>
                  </m:oMathPara>
                </a14:m>
                <a:endParaRPr lang="en-GB" dirty="0"/>
              </a:p>
            </p:txBody>
          </p:sp>
        </mc:Choice>
        <mc:Fallback xmlns="">
          <p:sp>
            <p:nvSpPr>
              <p:cNvPr id="33" name="TextBox 32">
                <a:extLst>
                  <a:ext uri="{FF2B5EF4-FFF2-40B4-BE49-F238E27FC236}">
                    <a16:creationId xmlns:a16="http://schemas.microsoft.com/office/drawing/2014/main" id="{E6C32E43-7451-D0EE-B3A7-81381701619B}"/>
                  </a:ext>
                </a:extLst>
              </p:cNvPr>
              <p:cNvSpPr txBox="1">
                <a:spLocks noRot="1" noChangeAspect="1" noMove="1" noResize="1" noEditPoints="1" noAdjustHandles="1" noChangeArrowheads="1" noChangeShapeType="1" noTextEdit="1"/>
              </p:cNvSpPr>
              <p:nvPr/>
            </p:nvSpPr>
            <p:spPr>
              <a:xfrm>
                <a:off x="926180" y="2958821"/>
                <a:ext cx="1360317" cy="616515"/>
              </a:xfrm>
              <a:prstGeom prst="rect">
                <a:avLst/>
              </a:prstGeom>
              <a:blipFill>
                <a:blip r:embed="rId14"/>
                <a:stretch>
                  <a:fillRect/>
                </a:stretch>
              </a:blipFill>
            </p:spPr>
            <p:txBody>
              <a:bodyPr/>
              <a:lstStyle/>
              <a:p>
                <a:r>
                  <a:rPr lang="en-GB">
                    <a:noFill/>
                  </a:rPr>
                  <a:t> </a:t>
                </a:r>
              </a:p>
            </p:txBody>
          </p:sp>
        </mc:Fallback>
      </mc:AlternateContent>
      <p:sp>
        <p:nvSpPr>
          <p:cNvPr id="34" name="TextBox 33">
            <a:extLst>
              <a:ext uri="{FF2B5EF4-FFF2-40B4-BE49-F238E27FC236}">
                <a16:creationId xmlns:a16="http://schemas.microsoft.com/office/drawing/2014/main" id="{7DECFE97-FFD5-7626-6B83-3533A53E53C9}"/>
              </a:ext>
            </a:extLst>
          </p:cNvPr>
          <p:cNvSpPr txBox="1"/>
          <p:nvPr/>
        </p:nvSpPr>
        <p:spPr>
          <a:xfrm>
            <a:off x="2778137" y="2374854"/>
            <a:ext cx="1626303" cy="107721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GB" sz="1600" dirty="0"/>
              <a:t>Find the reciprocal and then apply the positive power.</a:t>
            </a:r>
          </a:p>
        </p:txBody>
      </p:sp>
      <p:cxnSp>
        <p:nvCxnSpPr>
          <p:cNvPr id="35" name="Straight Arrow Connector 34">
            <a:extLst>
              <a:ext uri="{FF2B5EF4-FFF2-40B4-BE49-F238E27FC236}">
                <a16:creationId xmlns:a16="http://schemas.microsoft.com/office/drawing/2014/main" id="{86ED14CB-4DE6-57D6-987A-E602F27588C8}"/>
              </a:ext>
            </a:extLst>
          </p:cNvPr>
          <p:cNvCxnSpPr>
            <a:cxnSpLocks/>
            <a:stCxn id="34" idx="1"/>
          </p:cNvCxnSpPr>
          <p:nvPr/>
        </p:nvCxnSpPr>
        <p:spPr>
          <a:xfrm flipH="1" flipV="1">
            <a:off x="2276916" y="2519652"/>
            <a:ext cx="501221" cy="3938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E959B1E-6204-103C-7C1D-BA2E5DF6CBC3}"/>
                  </a:ext>
                </a:extLst>
              </p:cNvPr>
              <p:cNvSpPr txBox="1"/>
              <p:nvPr/>
            </p:nvSpPr>
            <p:spPr>
              <a:xfrm>
                <a:off x="1994713" y="4850544"/>
                <a:ext cx="1651093" cy="7688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27</m:t>
                                  </m:r>
                                </m:num>
                                <m:den>
                                  <m:r>
                                    <a:rPr lang="en-GB" i="1" smtClean="0">
                                      <a:latin typeface="Cambria Math" panose="02040503050406030204" pitchFamily="18" charset="0"/>
                                    </a:rPr>
                                    <m:t>1</m:t>
                                  </m:r>
                                  <m:r>
                                    <a:rPr lang="en-GB" b="0" i="1" smtClean="0">
                                      <a:latin typeface="Cambria Math" panose="02040503050406030204" pitchFamily="18" charset="0"/>
                                    </a:rPr>
                                    <m:t>25</m:t>
                                  </m:r>
                                </m:den>
                              </m:f>
                            </m:e>
                          </m:d>
                        </m:e>
                        <m:sup>
                          <m:r>
                            <a:rPr lang="en-GB" b="0" i="1" smtClean="0">
                              <a:latin typeface="Cambria Math" panose="02040503050406030204" pitchFamily="18" charset="0"/>
                            </a:rPr>
                            <m:t>−1</m:t>
                          </m:r>
                        </m:sup>
                      </m:sSup>
                    </m:oMath>
                  </m:oMathPara>
                </a14:m>
                <a:endParaRPr lang="en-GB" b="0" dirty="0"/>
              </a:p>
            </p:txBody>
          </p:sp>
        </mc:Choice>
        <mc:Fallback xmlns="">
          <p:sp>
            <p:nvSpPr>
              <p:cNvPr id="36" name="TextBox 35">
                <a:extLst>
                  <a:ext uri="{FF2B5EF4-FFF2-40B4-BE49-F238E27FC236}">
                    <a16:creationId xmlns:a16="http://schemas.microsoft.com/office/drawing/2014/main" id="{EE959B1E-6204-103C-7C1D-BA2E5DF6CBC3}"/>
                  </a:ext>
                </a:extLst>
              </p:cNvPr>
              <p:cNvSpPr txBox="1">
                <a:spLocks noRot="1" noChangeAspect="1" noMove="1" noResize="1" noEditPoints="1" noAdjustHandles="1" noChangeArrowheads="1" noChangeShapeType="1" noTextEdit="1"/>
              </p:cNvSpPr>
              <p:nvPr/>
            </p:nvSpPr>
            <p:spPr>
              <a:xfrm>
                <a:off x="1994713" y="4850544"/>
                <a:ext cx="1651093" cy="768800"/>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8A4A96E-F43E-F285-2340-83A7153CD6CA}"/>
                  </a:ext>
                </a:extLst>
              </p:cNvPr>
              <p:cNvSpPr txBox="1"/>
              <p:nvPr/>
            </p:nvSpPr>
            <p:spPr>
              <a:xfrm>
                <a:off x="912320" y="5778347"/>
                <a:ext cx="1651093" cy="6173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125</m:t>
                          </m:r>
                        </m:num>
                        <m:den>
                          <m:r>
                            <a:rPr lang="en-GB" b="0" i="1" smtClean="0">
                              <a:latin typeface="Cambria Math" panose="02040503050406030204" pitchFamily="18" charset="0"/>
                            </a:rPr>
                            <m:t>27</m:t>
                          </m:r>
                        </m:den>
                      </m:f>
                      <m:r>
                        <a:rPr lang="en-GB" b="0" i="1" smtClean="0">
                          <a:latin typeface="Cambria Math" panose="02040503050406030204" pitchFamily="18" charset="0"/>
                        </a:rPr>
                        <m:t>=4</m:t>
                      </m:r>
                      <m:f>
                        <m:fPr>
                          <m:ctrlPr>
                            <a:rPr lang="en-GB" b="0" i="1" smtClean="0">
                              <a:latin typeface="Cambria Math" panose="02040503050406030204" pitchFamily="18" charset="0"/>
                            </a:rPr>
                          </m:ctrlPr>
                        </m:fPr>
                        <m:num>
                          <m:r>
                            <a:rPr lang="en-GB" b="0" i="1" smtClean="0">
                              <a:latin typeface="Cambria Math" panose="02040503050406030204" pitchFamily="18" charset="0"/>
                            </a:rPr>
                            <m:t>17</m:t>
                          </m:r>
                        </m:num>
                        <m:den>
                          <m:r>
                            <a:rPr lang="en-GB" b="0" i="1" smtClean="0">
                              <a:latin typeface="Cambria Math" panose="02040503050406030204" pitchFamily="18" charset="0"/>
                            </a:rPr>
                            <m:t>27</m:t>
                          </m:r>
                        </m:den>
                      </m:f>
                    </m:oMath>
                  </m:oMathPara>
                </a14:m>
                <a:endParaRPr lang="en-GB" dirty="0"/>
              </a:p>
            </p:txBody>
          </p:sp>
        </mc:Choice>
        <mc:Fallback xmlns="">
          <p:sp>
            <p:nvSpPr>
              <p:cNvPr id="41" name="TextBox 40">
                <a:extLst>
                  <a:ext uri="{FF2B5EF4-FFF2-40B4-BE49-F238E27FC236}">
                    <a16:creationId xmlns:a16="http://schemas.microsoft.com/office/drawing/2014/main" id="{C8A4A96E-F43E-F285-2340-83A7153CD6CA}"/>
                  </a:ext>
                </a:extLst>
              </p:cNvPr>
              <p:cNvSpPr txBox="1">
                <a:spLocks noRot="1" noChangeAspect="1" noMove="1" noResize="1" noEditPoints="1" noAdjustHandles="1" noChangeArrowheads="1" noChangeShapeType="1" noTextEdit="1"/>
              </p:cNvSpPr>
              <p:nvPr/>
            </p:nvSpPr>
            <p:spPr>
              <a:xfrm>
                <a:off x="912320" y="5778347"/>
                <a:ext cx="1651093" cy="617348"/>
              </a:xfrm>
              <a:prstGeom prst="rect">
                <a:avLst/>
              </a:prstGeom>
              <a:blipFill>
                <a:blip r:embed="rId16"/>
                <a:stretch>
                  <a:fillRect/>
                </a:stretch>
              </a:blipFill>
            </p:spPr>
            <p:txBody>
              <a:bodyPr/>
              <a:lstStyle/>
              <a:p>
                <a:r>
                  <a:rPr lang="en-GB">
                    <a:noFill/>
                  </a:rPr>
                  <a:t> </a:t>
                </a:r>
              </a:p>
            </p:txBody>
          </p:sp>
        </mc:Fallback>
      </mc:AlternateContent>
      <p:grpSp>
        <p:nvGrpSpPr>
          <p:cNvPr id="42" name="Group 41">
            <a:extLst>
              <a:ext uri="{FF2B5EF4-FFF2-40B4-BE49-F238E27FC236}">
                <a16:creationId xmlns:a16="http://schemas.microsoft.com/office/drawing/2014/main" id="{63B74550-DD6F-C061-E4C6-EB123B4771C1}"/>
              </a:ext>
            </a:extLst>
          </p:cNvPr>
          <p:cNvGrpSpPr/>
          <p:nvPr/>
        </p:nvGrpSpPr>
        <p:grpSpPr>
          <a:xfrm flipH="1">
            <a:off x="2407941" y="3022138"/>
            <a:ext cx="719509" cy="523220"/>
            <a:chOff x="10276843" y="435362"/>
            <a:chExt cx="1340609" cy="969892"/>
          </a:xfrm>
        </p:grpSpPr>
        <p:pic>
          <p:nvPicPr>
            <p:cNvPr id="43" name="Graphic 42" descr="Man with thick hair">
              <a:extLst>
                <a:ext uri="{FF2B5EF4-FFF2-40B4-BE49-F238E27FC236}">
                  <a16:creationId xmlns:a16="http://schemas.microsoft.com/office/drawing/2014/main" id="{B32BD612-E315-3B68-C629-395714FCA9CC}"/>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0803416" y="435362"/>
              <a:ext cx="609331" cy="667760"/>
            </a:xfrm>
            <a:prstGeom prst="rect">
              <a:avLst/>
            </a:prstGeom>
          </p:spPr>
        </p:pic>
        <p:pic>
          <p:nvPicPr>
            <p:cNvPr id="44" name="Graphic 43" descr="A man in a robe">
              <a:extLst>
                <a:ext uri="{FF2B5EF4-FFF2-40B4-BE49-F238E27FC236}">
                  <a16:creationId xmlns:a16="http://schemas.microsoft.com/office/drawing/2014/main" id="{5B92BC4D-8FE0-9169-38E0-06BABE5FB8A5}"/>
                </a:ext>
              </a:extLst>
            </p:cNvPr>
            <p:cNvPicPr>
              <a:picLocks noChangeAspect="1"/>
            </p:cNvPicPr>
            <p:nvPr/>
          </p:nvPicPr>
          <p:blipFill rotWithShape="1">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rcRect r="46888" b="88102"/>
            <a:stretch/>
          </p:blipFill>
          <p:spPr>
            <a:xfrm>
              <a:off x="10276843" y="930415"/>
              <a:ext cx="1340609" cy="474839"/>
            </a:xfrm>
            <a:prstGeom prst="rect">
              <a:avLst/>
            </a:prstGeom>
          </p:spPr>
        </p:pic>
        <p:pic>
          <p:nvPicPr>
            <p:cNvPr id="45" name="Graphic 44" descr="A face with closed eyes">
              <a:extLst>
                <a:ext uri="{FF2B5EF4-FFF2-40B4-BE49-F238E27FC236}">
                  <a16:creationId xmlns:a16="http://schemas.microsoft.com/office/drawing/2014/main" id="{3587F701-FF20-18AC-5541-D39E4E9AA66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981427" y="694624"/>
              <a:ext cx="304800" cy="304800"/>
            </a:xfrm>
            <a:prstGeom prst="rect">
              <a:avLst/>
            </a:prstGeom>
          </p:spPr>
        </p:pic>
        <p:pic>
          <p:nvPicPr>
            <p:cNvPr id="46" name="Graphic 45" descr="A short beard">
              <a:extLst>
                <a:ext uri="{FF2B5EF4-FFF2-40B4-BE49-F238E27FC236}">
                  <a16:creationId xmlns:a16="http://schemas.microsoft.com/office/drawing/2014/main" id="{762CED89-4EBF-593A-4B69-A6079314FF0F}"/>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873057" y="806181"/>
              <a:ext cx="447675" cy="333375"/>
            </a:xfrm>
            <a:prstGeom prst="rect">
              <a:avLst/>
            </a:prstGeom>
          </p:spPr>
        </p:pic>
      </p:grpSp>
      <p:grpSp>
        <p:nvGrpSpPr>
          <p:cNvPr id="47" name="Group 46">
            <a:extLst>
              <a:ext uri="{FF2B5EF4-FFF2-40B4-BE49-F238E27FC236}">
                <a16:creationId xmlns:a16="http://schemas.microsoft.com/office/drawing/2014/main" id="{8353A7E1-71C2-1438-08A1-9DDA499D4DCF}"/>
              </a:ext>
            </a:extLst>
          </p:cNvPr>
          <p:cNvGrpSpPr/>
          <p:nvPr/>
        </p:nvGrpSpPr>
        <p:grpSpPr>
          <a:xfrm>
            <a:off x="2336046" y="6172039"/>
            <a:ext cx="746033" cy="573381"/>
            <a:chOff x="3740181" y="1085352"/>
            <a:chExt cx="1313781" cy="1009736"/>
          </a:xfrm>
        </p:grpSpPr>
        <p:grpSp>
          <p:nvGrpSpPr>
            <p:cNvPr id="48" name="Group 47">
              <a:extLst>
                <a:ext uri="{FF2B5EF4-FFF2-40B4-BE49-F238E27FC236}">
                  <a16:creationId xmlns:a16="http://schemas.microsoft.com/office/drawing/2014/main" id="{1FC68CB5-38E1-E677-3830-F28CE7F483B7}"/>
                </a:ext>
              </a:extLst>
            </p:cNvPr>
            <p:cNvGrpSpPr/>
            <p:nvPr/>
          </p:nvGrpSpPr>
          <p:grpSpPr>
            <a:xfrm>
              <a:off x="3740181" y="1191691"/>
              <a:ext cx="1313781" cy="903397"/>
              <a:chOff x="5376862" y="1343008"/>
              <a:chExt cx="1438275" cy="999188"/>
            </a:xfrm>
          </p:grpSpPr>
          <p:pic>
            <p:nvPicPr>
              <p:cNvPr id="50" name="Graphic 49" descr="Boy wearing backpack">
                <a:extLst>
                  <a:ext uri="{FF2B5EF4-FFF2-40B4-BE49-F238E27FC236}">
                    <a16:creationId xmlns:a16="http://schemas.microsoft.com/office/drawing/2014/main" id="{4D3DAD35-965F-E877-9CEF-035A4136EDE6}"/>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b="85216"/>
              <a:stretch/>
            </p:blipFill>
            <p:spPr>
              <a:xfrm>
                <a:off x="5376862" y="1885949"/>
                <a:ext cx="1438275" cy="456247"/>
              </a:xfrm>
              <a:prstGeom prst="rect">
                <a:avLst/>
              </a:prstGeom>
            </p:spPr>
          </p:pic>
          <p:pic>
            <p:nvPicPr>
              <p:cNvPr id="51" name="Graphic 50" descr="Girl with braided hair">
                <a:extLst>
                  <a:ext uri="{FF2B5EF4-FFF2-40B4-BE49-F238E27FC236}">
                    <a16:creationId xmlns:a16="http://schemas.microsoft.com/office/drawing/2014/main" id="{9552E73A-1265-E2BA-A686-43FA36C531E3}"/>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5825079" y="1343008"/>
                <a:ext cx="704851" cy="923925"/>
              </a:xfrm>
              <a:prstGeom prst="rect">
                <a:avLst/>
              </a:prstGeom>
            </p:spPr>
          </p:pic>
          <p:pic>
            <p:nvPicPr>
              <p:cNvPr id="52" name="Graphic 51" descr="An eye rolling face">
                <a:extLst>
                  <a:ext uri="{FF2B5EF4-FFF2-40B4-BE49-F238E27FC236}">
                    <a16:creationId xmlns:a16="http://schemas.microsoft.com/office/drawing/2014/main" id="{703BCD42-3E63-C3B0-AF91-2C4C985200A4}"/>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086763" y="1629333"/>
                <a:ext cx="304800" cy="314325"/>
              </a:xfrm>
              <a:prstGeom prst="rect">
                <a:avLst/>
              </a:prstGeom>
            </p:spPr>
          </p:pic>
        </p:grpSp>
        <p:pic>
          <p:nvPicPr>
            <p:cNvPr id="49" name="Graphic 48" descr="Hat with a baseball">
              <a:extLst>
                <a:ext uri="{FF2B5EF4-FFF2-40B4-BE49-F238E27FC236}">
                  <a16:creationId xmlns:a16="http://schemas.microsoft.com/office/drawing/2014/main" id="{21530460-8CE3-66BC-733D-253C28897DC8}"/>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4172119" y="1085352"/>
              <a:ext cx="680869" cy="419100"/>
            </a:xfrm>
            <a:prstGeom prst="rect">
              <a:avLst/>
            </a:prstGeom>
          </p:spPr>
        </p:pic>
      </p:gr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D0DFB8A-E52E-0D5D-8EE3-BFCF1A7655E0}"/>
                  </a:ext>
                </a:extLst>
              </p:cNvPr>
              <p:cNvSpPr txBox="1"/>
              <p:nvPr/>
            </p:nvSpPr>
            <p:spPr>
              <a:xfrm>
                <a:off x="-1213536" y="4104219"/>
                <a:ext cx="4582390" cy="7693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GB" sz="1800" b="0" i="1" smtClean="0">
                              <a:latin typeface="Cambria Math" panose="02040503050406030204" pitchFamily="18" charset="0"/>
                            </a:rPr>
                          </m:ctrlPr>
                        </m:sSupPr>
                        <m:e>
                          <m:r>
                            <a:rPr lang="en-GB" sz="1800" b="0" i="1" smtClean="0">
                              <a:latin typeface="Cambria Math" panose="02040503050406030204" pitchFamily="18" charset="0"/>
                            </a:rPr>
                            <m:t>(0.6)</m:t>
                          </m:r>
                        </m:e>
                        <m:sup>
                          <m:r>
                            <a:rPr lang="en-GB" sz="1800" b="0" i="1" smtClean="0">
                              <a:latin typeface="Cambria Math" panose="02040503050406030204" pitchFamily="18" charset="0"/>
                            </a:rPr>
                            <m:t>−3</m:t>
                          </m:r>
                        </m:sup>
                      </m:sSup>
                      <m:r>
                        <a:rPr lang="en-GB" sz="1800"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b="0" i="1" smtClean="0">
                                      <a:latin typeface="Cambria Math" panose="02040503050406030204" pitchFamily="18" charset="0"/>
                                    </a:rPr>
                                    <m:t>3</m:t>
                                  </m:r>
                                </m:num>
                                <m:den>
                                  <m:r>
                                    <a:rPr lang="en-GB" i="1">
                                      <a:latin typeface="Cambria Math" panose="02040503050406030204" pitchFamily="18" charset="0"/>
                                    </a:rPr>
                                    <m:t>5</m:t>
                                  </m:r>
                                </m:den>
                              </m:f>
                            </m:e>
                          </m:d>
                        </m:e>
                        <m:sup>
                          <m:r>
                            <a:rPr lang="en-GB" b="0" i="1" smtClean="0">
                              <a:latin typeface="Cambria Math" panose="02040503050406030204" pitchFamily="18" charset="0"/>
                            </a:rPr>
                            <m:t>−3</m:t>
                          </m:r>
                        </m:sup>
                      </m:sSup>
                    </m:oMath>
                  </m:oMathPara>
                </a14:m>
                <a:endParaRPr lang="en-GB" dirty="0"/>
              </a:p>
            </p:txBody>
          </p:sp>
        </mc:Choice>
        <mc:Fallback xmlns="">
          <p:sp>
            <p:nvSpPr>
              <p:cNvPr id="59" name="TextBox 58">
                <a:extLst>
                  <a:ext uri="{FF2B5EF4-FFF2-40B4-BE49-F238E27FC236}">
                    <a16:creationId xmlns:a16="http://schemas.microsoft.com/office/drawing/2014/main" id="{5D0DFB8A-E52E-0D5D-8EE3-BFCF1A7655E0}"/>
                  </a:ext>
                </a:extLst>
              </p:cNvPr>
              <p:cNvSpPr txBox="1">
                <a:spLocks noRot="1" noChangeAspect="1" noMove="1" noResize="1" noEditPoints="1" noAdjustHandles="1" noChangeArrowheads="1" noChangeShapeType="1" noTextEdit="1"/>
              </p:cNvSpPr>
              <p:nvPr/>
            </p:nvSpPr>
            <p:spPr>
              <a:xfrm>
                <a:off x="-1213536" y="4104219"/>
                <a:ext cx="4582390" cy="769378"/>
              </a:xfrm>
              <a:prstGeom prst="rect">
                <a:avLst/>
              </a:prstGeom>
              <a:blipFill>
                <a:blip r:embed="rId3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EFA56CE0-2036-24F5-BC10-70F2A525A510}"/>
                  </a:ext>
                </a:extLst>
              </p:cNvPr>
              <p:cNvSpPr txBox="1"/>
              <p:nvPr/>
            </p:nvSpPr>
            <p:spPr>
              <a:xfrm>
                <a:off x="5221913" y="4514081"/>
                <a:ext cx="2216549" cy="1038169"/>
              </a:xfrm>
              <a:prstGeom prst="rect">
                <a:avLst/>
              </a:prstGeom>
              <a:noFill/>
            </p:spPr>
            <p:txBody>
              <a:bodyPr wrap="square">
                <a:spAutoFit/>
              </a:bodyPr>
              <a:lstStyle/>
              <a:p>
                <a:pPr algn="ctr" defTabSz="717550">
                  <a:tabLst>
                    <a:tab pos="1081088" algn="l"/>
                  </a:tabLst>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sSup>
                        <m:sSupPr>
                          <m:ctrlPr>
                            <a:rPr lang="en-GB" sz="1800" b="0" i="1" smtClean="0">
                              <a:latin typeface="Cambria Math" panose="02040503050406030204" pitchFamily="18" charset="0"/>
                            </a:rPr>
                          </m:ctrlPr>
                        </m:sSupPr>
                        <m:e>
                          <m:d>
                            <m:dPr>
                              <m:ctrlPr>
                                <a:rPr lang="en-GB" i="1">
                                  <a:latin typeface="Cambria Math" panose="02040503050406030204" pitchFamily="18" charset="0"/>
                                </a:rPr>
                              </m:ctrlPr>
                            </m:dPr>
                            <m:e>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7</m:t>
                                          </m:r>
                                        </m:num>
                                        <m:den>
                                          <m:r>
                                            <a:rPr lang="en-GB" i="1">
                                              <a:latin typeface="Cambria Math" panose="02040503050406030204" pitchFamily="18" charset="0"/>
                                            </a:rPr>
                                            <m:t>20</m:t>
                                          </m:r>
                                        </m:den>
                                      </m:f>
                                    </m:e>
                                  </m:d>
                                </m:e>
                                <m:sup>
                                  <m:r>
                                    <a:rPr lang="en-GB" i="1">
                                      <a:latin typeface="Cambria Math" panose="02040503050406030204" pitchFamily="18" charset="0"/>
                                    </a:rPr>
                                    <m:t>2</m:t>
                                  </m:r>
                                </m:sup>
                              </m:sSup>
                            </m:e>
                          </m:d>
                        </m:e>
                        <m:sup>
                          <m:r>
                            <a:rPr lang="en-GB" sz="1800" b="0" i="1" smtClean="0">
                              <a:latin typeface="Cambria Math" panose="02040503050406030204" pitchFamily="18" charset="0"/>
                            </a:rPr>
                            <m:t>−1</m:t>
                          </m:r>
                        </m:sup>
                      </m:sSup>
                    </m:oMath>
                  </m:oMathPara>
                </a14:m>
                <a:endParaRPr lang="en-GB" sz="1800" b="0" dirty="0"/>
              </a:p>
            </p:txBody>
          </p:sp>
        </mc:Choice>
        <mc:Fallback xmlns="">
          <p:sp>
            <p:nvSpPr>
              <p:cNvPr id="69" name="TextBox 68">
                <a:extLst>
                  <a:ext uri="{FF2B5EF4-FFF2-40B4-BE49-F238E27FC236}">
                    <a16:creationId xmlns:a16="http://schemas.microsoft.com/office/drawing/2014/main" id="{EFA56CE0-2036-24F5-BC10-70F2A525A510}"/>
                  </a:ext>
                </a:extLst>
              </p:cNvPr>
              <p:cNvSpPr txBox="1">
                <a:spLocks noRot="1" noChangeAspect="1" noMove="1" noResize="1" noEditPoints="1" noAdjustHandles="1" noChangeArrowheads="1" noChangeShapeType="1" noTextEdit="1"/>
              </p:cNvSpPr>
              <p:nvPr/>
            </p:nvSpPr>
            <p:spPr>
              <a:xfrm>
                <a:off x="5221913" y="4514081"/>
                <a:ext cx="2216549" cy="1038169"/>
              </a:xfrm>
              <a:prstGeom prst="rect">
                <a:avLst/>
              </a:prstGeom>
              <a:blipFill>
                <a:blip r:embed="rId3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31B45-2ED7-B206-A9D7-753CD3EE5860}"/>
                  </a:ext>
                </a:extLst>
              </p:cNvPr>
              <p:cNvSpPr txBox="1"/>
              <p:nvPr/>
            </p:nvSpPr>
            <p:spPr>
              <a:xfrm>
                <a:off x="5289924" y="5457511"/>
                <a:ext cx="1706501" cy="6727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sz="1800" b="0" i="1" smtClean="0">
                          <a:latin typeface="Cambria Math" panose="02040503050406030204" pitchFamily="18" charset="0"/>
                        </a:rPr>
                        <m:t>=</m:t>
                      </m:r>
                      <m:sSup>
                        <m:sSupPr>
                          <m:ctrlPr>
                            <a:rPr lang="en-GB" b="0" i="1" smtClean="0">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b="0" i="1" smtClean="0">
                                      <a:latin typeface="Cambria Math" panose="02040503050406030204" pitchFamily="18" charset="0"/>
                                    </a:rPr>
                                    <m:t>49</m:t>
                                  </m:r>
                                </m:num>
                                <m:den>
                                  <m:r>
                                    <a:rPr lang="en-US" b="0" i="1" smtClean="0">
                                      <a:latin typeface="Cambria Math" panose="02040503050406030204" pitchFamily="18" charset="0"/>
                                    </a:rPr>
                                    <m:t>4</m:t>
                                  </m:r>
                                  <m:r>
                                    <a:rPr lang="en-GB" b="0" i="1" smtClean="0">
                                      <a:latin typeface="Cambria Math" panose="02040503050406030204" pitchFamily="18" charset="0"/>
                                    </a:rPr>
                                    <m:t>00</m:t>
                                  </m:r>
                                </m:den>
                              </m:f>
                            </m:e>
                          </m:d>
                        </m:e>
                        <m:sup>
                          <m:r>
                            <a:rPr lang="en-GB" b="0" i="1" smtClean="0">
                              <a:latin typeface="Cambria Math" panose="02040503050406030204" pitchFamily="18" charset="0"/>
                            </a:rPr>
                            <m:t>−1</m:t>
                          </m:r>
                        </m:sup>
                      </m:sSup>
                    </m:oMath>
                  </m:oMathPara>
                </a14:m>
                <a:endParaRPr lang="en-GB" b="0" dirty="0"/>
              </a:p>
            </p:txBody>
          </p:sp>
        </mc:Choice>
        <mc:Fallback xmlns="">
          <p:sp>
            <p:nvSpPr>
              <p:cNvPr id="71" name="TextBox 70">
                <a:extLst>
                  <a:ext uri="{FF2B5EF4-FFF2-40B4-BE49-F238E27FC236}">
                    <a16:creationId xmlns:a16="http://schemas.microsoft.com/office/drawing/2014/main" id="{92131B45-2ED7-B206-A9D7-753CD3EE5860}"/>
                  </a:ext>
                </a:extLst>
              </p:cNvPr>
              <p:cNvSpPr txBox="1">
                <a:spLocks noRot="1" noChangeAspect="1" noMove="1" noResize="1" noEditPoints="1" noAdjustHandles="1" noChangeArrowheads="1" noChangeShapeType="1" noTextEdit="1"/>
              </p:cNvSpPr>
              <p:nvPr/>
            </p:nvSpPr>
            <p:spPr>
              <a:xfrm>
                <a:off x="5289924" y="5457511"/>
                <a:ext cx="1706501" cy="672748"/>
              </a:xfrm>
              <a:prstGeom prst="rect">
                <a:avLst/>
              </a:prstGeom>
              <a:blipFill>
                <a:blip r:embed="rId35"/>
                <a:stretch>
                  <a:fillRect b="-37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438F21D5-2325-F9B8-7A24-C60B4A4BA35B}"/>
                  </a:ext>
                </a:extLst>
              </p:cNvPr>
              <p:cNvSpPr txBox="1"/>
              <p:nvPr/>
            </p:nvSpPr>
            <p:spPr>
              <a:xfrm>
                <a:off x="5402673" y="6205632"/>
                <a:ext cx="1706501" cy="6127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400</m:t>
                          </m:r>
                        </m:num>
                        <m:den>
                          <m:r>
                            <a:rPr lang="en-GB" b="0" i="1" smtClean="0">
                              <a:latin typeface="Cambria Math" panose="02040503050406030204" pitchFamily="18" charset="0"/>
                            </a:rPr>
                            <m:t>49</m:t>
                          </m:r>
                        </m:den>
                      </m:f>
                      <m:r>
                        <a:rPr lang="en-GB" b="0" i="1" smtClean="0">
                          <a:latin typeface="Cambria Math" panose="02040503050406030204" pitchFamily="18" charset="0"/>
                        </a:rPr>
                        <m:t>=8</m:t>
                      </m:r>
                      <m:f>
                        <m:fPr>
                          <m:ctrlPr>
                            <a:rPr lang="en-GB" b="0" i="1" smtClean="0">
                              <a:latin typeface="Cambria Math" panose="02040503050406030204" pitchFamily="18" charset="0"/>
                            </a:rPr>
                          </m:ctrlPr>
                        </m:fPr>
                        <m:num>
                          <m:r>
                            <a:rPr lang="en-GB" b="0" i="1" smtClean="0">
                              <a:latin typeface="Cambria Math" panose="02040503050406030204" pitchFamily="18" charset="0"/>
                            </a:rPr>
                            <m:t>8</m:t>
                          </m:r>
                        </m:num>
                        <m:den>
                          <m:r>
                            <a:rPr lang="en-GB" b="0" i="1" smtClean="0">
                              <a:latin typeface="Cambria Math" panose="02040503050406030204" pitchFamily="18" charset="0"/>
                            </a:rPr>
                            <m:t>49</m:t>
                          </m:r>
                        </m:den>
                      </m:f>
                    </m:oMath>
                  </m:oMathPara>
                </a14:m>
                <a:endParaRPr lang="en-GB" dirty="0"/>
              </a:p>
            </p:txBody>
          </p:sp>
        </mc:Choice>
        <mc:Fallback xmlns="">
          <p:sp>
            <p:nvSpPr>
              <p:cNvPr id="73" name="TextBox 72">
                <a:extLst>
                  <a:ext uri="{FF2B5EF4-FFF2-40B4-BE49-F238E27FC236}">
                    <a16:creationId xmlns:a16="http://schemas.microsoft.com/office/drawing/2014/main" id="{438F21D5-2325-F9B8-7A24-C60B4A4BA35B}"/>
                  </a:ext>
                </a:extLst>
              </p:cNvPr>
              <p:cNvSpPr txBox="1">
                <a:spLocks noRot="1" noChangeAspect="1" noMove="1" noResize="1" noEditPoints="1" noAdjustHandles="1" noChangeArrowheads="1" noChangeShapeType="1" noTextEdit="1"/>
              </p:cNvSpPr>
              <p:nvPr/>
            </p:nvSpPr>
            <p:spPr>
              <a:xfrm>
                <a:off x="5402673" y="6205632"/>
                <a:ext cx="1706501" cy="612732"/>
              </a:xfrm>
              <a:prstGeom prst="rect">
                <a:avLst/>
              </a:prstGeom>
              <a:blipFill>
                <a:blip r:embed="rId36"/>
                <a:stretch>
                  <a:fillRect/>
                </a:stretch>
              </a:blipFill>
            </p:spPr>
            <p:txBody>
              <a:bodyPr/>
              <a:lstStyle/>
              <a:p>
                <a:r>
                  <a:rPr lang="en-GB">
                    <a:noFill/>
                  </a:rPr>
                  <a:t> </a:t>
                </a:r>
              </a:p>
            </p:txBody>
          </p:sp>
        </mc:Fallback>
      </mc:AlternateContent>
      <p:sp>
        <p:nvSpPr>
          <p:cNvPr id="40" name="Rectangle 39">
            <a:extLst>
              <a:ext uri="{FF2B5EF4-FFF2-40B4-BE49-F238E27FC236}">
                <a16:creationId xmlns:a16="http://schemas.microsoft.com/office/drawing/2014/main" id="{00E04497-1D7B-668A-EDD8-D43154ABD0C4}"/>
              </a:ext>
            </a:extLst>
          </p:cNvPr>
          <p:cNvSpPr/>
          <p:nvPr/>
        </p:nvSpPr>
        <p:spPr>
          <a:xfrm>
            <a:off x="4689271" y="3786863"/>
            <a:ext cx="4387636" cy="295855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
        <p:nvSpPr>
          <p:cNvPr id="39" name="Rectangle 38">
            <a:extLst>
              <a:ext uri="{FF2B5EF4-FFF2-40B4-BE49-F238E27FC236}">
                <a16:creationId xmlns:a16="http://schemas.microsoft.com/office/drawing/2014/main" id="{B6C326DF-6089-3BA9-6566-2E0C0C43C6C3}"/>
              </a:ext>
            </a:extLst>
          </p:cNvPr>
          <p:cNvSpPr/>
          <p:nvPr/>
        </p:nvSpPr>
        <p:spPr>
          <a:xfrm>
            <a:off x="4658557" y="1445616"/>
            <a:ext cx="4368388" cy="168504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endParaRPr kumimoji="0" lang="en-GB" sz="2400" b="1"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984557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xEl>
                                              <p:pRg st="0" end="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par>
                                <p:cTn id="61" presetID="1" presetClass="entr" presetSubtype="0" fill="hold" grpId="1" nodeType="withEffect">
                                  <p:stCondLst>
                                    <p:cond delay="0"/>
                                  </p:stCondLst>
                                  <p:childTnLst>
                                    <p:set>
                                      <p:cBhvr>
                                        <p:cTn id="62" dur="1" fill="hold">
                                          <p:stCondLst>
                                            <p:cond delay="0"/>
                                          </p:stCondLst>
                                        </p:cTn>
                                        <p:tgtEl>
                                          <p:spTgt spid="3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5" restart="whenNotActive" fill="hold" evtFilter="cancelBubble" nodeType="interactiveSeq">
                <p:stCondLst>
                  <p:cond evt="onClick" delay="0">
                    <p:tgtEl>
                      <p:spTgt spid="39"/>
                    </p:tgtEl>
                  </p:cond>
                </p:stCondLst>
                <p:endSync evt="end" delay="0">
                  <p:rtn val="all"/>
                </p:endSync>
                <p:childTnLst>
                  <p:par>
                    <p:cTn id="66" fill="hold">
                      <p:stCondLst>
                        <p:cond delay="0"/>
                      </p:stCondLst>
                      <p:childTnLst>
                        <p:par>
                          <p:cTn id="67" fill="hold">
                            <p:stCondLst>
                              <p:cond delay="0"/>
                            </p:stCondLst>
                            <p:childTnLst>
                              <p:par>
                                <p:cTn id="68" presetID="1" presetClass="exit" presetSubtype="0" fill="hold" grpId="0" nodeType="clickEffect">
                                  <p:stCondLst>
                                    <p:cond delay="0"/>
                                  </p:stCondLst>
                                  <p:childTnLst>
                                    <p:set>
                                      <p:cBhvr>
                                        <p:cTn id="69" dur="1" fill="hold">
                                          <p:stCondLst>
                                            <p:cond delay="0"/>
                                          </p:stCondLst>
                                        </p:cTn>
                                        <p:tgtEl>
                                          <p:spTgt spid="39"/>
                                        </p:tgtEl>
                                        <p:attrNameLst>
                                          <p:attrName>style.visibility</p:attrName>
                                        </p:attrNameLst>
                                      </p:cBhvr>
                                      <p:to>
                                        <p:strVal val="hidden"/>
                                      </p:to>
                                    </p:set>
                                  </p:childTnLst>
                                </p:cTn>
                              </p:par>
                              <p:par>
                                <p:cTn id="70" presetID="1" presetClass="entr" presetSubtype="0" fill="hold" grpId="0" nodeType="withEffect">
                                  <p:stCondLst>
                                    <p:cond delay="0"/>
                                  </p:stCondLst>
                                  <p:childTnLst>
                                    <p:set>
                                      <p:cBhvr>
                                        <p:cTn id="71" dur="1" fill="hold">
                                          <p:stCondLst>
                                            <p:cond delay="0"/>
                                          </p:stCondLst>
                                        </p:cTn>
                                        <p:tgtEl>
                                          <p:spTgt spid="10"/>
                                        </p:tgtEl>
                                        <p:attrNameLst>
                                          <p:attrName>style.visibility</p:attrName>
                                        </p:attrNameLst>
                                      </p:cBhvr>
                                      <p:to>
                                        <p:strVal val="visible"/>
                                      </p:to>
                                    </p:set>
                                  </p:childTnLst>
                                </p:cTn>
                              </p:par>
                              <p:par>
                                <p:cTn id="72" presetID="1" presetClass="entr" presetSubtype="0" fill="hold" grpId="1" nodeType="withEffect">
                                  <p:stCondLst>
                                    <p:cond delay="0"/>
                                  </p:stCondLst>
                                  <p:childTnLst>
                                    <p:set>
                                      <p:cBhvr>
                                        <p:cTn id="73" dur="1" fill="hold">
                                          <p:stCondLst>
                                            <p:cond delay="0"/>
                                          </p:stCondLst>
                                        </p:cTn>
                                        <p:tgtEl>
                                          <p:spTgt spid="40"/>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69"/>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71"/>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73"/>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3"/>
                                        </p:tgtEl>
                                        <p:attrNameLst>
                                          <p:attrName>style.visibility</p:attrName>
                                        </p:attrNameLst>
                                      </p:cBhvr>
                                      <p:to>
                                        <p:strVal val="visible"/>
                                      </p:to>
                                    </p:set>
                                  </p:childTnLst>
                                </p:cTn>
                              </p:par>
                            </p:childTnLst>
                          </p:cTn>
                        </p:par>
                      </p:childTnLst>
                    </p:cTn>
                  </p:par>
                </p:childTnLst>
              </p:cTn>
              <p:nextCondLst>
                <p:cond evt="onClick" delay="0">
                  <p:tgtEl>
                    <p:spTgt spid="39"/>
                  </p:tgtEl>
                </p:cond>
              </p:nextCondLst>
            </p:seq>
            <p:seq concurrent="1" nextAc="seek">
              <p:cTn id="86" restart="whenNotActive" fill="hold" evtFilter="cancelBubble" nodeType="interactiveSeq">
                <p:stCondLst>
                  <p:cond evt="onClick" delay="0">
                    <p:tgtEl>
                      <p:spTgt spid="40"/>
                    </p:tgtEl>
                  </p:cond>
                </p:stCondLst>
                <p:endSync evt="end" delay="0">
                  <p:rtn val="all"/>
                </p:endSync>
                <p:childTnLst>
                  <p:par>
                    <p:cTn id="87" fill="hold">
                      <p:stCondLst>
                        <p:cond delay="0"/>
                      </p:stCondLst>
                      <p:childTnLst>
                        <p:par>
                          <p:cTn id="88" fill="hold">
                            <p:stCondLst>
                              <p:cond delay="0"/>
                            </p:stCondLst>
                            <p:childTnLst>
                              <p:par>
                                <p:cTn id="89" presetID="1" presetClass="exit" presetSubtype="0" fill="hold" grpId="0" nodeType="clickEffect">
                                  <p:stCondLst>
                                    <p:cond delay="0"/>
                                  </p:stCondLst>
                                  <p:childTnLst>
                                    <p:set>
                                      <p:cBhvr>
                                        <p:cTn id="90" dur="1" fill="hold">
                                          <p:stCondLst>
                                            <p:cond delay="0"/>
                                          </p:stCondLst>
                                        </p:cTn>
                                        <p:tgtEl>
                                          <p:spTgt spid="4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childTnLst>
        </p:cTn>
      </p:par>
    </p:tnLst>
    <p:bldLst>
      <p:bldP spid="37" grpId="0"/>
      <p:bldP spid="6" grpId="0" animBg="1"/>
      <p:bldP spid="9" grpId="0" animBg="1"/>
      <p:bldP spid="10" grpId="0" animBg="1"/>
      <p:bldP spid="38" grpId="0"/>
      <p:bldP spid="2" grpId="0" animBg="1"/>
      <p:bldP spid="14" grpId="0" animBg="1"/>
      <p:bldP spid="19" grpId="0" animBg="1"/>
      <p:bldP spid="23" grpId="0" animBg="1"/>
      <p:bldP spid="32" grpId="0"/>
      <p:bldP spid="33" grpId="0"/>
      <p:bldP spid="34" grpId="0" animBg="1"/>
      <p:bldP spid="36" grpId="0"/>
      <p:bldP spid="41" grpId="0"/>
      <p:bldP spid="59" grpId="0"/>
      <p:bldP spid="69" grpId="0"/>
      <p:bldP spid="71" grpId="0"/>
      <p:bldP spid="73" grpId="0"/>
      <p:bldP spid="40" grpId="0" animBg="1"/>
      <p:bldP spid="40" grpId="1" animBg="1"/>
      <p:bldP spid="39" grpId="0" animBg="1"/>
      <p:bldP spid="39"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A18FB-B607-B418-86FC-09529385E374}"/>
              </a:ext>
            </a:extLst>
          </p:cNvPr>
          <p:cNvSpPr>
            <a:spLocks noGrp="1"/>
          </p:cNvSpPr>
          <p:nvPr>
            <p:ph type="title"/>
          </p:nvPr>
        </p:nvSpPr>
        <p:spPr/>
        <p:txBody>
          <a:bodyPr/>
          <a:lstStyle/>
          <a:p>
            <a:r>
              <a:rPr lang="en-GB" dirty="0"/>
              <a:t>Quickfire Questions </a:t>
            </a:r>
          </a:p>
        </p:txBody>
      </p:sp>
      <p:cxnSp>
        <p:nvCxnSpPr>
          <p:cNvPr id="4" name="Straight Connector 3">
            <a:extLst>
              <a:ext uri="{FF2B5EF4-FFF2-40B4-BE49-F238E27FC236}">
                <a16:creationId xmlns:a16="http://schemas.microsoft.com/office/drawing/2014/main" id="{2F4E56FD-0C86-3E77-F53C-778BB374B123}"/>
              </a:ext>
            </a:extLst>
          </p:cNvPr>
          <p:cNvCxnSpPr>
            <a:cxnSpLocks/>
          </p:cNvCxnSpPr>
          <p:nvPr/>
        </p:nvCxnSpPr>
        <p:spPr>
          <a:xfrm>
            <a:off x="4572000" y="670384"/>
            <a:ext cx="0" cy="6287008"/>
          </a:xfrm>
          <a:prstGeom prst="line">
            <a:avLst/>
          </a:prstGeom>
          <a:ln w="31750"/>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73848356-5484-7028-B5ED-15B99573F89A}"/>
              </a:ext>
            </a:extLst>
          </p:cNvPr>
          <p:cNvCxnSpPr>
            <a:cxnSpLocks/>
          </p:cNvCxnSpPr>
          <p:nvPr/>
        </p:nvCxnSpPr>
        <p:spPr>
          <a:xfrm flipH="1">
            <a:off x="0" y="3717032"/>
            <a:ext cx="9144000" cy="0"/>
          </a:xfrm>
          <a:prstGeom prst="line">
            <a:avLst/>
          </a:prstGeom>
          <a:ln w="31750"/>
        </p:spPr>
        <p:style>
          <a:lnRef idx="1">
            <a:schemeClr val="dk1"/>
          </a:lnRef>
          <a:fillRef idx="0">
            <a:schemeClr val="dk1"/>
          </a:fillRef>
          <a:effectRef idx="0">
            <a:schemeClr val="dk1"/>
          </a:effectRef>
          <a:fontRef idx="minor">
            <a:schemeClr val="tx1"/>
          </a:fontRef>
        </p:style>
      </p:cxnSp>
      <p:sp>
        <p:nvSpPr>
          <p:cNvPr id="8" name="Rectangle: Rounded Corners 7">
            <a:extLst>
              <a:ext uri="{FF2B5EF4-FFF2-40B4-BE49-F238E27FC236}">
                <a16:creationId xmlns:a16="http://schemas.microsoft.com/office/drawing/2014/main" id="{623F8937-44C7-CDF9-F9D2-76A085A7A7D9}"/>
              </a:ext>
            </a:extLst>
          </p:cNvPr>
          <p:cNvSpPr/>
          <p:nvPr/>
        </p:nvSpPr>
        <p:spPr>
          <a:xfrm>
            <a:off x="151742" y="71759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a</a:t>
            </a:r>
          </a:p>
        </p:txBody>
      </p:sp>
      <p:sp>
        <p:nvSpPr>
          <p:cNvPr id="9" name="Rectangle: Rounded Corners 8">
            <a:extLst>
              <a:ext uri="{FF2B5EF4-FFF2-40B4-BE49-F238E27FC236}">
                <a16:creationId xmlns:a16="http://schemas.microsoft.com/office/drawing/2014/main" id="{51AEF436-656B-C370-3C4D-5FA2F928D61D}"/>
              </a:ext>
            </a:extLst>
          </p:cNvPr>
          <p:cNvSpPr/>
          <p:nvPr/>
        </p:nvSpPr>
        <p:spPr>
          <a:xfrm>
            <a:off x="4693371" y="71847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b</a:t>
            </a:r>
          </a:p>
        </p:txBody>
      </p:sp>
      <p:sp>
        <p:nvSpPr>
          <p:cNvPr id="10" name="Rectangle: Rounded Corners 9">
            <a:extLst>
              <a:ext uri="{FF2B5EF4-FFF2-40B4-BE49-F238E27FC236}">
                <a16:creationId xmlns:a16="http://schemas.microsoft.com/office/drawing/2014/main" id="{47EA5407-9655-B978-FFDB-9E58B9045CDC}"/>
              </a:ext>
            </a:extLst>
          </p:cNvPr>
          <p:cNvSpPr/>
          <p:nvPr/>
        </p:nvSpPr>
        <p:spPr>
          <a:xfrm>
            <a:off x="151742" y="3914323"/>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c</a:t>
            </a:r>
            <a:endParaRPr lang="en-GB" sz="16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690AAC3-23A1-C923-3F15-603D19D902E2}"/>
                  </a:ext>
                </a:extLst>
              </p:cNvPr>
              <p:cNvSpPr txBox="1"/>
              <p:nvPr/>
            </p:nvSpPr>
            <p:spPr>
              <a:xfrm>
                <a:off x="543910" y="717155"/>
                <a:ext cx="3889486"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solidFill>
                      <a:schemeClr val="tx1"/>
                    </a:solidFill>
                    <a:cs typeface="Calibri" panose="020F0502020204030204" pitchFamily="34" charset="0"/>
                  </a:rPr>
                  <a:t>Calculate the value of </a:t>
                </a:r>
                <a14:m>
                  <m:oMath xmlns:m="http://schemas.openxmlformats.org/officeDocument/2006/math">
                    <m:sSup>
                      <m:sSupPr>
                        <m:ctrlPr>
                          <a:rPr lang="en-GB" sz="2000" b="0" i="1" smtClean="0">
                            <a:solidFill>
                              <a:schemeClr val="tx1"/>
                            </a:solidFill>
                            <a:latin typeface="Cambria Math" panose="02040503050406030204" pitchFamily="18" charset="0"/>
                            <a:cs typeface="Calibri" panose="020F0502020204030204" pitchFamily="34" charset="0"/>
                          </a:rPr>
                        </m:ctrlPr>
                      </m:sSupPr>
                      <m:e>
                        <m:r>
                          <a:rPr lang="en-GB" sz="2000" b="0" i="1" smtClean="0">
                            <a:solidFill>
                              <a:schemeClr val="tx1"/>
                            </a:solidFill>
                            <a:latin typeface="Cambria Math" panose="02040503050406030204" pitchFamily="18" charset="0"/>
                            <a:cs typeface="Calibri" panose="020F0502020204030204" pitchFamily="34" charset="0"/>
                          </a:rPr>
                          <m:t>10</m:t>
                        </m:r>
                      </m:e>
                      <m:sup>
                        <m:r>
                          <a:rPr lang="en-GB" sz="2000" b="0" i="1" smtClean="0">
                            <a:solidFill>
                              <a:schemeClr val="tx1"/>
                            </a:solidFill>
                            <a:latin typeface="Cambria Math" panose="02040503050406030204" pitchFamily="18" charset="0"/>
                            <a:cs typeface="Calibri" panose="020F0502020204030204" pitchFamily="34" charset="0"/>
                          </a:rPr>
                          <m:t>−3</m:t>
                        </m:r>
                      </m:sup>
                    </m:sSup>
                  </m:oMath>
                </a14:m>
                <a:endParaRPr lang="en-US" sz="2000" dirty="0">
                  <a:solidFill>
                    <a:schemeClr val="tx1"/>
                  </a:solidFill>
                  <a:cs typeface="Calibri" panose="020F0502020204030204" pitchFamily="34" charset="0"/>
                </a:endParaRPr>
              </a:p>
            </p:txBody>
          </p:sp>
        </mc:Choice>
        <mc:Fallback xmlns="">
          <p:sp>
            <p:nvSpPr>
              <p:cNvPr id="12" name="TextBox 11">
                <a:extLst>
                  <a:ext uri="{FF2B5EF4-FFF2-40B4-BE49-F238E27FC236}">
                    <a16:creationId xmlns:a16="http://schemas.microsoft.com/office/drawing/2014/main" id="{5690AAC3-23A1-C923-3F15-603D19D902E2}"/>
                  </a:ext>
                </a:extLst>
              </p:cNvPr>
              <p:cNvSpPr txBox="1">
                <a:spLocks noRot="1" noChangeAspect="1" noMove="1" noResize="1" noEditPoints="1" noAdjustHandles="1" noChangeArrowheads="1" noChangeShapeType="1" noTextEdit="1"/>
              </p:cNvSpPr>
              <p:nvPr/>
            </p:nvSpPr>
            <p:spPr>
              <a:xfrm>
                <a:off x="543910" y="717155"/>
                <a:ext cx="3889486" cy="400110"/>
              </a:xfrm>
              <a:prstGeom prst="rect">
                <a:avLst/>
              </a:prstGeom>
              <a:blipFill>
                <a:blip r:embed="rId3"/>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13" name="Rectangle: Rounded Corners 12">
            <a:extLst>
              <a:ext uri="{FF2B5EF4-FFF2-40B4-BE49-F238E27FC236}">
                <a16:creationId xmlns:a16="http://schemas.microsoft.com/office/drawing/2014/main" id="{8C8DAA98-A5CB-399E-EB1D-AA5C4AED68CD}"/>
              </a:ext>
            </a:extLst>
          </p:cNvPr>
          <p:cNvSpPr/>
          <p:nvPr/>
        </p:nvSpPr>
        <p:spPr>
          <a:xfrm>
            <a:off x="4693371" y="3914323"/>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d</a:t>
            </a:r>
            <a:endParaRPr lang="en-GB" sz="16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4CBF3D0-C829-C996-40E2-D2EC4DEEB149}"/>
                  </a:ext>
                </a:extLst>
              </p:cNvPr>
              <p:cNvSpPr txBox="1"/>
              <p:nvPr/>
            </p:nvSpPr>
            <p:spPr>
              <a:xfrm>
                <a:off x="5089666" y="727269"/>
                <a:ext cx="3888000"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defPPr>
                  <a:defRPr lang="en-US"/>
                </a:defPPr>
                <a:lvl1pPr algn="ctr">
                  <a:defRPr sz="2000">
                    <a:cs typeface="Calibri" panose="020F0502020204030204" pitchFamily="34" charset="0"/>
                  </a:defRPr>
                </a:lvl1pPr>
              </a:lstStyle>
              <a:p>
                <a:r>
                  <a:rPr lang="en-GB" dirty="0"/>
                  <a:t>State the value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(−2)</m:t>
                        </m:r>
                      </m:e>
                      <m:sup>
                        <m:r>
                          <a:rPr lang="en-GB" b="0" i="1" smtClean="0">
                            <a:latin typeface="Cambria Math" panose="02040503050406030204" pitchFamily="18" charset="0"/>
                          </a:rPr>
                          <m:t>−2</m:t>
                        </m:r>
                      </m:sup>
                    </m:sSup>
                  </m:oMath>
                </a14:m>
                <a:endParaRPr lang="en-US" dirty="0"/>
              </a:p>
            </p:txBody>
          </p:sp>
        </mc:Choice>
        <mc:Fallback xmlns="">
          <p:sp>
            <p:nvSpPr>
              <p:cNvPr id="15" name="TextBox 14">
                <a:extLst>
                  <a:ext uri="{FF2B5EF4-FFF2-40B4-BE49-F238E27FC236}">
                    <a16:creationId xmlns:a16="http://schemas.microsoft.com/office/drawing/2014/main" id="{44CBF3D0-C829-C996-40E2-D2EC4DEEB149}"/>
                  </a:ext>
                </a:extLst>
              </p:cNvPr>
              <p:cNvSpPr txBox="1">
                <a:spLocks noRot="1" noChangeAspect="1" noMove="1" noResize="1" noEditPoints="1" noAdjustHandles="1" noChangeArrowheads="1" noChangeShapeType="1" noTextEdit="1"/>
              </p:cNvSpPr>
              <p:nvPr/>
            </p:nvSpPr>
            <p:spPr>
              <a:xfrm>
                <a:off x="5089666" y="727269"/>
                <a:ext cx="3888000" cy="400110"/>
              </a:xfrm>
              <a:prstGeom prst="rect">
                <a:avLst/>
              </a:prstGeom>
              <a:blipFill>
                <a:blip r:embed="rId4"/>
                <a:stretch>
                  <a:fillRect b="-4444"/>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DD0567A-6EFC-F9B2-C5F8-3E815AB5FB41}"/>
                  </a:ext>
                </a:extLst>
              </p:cNvPr>
              <p:cNvSpPr txBox="1"/>
              <p:nvPr/>
            </p:nvSpPr>
            <p:spPr>
              <a:xfrm>
                <a:off x="561144" y="3888405"/>
                <a:ext cx="3888000" cy="613758"/>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cs typeface="Calibri" panose="020F0502020204030204" pitchFamily="34" charset="0"/>
                  </a:rPr>
                  <a:t>What is </a:t>
                </a:r>
                <a14:m>
                  <m:oMath xmlns:m="http://schemas.openxmlformats.org/officeDocument/2006/math">
                    <m:sSup>
                      <m:sSupPr>
                        <m:ctrlPr>
                          <a:rPr lang="en-GB" sz="2000" b="0" i="1" smtClean="0">
                            <a:latin typeface="Cambria Math" panose="02040503050406030204" pitchFamily="18" charset="0"/>
                            <a:cs typeface="Calibri" panose="020F0502020204030204" pitchFamily="34" charset="0"/>
                          </a:rPr>
                        </m:ctrlPr>
                      </m:sSupPr>
                      <m:e>
                        <m:d>
                          <m:dPr>
                            <m:ctrlPr>
                              <a:rPr lang="en-GB" sz="2000" b="0" i="1" smtClean="0">
                                <a:latin typeface="Cambria Math" panose="02040503050406030204" pitchFamily="18" charset="0"/>
                                <a:cs typeface="Calibri" panose="020F0502020204030204" pitchFamily="34" charset="0"/>
                              </a:rPr>
                            </m:ctrlPr>
                          </m:dPr>
                          <m:e>
                            <m:f>
                              <m:fPr>
                                <m:ctrlPr>
                                  <a:rPr lang="en-GB" sz="2000" b="0" i="1" smtClean="0">
                                    <a:latin typeface="Cambria Math" panose="02040503050406030204" pitchFamily="18" charset="0"/>
                                    <a:cs typeface="Calibri" panose="020F0502020204030204" pitchFamily="34" charset="0"/>
                                  </a:rPr>
                                </m:ctrlPr>
                              </m:fPr>
                              <m:num>
                                <m:r>
                                  <a:rPr lang="en-GB" sz="2000" b="0" i="1" smtClean="0">
                                    <a:latin typeface="Cambria Math" panose="02040503050406030204" pitchFamily="18" charset="0"/>
                                    <a:cs typeface="Calibri" panose="020F0502020204030204" pitchFamily="34" charset="0"/>
                                  </a:rPr>
                                  <m:t>2</m:t>
                                </m:r>
                              </m:num>
                              <m:den>
                                <m:r>
                                  <a:rPr lang="en-GB" sz="2000" b="0" i="1" smtClean="0">
                                    <a:latin typeface="Cambria Math" panose="02040503050406030204" pitchFamily="18" charset="0"/>
                                    <a:cs typeface="Calibri" panose="020F0502020204030204" pitchFamily="34" charset="0"/>
                                  </a:rPr>
                                  <m:t>7</m:t>
                                </m:r>
                              </m:den>
                            </m:f>
                          </m:e>
                        </m:d>
                      </m:e>
                      <m:sup>
                        <m:r>
                          <a:rPr lang="en-GB" sz="2000" b="0" i="0" smtClean="0">
                            <a:latin typeface="Cambria Math" panose="02040503050406030204" pitchFamily="18" charset="0"/>
                            <a:cs typeface="Calibri" panose="020F0502020204030204" pitchFamily="34" charset="0"/>
                          </a:rPr>
                          <m:t>−</m:t>
                        </m:r>
                        <m:r>
                          <a:rPr lang="en-GB" sz="2000" b="0" i="1" smtClean="0">
                            <a:latin typeface="Cambria Math" panose="02040503050406030204" pitchFamily="18" charset="0"/>
                            <a:cs typeface="Calibri" panose="020F0502020204030204" pitchFamily="34" charset="0"/>
                          </a:rPr>
                          <m:t>2</m:t>
                        </m:r>
                      </m:sup>
                    </m:sSup>
                    <m:r>
                      <a:rPr lang="en-GB" sz="2000" b="0" i="1" smtClean="0">
                        <a:latin typeface="Cambria Math" panose="02040503050406030204" pitchFamily="18" charset="0"/>
                        <a:cs typeface="Calibri" panose="020F0502020204030204" pitchFamily="34" charset="0"/>
                      </a:rPr>
                      <m:t> </m:t>
                    </m:r>
                  </m:oMath>
                </a14:m>
                <a:r>
                  <a:rPr lang="en-US" sz="2000" dirty="0">
                    <a:cs typeface="Calibri" panose="020F0502020204030204" pitchFamily="34" charset="0"/>
                  </a:rPr>
                  <a:t>?</a:t>
                </a:r>
              </a:p>
            </p:txBody>
          </p:sp>
        </mc:Choice>
        <mc:Fallback xmlns="">
          <p:sp>
            <p:nvSpPr>
              <p:cNvPr id="17" name="TextBox 16">
                <a:extLst>
                  <a:ext uri="{FF2B5EF4-FFF2-40B4-BE49-F238E27FC236}">
                    <a16:creationId xmlns:a16="http://schemas.microsoft.com/office/drawing/2014/main" id="{DDD0567A-6EFC-F9B2-C5F8-3E815AB5FB41}"/>
                  </a:ext>
                </a:extLst>
              </p:cNvPr>
              <p:cNvSpPr txBox="1">
                <a:spLocks noRot="1" noChangeAspect="1" noMove="1" noResize="1" noEditPoints="1" noAdjustHandles="1" noChangeArrowheads="1" noChangeShapeType="1" noTextEdit="1"/>
              </p:cNvSpPr>
              <p:nvPr/>
            </p:nvSpPr>
            <p:spPr>
              <a:xfrm>
                <a:off x="561144" y="3888405"/>
                <a:ext cx="3888000" cy="613758"/>
              </a:xfrm>
              <a:prstGeom prst="rect">
                <a:avLst/>
              </a:prstGeom>
              <a:blipFill>
                <a:blip r:embed="rId5"/>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9EF0758-5B05-B8F3-E9FF-E4A017322A68}"/>
                  </a:ext>
                </a:extLst>
              </p:cNvPr>
              <p:cNvSpPr txBox="1"/>
              <p:nvPr/>
            </p:nvSpPr>
            <p:spPr>
              <a:xfrm>
                <a:off x="5148495" y="3844377"/>
                <a:ext cx="3888000" cy="400110"/>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pPr algn="ctr"/>
                <a:r>
                  <a:rPr lang="en-GB" sz="2000" dirty="0">
                    <a:cs typeface="Calibri" panose="020F0502020204030204" pitchFamily="34" charset="0"/>
                  </a:rPr>
                  <a:t>Calculate </a:t>
                </a:r>
                <a14:m>
                  <m:oMath xmlns:m="http://schemas.openxmlformats.org/officeDocument/2006/math">
                    <m:sSup>
                      <m:sSupPr>
                        <m:ctrlPr>
                          <a:rPr lang="en-GB" sz="2000" b="0" i="1" smtClean="0">
                            <a:latin typeface="Cambria Math" panose="02040503050406030204" pitchFamily="18" charset="0"/>
                            <a:cs typeface="Calibri" panose="020F0502020204030204" pitchFamily="34" charset="0"/>
                          </a:rPr>
                        </m:ctrlPr>
                      </m:sSupPr>
                      <m:e>
                        <m:r>
                          <a:rPr lang="en-GB" sz="2000" b="0" i="1" smtClean="0">
                            <a:latin typeface="Cambria Math" panose="02040503050406030204" pitchFamily="18" charset="0"/>
                            <a:cs typeface="Calibri" panose="020F0502020204030204" pitchFamily="34" charset="0"/>
                          </a:rPr>
                          <m:t>0.25</m:t>
                        </m:r>
                      </m:e>
                      <m:sup>
                        <m:r>
                          <a:rPr lang="en-GB" sz="2000" b="0" i="1" smtClean="0">
                            <a:latin typeface="Cambria Math" panose="02040503050406030204" pitchFamily="18" charset="0"/>
                            <a:cs typeface="Calibri" panose="020F0502020204030204" pitchFamily="34" charset="0"/>
                          </a:rPr>
                          <m:t>−3</m:t>
                        </m:r>
                      </m:sup>
                    </m:sSup>
                  </m:oMath>
                </a14:m>
                <a:endParaRPr lang="en-US" sz="2000" dirty="0">
                  <a:cs typeface="Calibri" panose="020F0502020204030204" pitchFamily="34" charset="0"/>
                </a:endParaRPr>
              </a:p>
            </p:txBody>
          </p:sp>
        </mc:Choice>
        <mc:Fallback xmlns="">
          <p:sp>
            <p:nvSpPr>
              <p:cNvPr id="18" name="TextBox 17">
                <a:extLst>
                  <a:ext uri="{FF2B5EF4-FFF2-40B4-BE49-F238E27FC236}">
                    <a16:creationId xmlns:a16="http://schemas.microsoft.com/office/drawing/2014/main" id="{19EF0758-5B05-B8F3-E9FF-E4A017322A68}"/>
                  </a:ext>
                </a:extLst>
              </p:cNvPr>
              <p:cNvSpPr txBox="1">
                <a:spLocks noRot="1" noChangeAspect="1" noMove="1" noResize="1" noEditPoints="1" noAdjustHandles="1" noChangeArrowheads="1" noChangeShapeType="1" noTextEdit="1"/>
              </p:cNvSpPr>
              <p:nvPr/>
            </p:nvSpPr>
            <p:spPr>
              <a:xfrm>
                <a:off x="5148495" y="3844377"/>
                <a:ext cx="3888000" cy="400110"/>
              </a:xfrm>
              <a:prstGeom prst="rect">
                <a:avLst/>
              </a:prstGeom>
              <a:blipFill>
                <a:blip r:embed="rId6"/>
                <a:stretch>
                  <a:fillRect b="-5618"/>
                </a:stretch>
              </a:blipFill>
              <a:effectLst>
                <a:outerShdw blurRad="63500" sx="102000" sy="102000" algn="ctr" rotWithShape="0">
                  <a:prstClr val="black">
                    <a:alpha val="40000"/>
                  </a:prstClr>
                </a:outerShdw>
              </a:effec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F6D562B-B7B4-3200-AE1E-327DFE32A909}"/>
                  </a:ext>
                </a:extLst>
              </p:cNvPr>
              <p:cNvSpPr txBox="1"/>
              <p:nvPr/>
            </p:nvSpPr>
            <p:spPr>
              <a:xfrm>
                <a:off x="1879597" y="1803024"/>
                <a:ext cx="979201" cy="7861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𝟏𝟎𝟎𝟎</m:t>
                          </m:r>
                        </m:den>
                      </m:f>
                    </m:oMath>
                  </m:oMathPara>
                </a14:m>
                <a:endParaRPr lang="en-GB" sz="2400" b="1" dirty="0"/>
              </a:p>
            </p:txBody>
          </p:sp>
        </mc:Choice>
        <mc:Fallback xmlns="">
          <p:sp>
            <p:nvSpPr>
              <p:cNvPr id="3" name="TextBox 2">
                <a:extLst>
                  <a:ext uri="{FF2B5EF4-FFF2-40B4-BE49-F238E27FC236}">
                    <a16:creationId xmlns:a16="http://schemas.microsoft.com/office/drawing/2014/main" id="{BF6D562B-B7B4-3200-AE1E-327DFE32A909}"/>
                  </a:ext>
                </a:extLst>
              </p:cNvPr>
              <p:cNvSpPr txBox="1">
                <a:spLocks noRot="1" noChangeAspect="1" noMove="1" noResize="1" noEditPoints="1" noAdjustHandles="1" noChangeArrowheads="1" noChangeShapeType="1" noTextEdit="1"/>
              </p:cNvSpPr>
              <p:nvPr/>
            </p:nvSpPr>
            <p:spPr>
              <a:xfrm>
                <a:off x="1879597" y="1803024"/>
                <a:ext cx="979201" cy="786177"/>
              </a:xfrm>
              <a:prstGeom prst="rect">
                <a:avLst/>
              </a:prstGeom>
              <a:blipFill>
                <a:blip r:embed="rId7"/>
                <a:stretch>
                  <a:fillRect/>
                </a:stretch>
              </a:blipFill>
            </p:spPr>
            <p:txBody>
              <a:bodyPr/>
              <a:lstStyle/>
              <a:p>
                <a:r>
                  <a:rPr lang="en-GB">
                    <a:noFill/>
                  </a:rPr>
                  <a:t> </a:t>
                </a:r>
              </a:p>
            </p:txBody>
          </p:sp>
        </mc:Fallback>
      </mc:AlternateContent>
      <p:sp>
        <p:nvSpPr>
          <p:cNvPr id="6" name="Rectangle 5">
            <a:extLst>
              <a:ext uri="{FF2B5EF4-FFF2-40B4-BE49-F238E27FC236}">
                <a16:creationId xmlns:a16="http://schemas.microsoft.com/office/drawing/2014/main" id="{E17BADF0-C31C-3732-523D-691EA06C43A2}"/>
              </a:ext>
            </a:extLst>
          </p:cNvPr>
          <p:cNvSpPr/>
          <p:nvPr/>
        </p:nvSpPr>
        <p:spPr>
          <a:xfrm>
            <a:off x="1872938" y="1734835"/>
            <a:ext cx="979200" cy="9108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0F4EC96-859C-FC2C-1FC5-B83A81DB6199}"/>
                  </a:ext>
                </a:extLst>
              </p:cNvPr>
              <p:cNvSpPr txBox="1"/>
              <p:nvPr/>
            </p:nvSpPr>
            <p:spPr>
              <a:xfrm>
                <a:off x="6435616" y="1803024"/>
                <a:ext cx="1027223" cy="7838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𝟏</m:t>
                          </m:r>
                        </m:num>
                        <m:den>
                          <m:r>
                            <a:rPr lang="en-GB" sz="2400" b="1" i="1" smtClean="0">
                              <a:latin typeface="Cambria Math" panose="02040503050406030204" pitchFamily="18" charset="0"/>
                            </a:rPr>
                            <m:t>𝟒</m:t>
                          </m:r>
                        </m:den>
                      </m:f>
                    </m:oMath>
                  </m:oMathPara>
                </a14:m>
                <a:endParaRPr lang="en-GB" sz="2400" b="1" dirty="0"/>
              </a:p>
            </p:txBody>
          </p:sp>
        </mc:Choice>
        <mc:Fallback xmlns="">
          <p:sp>
            <p:nvSpPr>
              <p:cNvPr id="7" name="TextBox 6">
                <a:extLst>
                  <a:ext uri="{FF2B5EF4-FFF2-40B4-BE49-F238E27FC236}">
                    <a16:creationId xmlns:a16="http://schemas.microsoft.com/office/drawing/2014/main" id="{00F4EC96-859C-FC2C-1FC5-B83A81DB6199}"/>
                  </a:ext>
                </a:extLst>
              </p:cNvPr>
              <p:cNvSpPr txBox="1">
                <a:spLocks noRot="1" noChangeAspect="1" noMove="1" noResize="1" noEditPoints="1" noAdjustHandles="1" noChangeArrowheads="1" noChangeShapeType="1" noTextEdit="1"/>
              </p:cNvSpPr>
              <p:nvPr/>
            </p:nvSpPr>
            <p:spPr>
              <a:xfrm>
                <a:off x="6435616" y="1803024"/>
                <a:ext cx="1027223" cy="783804"/>
              </a:xfrm>
              <a:prstGeom prst="rect">
                <a:avLst/>
              </a:prstGeom>
              <a:blipFill>
                <a:blip r:embed="rId8"/>
                <a:stretch>
                  <a:fillRect/>
                </a:stretch>
              </a:blipFill>
            </p:spPr>
            <p:txBody>
              <a:bodyPr/>
              <a:lstStyle/>
              <a:p>
                <a:r>
                  <a:rPr lang="en-GB">
                    <a:noFill/>
                  </a:rPr>
                  <a:t> </a:t>
                </a:r>
              </a:p>
            </p:txBody>
          </p:sp>
        </mc:Fallback>
      </mc:AlternateContent>
      <p:sp>
        <p:nvSpPr>
          <p:cNvPr id="11" name="Rectangle 10">
            <a:extLst>
              <a:ext uri="{FF2B5EF4-FFF2-40B4-BE49-F238E27FC236}">
                <a16:creationId xmlns:a16="http://schemas.microsoft.com/office/drawing/2014/main" id="{9AB87E0F-EDC0-F3B9-DE21-7EB15C380FC2}"/>
              </a:ext>
            </a:extLst>
          </p:cNvPr>
          <p:cNvSpPr/>
          <p:nvPr/>
        </p:nvSpPr>
        <p:spPr>
          <a:xfrm>
            <a:off x="6483639" y="1734835"/>
            <a:ext cx="979200" cy="9108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78A8D07-63C4-6579-99E1-E624BD101FE8}"/>
                  </a:ext>
                </a:extLst>
              </p:cNvPr>
              <p:cNvSpPr txBox="1"/>
              <p:nvPr/>
            </p:nvSpPr>
            <p:spPr>
              <a:xfrm>
                <a:off x="2033558" y="5087030"/>
                <a:ext cx="671280" cy="78245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GB" sz="2400" b="1" i="1" smtClean="0">
                              <a:latin typeface="Cambria Math" panose="02040503050406030204" pitchFamily="18" charset="0"/>
                            </a:rPr>
                          </m:ctrlPr>
                        </m:fPr>
                        <m:num>
                          <m:r>
                            <a:rPr lang="en-GB" sz="2400" b="1" i="1" smtClean="0">
                              <a:latin typeface="Cambria Math" panose="02040503050406030204" pitchFamily="18" charset="0"/>
                            </a:rPr>
                            <m:t>𝟒𝟗</m:t>
                          </m:r>
                        </m:num>
                        <m:den>
                          <m:r>
                            <a:rPr lang="en-GB" sz="2400" b="1" i="1" smtClean="0">
                              <a:latin typeface="Cambria Math" panose="02040503050406030204" pitchFamily="18" charset="0"/>
                            </a:rPr>
                            <m:t>𝟒</m:t>
                          </m:r>
                        </m:den>
                      </m:f>
                    </m:oMath>
                  </m:oMathPara>
                </a14:m>
                <a:endParaRPr lang="en-GB" sz="2400" b="1" dirty="0"/>
              </a:p>
            </p:txBody>
          </p:sp>
        </mc:Choice>
        <mc:Fallback xmlns="">
          <p:sp>
            <p:nvSpPr>
              <p:cNvPr id="14" name="TextBox 13">
                <a:extLst>
                  <a:ext uri="{FF2B5EF4-FFF2-40B4-BE49-F238E27FC236}">
                    <a16:creationId xmlns:a16="http://schemas.microsoft.com/office/drawing/2014/main" id="{378A8D07-63C4-6579-99E1-E624BD101FE8}"/>
                  </a:ext>
                </a:extLst>
              </p:cNvPr>
              <p:cNvSpPr txBox="1">
                <a:spLocks noRot="1" noChangeAspect="1" noMove="1" noResize="1" noEditPoints="1" noAdjustHandles="1" noChangeArrowheads="1" noChangeShapeType="1" noTextEdit="1"/>
              </p:cNvSpPr>
              <p:nvPr/>
            </p:nvSpPr>
            <p:spPr>
              <a:xfrm>
                <a:off x="2033558" y="5087030"/>
                <a:ext cx="671280" cy="782458"/>
              </a:xfrm>
              <a:prstGeom prst="rect">
                <a:avLst/>
              </a:prstGeom>
              <a:blipFill>
                <a:blip r:embed="rId9"/>
                <a:stretch>
                  <a:fillRect/>
                </a:stretch>
              </a:blipFill>
            </p:spPr>
            <p:txBody>
              <a:bodyPr/>
              <a:lstStyle/>
              <a:p>
                <a:r>
                  <a:rPr lang="en-GB">
                    <a:noFill/>
                  </a:rPr>
                  <a:t> </a:t>
                </a:r>
              </a:p>
            </p:txBody>
          </p:sp>
        </mc:Fallback>
      </mc:AlternateContent>
      <p:sp>
        <p:nvSpPr>
          <p:cNvPr id="16" name="Rectangle 15">
            <a:extLst>
              <a:ext uri="{FF2B5EF4-FFF2-40B4-BE49-F238E27FC236}">
                <a16:creationId xmlns:a16="http://schemas.microsoft.com/office/drawing/2014/main" id="{9AFA2BC9-CF7B-7987-0A59-0455C3BF136C}"/>
              </a:ext>
            </a:extLst>
          </p:cNvPr>
          <p:cNvSpPr/>
          <p:nvPr/>
        </p:nvSpPr>
        <p:spPr>
          <a:xfrm>
            <a:off x="1872937" y="5087030"/>
            <a:ext cx="979201" cy="92541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5B9CD5C-F0A5-3AC3-1EAD-5E500ABDD5A6}"/>
                  </a:ext>
                </a:extLst>
              </p:cNvPr>
              <p:cNvSpPr txBox="1"/>
              <p:nvPr/>
            </p:nvSpPr>
            <p:spPr>
              <a:xfrm>
                <a:off x="5980762" y="4581589"/>
                <a:ext cx="2083160" cy="15491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f>
                                <m:fPr>
                                  <m:ctrlPr>
                                    <a:rPr lang="en-GB" sz="2400" i="1" smtClean="0">
                                      <a:latin typeface="Cambria Math" panose="02040503050406030204" pitchFamily="18" charset="0"/>
                                    </a:rPr>
                                  </m:ctrlPr>
                                </m:fPr>
                                <m:num>
                                  <m:r>
                                    <a:rPr lang="en-GB" sz="2400" b="0" i="1" smtClean="0">
                                      <a:latin typeface="Cambria Math" panose="02040503050406030204" pitchFamily="18" charset="0"/>
                                    </a:rPr>
                                    <m:t>1</m:t>
                                  </m:r>
                                </m:num>
                                <m:den>
                                  <m:r>
                                    <a:rPr lang="en-GB" sz="2400" b="0" i="1" smtClean="0">
                                      <a:latin typeface="Cambria Math" panose="02040503050406030204" pitchFamily="18" charset="0"/>
                                    </a:rPr>
                                    <m:t>4</m:t>
                                  </m:r>
                                </m:den>
                              </m:f>
                            </m:e>
                          </m:d>
                        </m:e>
                        <m:sup>
                          <m:r>
                            <a:rPr lang="en-GB" sz="2400" b="0" i="1" smtClean="0">
                              <a:latin typeface="Cambria Math" panose="02040503050406030204" pitchFamily="18" charset="0"/>
                            </a:rPr>
                            <m:t>−3</m:t>
                          </m:r>
                        </m:sup>
                      </m:sSup>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d>
                            <m:dPr>
                              <m:ctrlPr>
                                <a:rPr lang="en-GB" sz="2400" b="0" i="1" smtClean="0">
                                  <a:latin typeface="Cambria Math" panose="02040503050406030204" pitchFamily="18" charset="0"/>
                                </a:rPr>
                              </m:ctrlPr>
                            </m:dPr>
                            <m:e>
                              <m:r>
                                <a:rPr lang="en-GB" sz="2400" b="0" i="1" smtClean="0">
                                  <a:latin typeface="Cambria Math" panose="02040503050406030204" pitchFamily="18" charset="0"/>
                                </a:rPr>
                                <m:t>4</m:t>
                              </m:r>
                            </m:e>
                          </m:d>
                        </m:e>
                        <m:sup>
                          <m:r>
                            <a:rPr lang="en-GB" sz="2400" b="0" i="1" smtClean="0">
                              <a:latin typeface="Cambria Math" panose="02040503050406030204" pitchFamily="18" charset="0"/>
                            </a:rPr>
                            <m:t>3</m:t>
                          </m:r>
                        </m:sup>
                      </m:sSup>
                    </m:oMath>
                  </m:oMathPara>
                </a14:m>
                <a:endParaRPr lang="en-GB" sz="2400" b="0" i="1" dirty="0">
                  <a:latin typeface="Cambria Math" panose="02040503050406030204" pitchFamily="18" charset="0"/>
                </a:endParaRPr>
              </a:p>
              <a:p>
                <a:endParaRPr lang="en-GB" sz="12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GB" sz="2400" b="1" i="1" dirty="0" smtClean="0">
                          <a:latin typeface="Cambria Math" panose="02040503050406030204" pitchFamily="18" charset="0"/>
                        </a:rPr>
                        <m:t>           =</m:t>
                      </m:r>
                      <m:r>
                        <a:rPr lang="en-GB" sz="2400" b="1" i="1" dirty="0" smtClean="0">
                          <a:latin typeface="Cambria Math" panose="02040503050406030204" pitchFamily="18" charset="0"/>
                        </a:rPr>
                        <m:t>𝟔𝟒</m:t>
                      </m:r>
                    </m:oMath>
                  </m:oMathPara>
                </a14:m>
                <a:endParaRPr lang="en-GB" sz="2400" b="1" dirty="0"/>
              </a:p>
            </p:txBody>
          </p:sp>
        </mc:Choice>
        <mc:Fallback xmlns="">
          <p:sp>
            <p:nvSpPr>
              <p:cNvPr id="20" name="TextBox 19">
                <a:extLst>
                  <a:ext uri="{FF2B5EF4-FFF2-40B4-BE49-F238E27FC236}">
                    <a16:creationId xmlns:a16="http://schemas.microsoft.com/office/drawing/2014/main" id="{05B9CD5C-F0A5-3AC3-1EAD-5E500ABDD5A6}"/>
                  </a:ext>
                </a:extLst>
              </p:cNvPr>
              <p:cNvSpPr txBox="1">
                <a:spLocks noRot="1" noChangeAspect="1" noMove="1" noResize="1" noEditPoints="1" noAdjustHandles="1" noChangeArrowheads="1" noChangeShapeType="1" noTextEdit="1"/>
              </p:cNvSpPr>
              <p:nvPr/>
            </p:nvSpPr>
            <p:spPr>
              <a:xfrm>
                <a:off x="5980762" y="4581589"/>
                <a:ext cx="2083160" cy="1549142"/>
              </a:xfrm>
              <a:prstGeom prst="rect">
                <a:avLst/>
              </a:prstGeom>
              <a:blipFill>
                <a:blip r:embed="rId10"/>
                <a:stretch>
                  <a:fillRect/>
                </a:stretch>
              </a:blipFill>
            </p:spPr>
            <p:txBody>
              <a:bodyPr/>
              <a:lstStyle/>
              <a:p>
                <a:r>
                  <a:rPr lang="en-GB">
                    <a:noFill/>
                  </a:rPr>
                  <a:t> </a:t>
                </a:r>
              </a:p>
            </p:txBody>
          </p:sp>
        </mc:Fallback>
      </mc:AlternateContent>
      <p:sp>
        <p:nvSpPr>
          <p:cNvPr id="21" name="Rectangle 20">
            <a:extLst>
              <a:ext uri="{FF2B5EF4-FFF2-40B4-BE49-F238E27FC236}">
                <a16:creationId xmlns:a16="http://schemas.microsoft.com/office/drawing/2014/main" id="{B53E2AD1-3792-80C9-F120-A2582B52592F}"/>
              </a:ext>
            </a:extLst>
          </p:cNvPr>
          <p:cNvSpPr/>
          <p:nvPr/>
        </p:nvSpPr>
        <p:spPr>
          <a:xfrm>
            <a:off x="5980763" y="4581589"/>
            <a:ext cx="2259358" cy="1549142"/>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p:spTree>
    <p:extLst>
      <p:ext uri="{BB962C8B-B14F-4D97-AF65-F5344CB8AC3E}">
        <p14:creationId xmlns:p14="http://schemas.microsoft.com/office/powerpoint/2010/main" val="372381482"/>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nextCondLst>
                <p:cond evt="onClick" delay="0">
                  <p:tgtEl>
                    <p:spTgt spid="6"/>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hidden"/>
                                      </p:to>
                                    </p:set>
                                  </p:childTnLst>
                                </p:cTn>
                              </p:par>
                            </p:childTnLst>
                          </p:cTn>
                        </p:par>
                      </p:childTnLst>
                    </p:cTn>
                  </p:par>
                </p:childTnLst>
              </p:cTn>
              <p:nextCondLst>
                <p:cond evt="onClick" delay="0">
                  <p:tgtEl>
                    <p:spTgt spid="11"/>
                  </p:tgtEl>
                </p:cond>
              </p:nextCondLst>
            </p:seq>
            <p:seq concurrent="1" nextAc="seek">
              <p:cTn id="12" restart="whenNotActive" fill="hold" evtFilter="cancelBubble" nodeType="interactiveSeq">
                <p:stCondLst>
                  <p:cond evt="onClick" delay="0">
                    <p:tgtEl>
                      <p:spTgt spid="16"/>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17" restart="whenNotActive" fill="hold" evtFilter="cancelBubble" nodeType="interactiveSeq">
                <p:stCondLst>
                  <p:cond evt="onClick" delay="0">
                    <p:tgtEl>
                      <p:spTgt spid="21"/>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6" grpId="0" animBg="1"/>
      <p:bldP spid="11" grpId="0" animBg="1"/>
      <p:bldP spid="16" grpId="0" animBg="1"/>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5</m:t>
                        </m:r>
                      </m:e>
                      <m:sup>
                        <m:r>
                          <a:rPr lang="en-GB" b="0" i="1" smtClean="0">
                            <a:latin typeface="Cambria Math" panose="02040503050406030204" pitchFamily="18" charset="0"/>
                          </a:rPr>
                          <m:t>−1</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−5</m:t>
                      </m:r>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5</m:t>
                      </m:r>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5</m:t>
                          </m:r>
                        </m:den>
                      </m:f>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5</m:t>
                          </m:r>
                        </m:den>
                      </m:f>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4575497" y="5008998"/>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54628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3</m:t>
                        </m:r>
                      </m:e>
                      <m:sup>
                        <m:r>
                          <a:rPr lang="en-GB" b="0" i="1" smtClean="0">
                            <a:latin typeface="Cambria Math" panose="02040503050406030204" pitchFamily="18" charset="0"/>
                          </a:rPr>
                          <m:t>−3</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27</m:t>
                          </m:r>
                        </m:den>
                      </m:f>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27</m:t>
                      </m:r>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m:t>
                          </m:r>
                        </m:den>
                      </m:f>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27</m:t>
                          </m:r>
                        </m:den>
                      </m:f>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473863" y="5008998"/>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19073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r>
                      <a:rPr lang="en-GB" b="0" i="0"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100)</m:t>
                        </m:r>
                      </m:e>
                      <m:sup>
                        <m:r>
                          <a:rPr lang="en-GB" b="0" i="1" smtClean="0">
                            <a:latin typeface="Cambria Math" panose="02040503050406030204" pitchFamily="18" charset="0"/>
                          </a:rPr>
                          <m:t>−1</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10</m:t>
                      </m:r>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100</m:t>
                          </m:r>
                        </m:den>
                      </m:f>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100</m:t>
                      </m:r>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100</m:t>
                          </m:r>
                        </m:den>
                      </m:f>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6614640" y="5018720"/>
            <a:ext cx="2046137" cy="315280"/>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8888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9</m:t>
                                </m:r>
                              </m:den>
                            </m:f>
                          </m:e>
                        </m:d>
                      </m:e>
                      <m:sup>
                        <m:r>
                          <a:rPr lang="en-GB" b="0" i="1" smtClean="0">
                            <a:latin typeface="Cambria Math" panose="02040503050406030204" pitchFamily="18" charset="0"/>
                          </a:rPr>
                          <m:t>−2</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18</m:t>
                      </m:r>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81</m:t>
                          </m:r>
                        </m:den>
                      </m:f>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81</m:t>
                          </m:r>
                        </m:den>
                      </m:f>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81</m:t>
                      </m:r>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6614640" y="5008998"/>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0082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5</m:t>
                                </m:r>
                              </m:den>
                            </m:f>
                          </m:e>
                        </m:d>
                      </m:e>
                      <m:sup>
                        <m:r>
                          <a:rPr lang="en-GB" b="0" i="1" smtClean="0">
                            <a:latin typeface="Cambria Math" panose="02040503050406030204" pitchFamily="18" charset="0"/>
                          </a:rPr>
                          <m:t>−1</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4</m:t>
                      </m:r>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5</m:t>
                          </m:r>
                        </m:num>
                        <m:den>
                          <m:r>
                            <a:rPr lang="en-GB" b="0" i="1" smtClean="0">
                              <a:latin typeface="Cambria Math" panose="02040503050406030204" pitchFamily="18" charset="0"/>
                            </a:rPr>
                            <m:t>2</m:t>
                          </m:r>
                        </m:den>
                      </m:f>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5</m:t>
                          </m:r>
                        </m:den>
                      </m:f>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5.2</m:t>
                      </m:r>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2647719" y="5008998"/>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05472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0.25</m:t>
                        </m:r>
                      </m:e>
                      <m:sup>
                        <m:r>
                          <a:rPr lang="en-GB" b="0" i="1" smtClean="0">
                            <a:latin typeface="Cambria Math" panose="02040503050406030204" pitchFamily="18" charset="0"/>
                          </a:rPr>
                          <m:t>−1</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4</m:t>
                          </m:r>
                        </m:den>
                      </m:f>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4</m:t>
                          </m:r>
                        </m:den>
                      </m:f>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4</m:t>
                      </m:r>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−4</m:t>
                      </m:r>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4575497" y="5008998"/>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04215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0.3</m:t>
                        </m:r>
                      </m:e>
                      <m:sup>
                        <m:r>
                          <a:rPr lang="en-GB" b="0" i="1" smtClean="0">
                            <a:latin typeface="Cambria Math" panose="02040503050406030204" pitchFamily="18" charset="0"/>
                          </a:rPr>
                          <m:t>0</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m:t>
                      </m:r>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0.3</m:t>
                      </m:r>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0</m:t>
                      </m:r>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10</m:t>
                          </m:r>
                        </m:num>
                        <m:den>
                          <m:r>
                            <a:rPr lang="en-GB" b="0" i="1" smtClean="0">
                              <a:latin typeface="Cambria Math" panose="02040503050406030204" pitchFamily="18" charset="0"/>
                            </a:rPr>
                            <m:t>3</m:t>
                          </m:r>
                        </m:den>
                      </m:f>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473863" y="5018720"/>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25618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0.5</m:t>
                        </m:r>
                      </m:e>
                      <m:sup>
                        <m:r>
                          <a:rPr lang="en-GB" b="0" i="1" smtClean="0">
                            <a:latin typeface="Cambria Math" panose="02040503050406030204" pitchFamily="18" charset="0"/>
                          </a:rPr>
                          <m:t>−3</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125</m:t>
                      </m:r>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8</m:t>
                      </m:r>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8</m:t>
                          </m:r>
                        </m:den>
                      </m:f>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8</m:t>
                          </m:r>
                        </m:den>
                      </m:f>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2522366" y="5008998"/>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0498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e>
                        </m:d>
                      </m:e>
                      <m:sup>
                        <m:r>
                          <a:rPr lang="en-GB" b="0" i="1" smtClean="0">
                            <a:latin typeface="Cambria Math" panose="02040503050406030204" pitchFamily="18" charset="0"/>
                          </a:rPr>
                          <m:t>−1</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2</m:t>
                          </m:r>
                        </m:num>
                        <m:den>
                          <m:r>
                            <a:rPr lang="en-GB" b="0" i="1" smtClean="0">
                              <a:latin typeface="Cambria Math" panose="02040503050406030204" pitchFamily="18" charset="0"/>
                            </a:rPr>
                            <m:t>3</m:t>
                          </m:r>
                        </m:den>
                      </m:f>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−1.5</m:t>
                      </m:r>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3</m:t>
                          </m:r>
                        </m:num>
                        <m:den>
                          <m:r>
                            <a:rPr lang="en-GB" b="0" i="1" smtClean="0">
                              <a:latin typeface="Cambria Math" panose="02040503050406030204" pitchFamily="18" charset="0"/>
                            </a:rPr>
                            <m:t>2</m:t>
                          </m:r>
                        </m:den>
                      </m:f>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6614640" y="5008998"/>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9813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0.4</m:t>
                        </m:r>
                      </m:e>
                      <m:sup>
                        <m:r>
                          <a:rPr lang="en-GB" b="0" i="1" smtClean="0">
                            <a:latin typeface="Cambria Math" panose="02040503050406030204" pitchFamily="18" charset="0"/>
                          </a:rPr>
                          <m:t>−2</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16</m:t>
                      </m:r>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0.16</m:t>
                      </m:r>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25</m:t>
                          </m:r>
                        </m:num>
                        <m:den>
                          <m:r>
                            <a:rPr lang="en-GB" b="0" i="1" smtClean="0">
                              <a:latin typeface="Cambria Math" panose="02040503050406030204" pitchFamily="18" charset="0"/>
                            </a:rPr>
                            <m:t>4</m:t>
                          </m:r>
                        </m:den>
                      </m:f>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6.25</m:t>
                      </m:r>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4575497" y="5008998"/>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
        <p:nvSpPr>
          <p:cNvPr id="10" name="Isosceles Triangle 9">
            <a:extLst>
              <a:ext uri="{FF2B5EF4-FFF2-40B4-BE49-F238E27FC236}">
                <a16:creationId xmlns:a16="http://schemas.microsoft.com/office/drawing/2014/main" id="{6378DCAE-66A3-F19C-187B-8628E9DF52BF}"/>
              </a:ext>
            </a:extLst>
          </p:cNvPr>
          <p:cNvSpPr/>
          <p:nvPr/>
        </p:nvSpPr>
        <p:spPr>
          <a:xfrm flipV="1">
            <a:off x="6613510" y="5008998"/>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1658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up)">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F655626-4E57-6C40-B0E9-6E6968F733CC}"/>
                  </a:ext>
                </a:extLst>
              </p:cNvPr>
              <p:cNvSpPr>
                <a:spLocks noGrp="1"/>
              </p:cNvSpPr>
              <p:nvPr>
                <p:ph idx="1"/>
              </p:nvPr>
            </p:nvSpPr>
            <p:spPr/>
            <p:txBody>
              <a:bodyPr anchor="ctr"/>
              <a:lstStyle/>
              <a:p>
                <a:pPr marL="0" indent="0" algn="ctr">
                  <a:buNone/>
                </a:pPr>
                <a:r>
                  <a:rPr lang="en-GB" dirty="0"/>
                  <a:t>What is the value of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1.2</m:t>
                        </m:r>
                      </m:e>
                      <m:sup>
                        <m:r>
                          <a:rPr lang="en-GB" b="0" i="1" smtClean="0">
                            <a:latin typeface="Cambria Math" panose="02040503050406030204" pitchFamily="18" charset="0"/>
                          </a:rPr>
                          <m:t>−3</m:t>
                        </m:r>
                      </m:sup>
                    </m:sSup>
                  </m:oMath>
                </a14:m>
                <a:r>
                  <a:rPr lang="en-GB" dirty="0"/>
                  <a:t>?</a:t>
                </a:r>
              </a:p>
            </p:txBody>
          </p:sp>
        </mc:Choice>
        <mc:Fallback xmlns="">
          <p:sp>
            <p:nvSpPr>
              <p:cNvPr id="2" name="Content Placeholder 1">
                <a:extLst>
                  <a:ext uri="{FF2B5EF4-FFF2-40B4-BE49-F238E27FC236}">
                    <a16:creationId xmlns:a16="http://schemas.microsoft.com/office/drawing/2014/main" id="{0F655626-4E57-6C40-B0E9-6E6968F733CC}"/>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BB634CF-1F4C-12DA-8992-804C72927DBF}"/>
                  </a:ext>
                </a:extLst>
              </p:cNvPr>
              <p:cNvSpPr>
                <a:spLocks noGrp="1"/>
              </p:cNvSpPr>
              <p:nvPr>
                <p:ph type="body" sz="quarter" idx="11"/>
              </p:nvPr>
            </p:nvSpPr>
            <p:spPr/>
            <p:txBody>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3.6</m:t>
                          </m:r>
                        </m:den>
                      </m:f>
                    </m:oMath>
                  </m:oMathPara>
                </a14:m>
                <a:endParaRPr lang="en-GB" dirty="0"/>
              </a:p>
            </p:txBody>
          </p:sp>
        </mc:Choice>
        <mc:Fallback xmlns="">
          <p:sp>
            <p:nvSpPr>
              <p:cNvPr id="3" name="Text Placeholder 2">
                <a:extLst>
                  <a:ext uri="{FF2B5EF4-FFF2-40B4-BE49-F238E27FC236}">
                    <a16:creationId xmlns:a16="http://schemas.microsoft.com/office/drawing/2014/main" id="{3BB634CF-1F4C-12DA-8992-804C72927DBF}"/>
                  </a:ext>
                </a:extLst>
              </p:cNvPr>
              <p:cNvSpPr>
                <a:spLocks noGrp="1" noRot="1" noChangeAspect="1" noMove="1" noResize="1" noEditPoints="1" noAdjustHandles="1" noChangeArrowheads="1" noChangeShapeType="1" noTextEdit="1"/>
              </p:cNvSpPr>
              <p:nvPr>
                <p:ph type="body" sz="quarter" idx="11"/>
              </p:nvPr>
            </p:nvSpPr>
            <p:spPr>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85E9F27-422F-175A-B42F-4090789942E8}"/>
                  </a:ext>
                </a:extLst>
              </p:cNvPr>
              <p:cNvSpPr>
                <a:spLocks noGrp="1"/>
              </p:cNvSpPr>
              <p:nvPr>
                <p:ph type="body" sz="quarter" idx="12"/>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125</m:t>
                          </m:r>
                        </m:num>
                        <m:den>
                          <m:r>
                            <a:rPr lang="en-GB" b="0" i="1" smtClean="0">
                              <a:latin typeface="Cambria Math" panose="02040503050406030204" pitchFamily="18" charset="0"/>
                            </a:rPr>
                            <m:t>216</m:t>
                          </m:r>
                        </m:den>
                      </m:f>
                    </m:oMath>
                  </m:oMathPara>
                </a14:m>
                <a:endParaRPr lang="en-GB" dirty="0"/>
              </a:p>
            </p:txBody>
          </p:sp>
        </mc:Choice>
        <mc:Fallback xmlns="">
          <p:sp>
            <p:nvSpPr>
              <p:cNvPr id="4" name="Text Placeholder 3">
                <a:extLst>
                  <a:ext uri="{FF2B5EF4-FFF2-40B4-BE49-F238E27FC236}">
                    <a16:creationId xmlns:a16="http://schemas.microsoft.com/office/drawing/2014/main" id="{C85E9F27-422F-175A-B42F-4090789942E8}"/>
                  </a:ext>
                </a:extLst>
              </p:cNvPr>
              <p:cNvSpPr>
                <a:spLocks noGrp="1" noRot="1" noChangeAspect="1" noMove="1" noResize="1" noEditPoints="1" noAdjustHandles="1" noChangeArrowheads="1" noChangeShapeType="1" noTextEdit="1"/>
              </p:cNvSpPr>
              <p:nvPr>
                <p:ph type="body" sz="quarter" idx="12"/>
              </p:nvPr>
            </p:nvSpPr>
            <p:spPr>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4107B210-9904-4851-B200-62F227B0ECB2}"/>
                  </a:ext>
                </a:extLst>
              </p:cNvPr>
              <p:cNvSpPr>
                <a:spLocks noGrp="1"/>
              </p:cNvSpPr>
              <p:nvPr>
                <p:ph type="body" sz="quarter" idx="13"/>
              </p:nvPr>
            </p:nvSpPr>
            <p:spPr/>
            <p:txBody>
              <a:bodyPr>
                <a:norm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1.728</m:t>
                      </m:r>
                    </m:oMath>
                  </m:oMathPara>
                </a14:m>
                <a:endParaRPr lang="en-GB" dirty="0"/>
              </a:p>
            </p:txBody>
          </p:sp>
        </mc:Choice>
        <mc:Fallback xmlns="">
          <p:sp>
            <p:nvSpPr>
              <p:cNvPr id="5" name="Text Placeholder 4">
                <a:extLst>
                  <a:ext uri="{FF2B5EF4-FFF2-40B4-BE49-F238E27FC236}">
                    <a16:creationId xmlns:a16="http://schemas.microsoft.com/office/drawing/2014/main" id="{4107B210-9904-4851-B200-62F227B0ECB2}"/>
                  </a:ext>
                </a:extLst>
              </p:cNvPr>
              <p:cNvSpPr>
                <a:spLocks noGrp="1" noRot="1" noChangeAspect="1" noMove="1" noResize="1" noEditPoints="1" noAdjustHandles="1" noChangeArrowheads="1" noChangeShapeType="1" noTextEdit="1"/>
              </p:cNvSpPr>
              <p:nvPr>
                <p:ph type="body" sz="quarter" idx="13"/>
              </p:nvPr>
            </p:nvSpPr>
            <p:spPr>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07E8CE94-24A1-B5E8-DE70-83FC4CC612F0}"/>
                  </a:ext>
                </a:extLst>
              </p:cNvPr>
              <p:cNvSpPr>
                <a:spLocks noGrp="1"/>
              </p:cNvSpPr>
              <p:nvPr>
                <p:ph type="body" sz="quarter" idx="14"/>
              </p:nvPr>
            </p:nvSpPr>
            <p:spPr/>
            <p:txBody>
              <a:bodyPr>
                <a:normAutofit/>
              </a:bodyPr>
              <a:lstStyle/>
              <a:p>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216</m:t>
                          </m:r>
                        </m:num>
                        <m:den>
                          <m:r>
                            <a:rPr lang="en-GB" b="0" i="1" smtClean="0">
                              <a:latin typeface="Cambria Math" panose="02040503050406030204" pitchFamily="18" charset="0"/>
                            </a:rPr>
                            <m:t>125</m:t>
                          </m:r>
                        </m:den>
                      </m:f>
                    </m:oMath>
                  </m:oMathPara>
                </a14:m>
                <a:endParaRPr lang="en-GB" dirty="0"/>
              </a:p>
            </p:txBody>
          </p:sp>
        </mc:Choice>
        <mc:Fallback xmlns="">
          <p:sp>
            <p:nvSpPr>
              <p:cNvPr id="6" name="Text Placeholder 5">
                <a:extLst>
                  <a:ext uri="{FF2B5EF4-FFF2-40B4-BE49-F238E27FC236}">
                    <a16:creationId xmlns:a16="http://schemas.microsoft.com/office/drawing/2014/main" id="{07E8CE94-24A1-B5E8-DE70-83FC4CC612F0}"/>
                  </a:ext>
                </a:extLst>
              </p:cNvPr>
              <p:cNvSpPr>
                <a:spLocks noGrp="1" noRot="1" noChangeAspect="1" noMove="1" noResize="1" noEditPoints="1" noAdjustHandles="1" noChangeArrowheads="1" noChangeShapeType="1" noTextEdit="1"/>
              </p:cNvSpPr>
              <p:nvPr>
                <p:ph type="body" sz="quarter" idx="14"/>
              </p:nvPr>
            </p:nvSpPr>
            <p:spPr>
              <a:blipFill>
                <a:blip r:embed="rId7"/>
                <a:stretch>
                  <a:fillRect/>
                </a:stretch>
              </a:blipFill>
            </p:spPr>
            <p:txBody>
              <a:bodyPr/>
              <a:lstStyle/>
              <a:p>
                <a:r>
                  <a:rPr lang="en-GB">
                    <a:noFill/>
                  </a:rPr>
                  <a:t> </a:t>
                </a:r>
              </a:p>
            </p:txBody>
          </p:sp>
        </mc:Fallback>
      </mc:AlternateContent>
      <p:sp>
        <p:nvSpPr>
          <p:cNvPr id="8" name="Isosceles Triangle 7">
            <a:extLst>
              <a:ext uri="{FF2B5EF4-FFF2-40B4-BE49-F238E27FC236}">
                <a16:creationId xmlns:a16="http://schemas.microsoft.com/office/drawing/2014/main" id="{35FDF6EB-02A0-122D-9375-E20387B4F563}"/>
              </a:ext>
            </a:extLst>
          </p:cNvPr>
          <p:cNvSpPr/>
          <p:nvPr/>
        </p:nvSpPr>
        <p:spPr>
          <a:xfrm flipV="1">
            <a:off x="2506014" y="5018720"/>
            <a:ext cx="2046137" cy="325002"/>
          </a:xfrm>
          <a:prstGeom prst="triangle">
            <a:avLst/>
          </a:prstGeom>
          <a:solidFill>
            <a:srgbClr val="222A35"/>
          </a:solidFill>
          <a:ln>
            <a:solidFill>
              <a:srgbClr val="222A35"/>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730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957416C2-4382-A47A-F3A3-9AAAC59408B9}"/>
                  </a:ext>
                </a:extLst>
              </p:cNvPr>
              <p:cNvSpPr txBox="1"/>
              <p:nvPr/>
            </p:nvSpPr>
            <p:spPr>
              <a:xfrm>
                <a:off x="3238489" y="3332174"/>
                <a:ext cx="1040265" cy="6127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−3</m:t>
                          </m:r>
                        </m:sup>
                      </m:sSup>
                      <m:r>
                        <a:rPr lang="en-GB" b="0" i="0" smtClean="0">
                          <a:latin typeface="Cambria Math" panose="02040503050406030204" pitchFamily="18" charset="0"/>
                        </a:rPr>
                        <m:t>=</m:t>
                      </m:r>
                      <m:f>
                        <m:fPr>
                          <m:ctrlPr>
                            <a:rPr lang="en-GB" b="1" i="1" smtClean="0">
                              <a:latin typeface="Cambria Math" panose="02040503050406030204" pitchFamily="18" charset="0"/>
                            </a:rPr>
                          </m:ctrlPr>
                        </m:fPr>
                        <m:num>
                          <m:r>
                            <a:rPr lang="en-GB" b="1" i="0" smtClean="0">
                              <a:latin typeface="Cambria Math" panose="02040503050406030204" pitchFamily="18" charset="0"/>
                            </a:rPr>
                            <m:t>𝟏</m:t>
                          </m:r>
                        </m:num>
                        <m:den>
                          <m:r>
                            <a:rPr lang="en-GB" b="1" i="0" smtClean="0">
                              <a:latin typeface="Cambria Math" panose="02040503050406030204" pitchFamily="18" charset="0"/>
                            </a:rPr>
                            <m:t>𝟖</m:t>
                          </m:r>
                        </m:den>
                      </m:f>
                    </m:oMath>
                  </m:oMathPara>
                </a14:m>
                <a:endParaRPr lang="en-GB" b="1" dirty="0"/>
              </a:p>
            </p:txBody>
          </p:sp>
        </mc:Choice>
        <mc:Fallback xmlns="">
          <p:sp>
            <p:nvSpPr>
              <p:cNvPr id="121" name="TextBox 120">
                <a:extLst>
                  <a:ext uri="{FF2B5EF4-FFF2-40B4-BE49-F238E27FC236}">
                    <a16:creationId xmlns:a16="http://schemas.microsoft.com/office/drawing/2014/main" id="{957416C2-4382-A47A-F3A3-9AAAC59408B9}"/>
                  </a:ext>
                </a:extLst>
              </p:cNvPr>
              <p:cNvSpPr txBox="1">
                <a:spLocks noRot="1" noChangeAspect="1" noMove="1" noResize="1" noEditPoints="1" noAdjustHandles="1" noChangeArrowheads="1" noChangeShapeType="1" noTextEdit="1"/>
              </p:cNvSpPr>
              <p:nvPr/>
            </p:nvSpPr>
            <p:spPr>
              <a:xfrm>
                <a:off x="3238489" y="3332174"/>
                <a:ext cx="1040265" cy="6127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A78B299E-9ECE-380F-1395-8A34BD2E537C}"/>
                  </a:ext>
                </a:extLst>
              </p:cNvPr>
              <p:cNvSpPr txBox="1"/>
              <p:nvPr/>
            </p:nvSpPr>
            <p:spPr>
              <a:xfrm>
                <a:off x="5384604" y="3311522"/>
                <a:ext cx="1451935" cy="612796"/>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r>
                            <a:rPr lang="en-GB" i="1">
                              <a:latin typeface="Cambria Math" panose="02040503050406030204" pitchFamily="18" charset="0"/>
                            </a:rPr>
                            <m:t>5</m:t>
                          </m:r>
                        </m:e>
                        <m:sup>
                          <m:r>
                            <a:rPr lang="en-GB" i="1">
                              <a:latin typeface="Cambria Math" panose="02040503050406030204" pitchFamily="18" charset="0"/>
                            </a:rPr>
                            <m:t>−2</m:t>
                          </m:r>
                        </m:sup>
                      </m:sSup>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𝟐𝟓</m:t>
                          </m:r>
                        </m:den>
                      </m:f>
                    </m:oMath>
                  </m:oMathPara>
                </a14:m>
                <a:endParaRPr lang="en-GB" b="1" i="1" dirty="0">
                  <a:latin typeface="Cambria Math" panose="02040503050406030204" pitchFamily="18" charset="0"/>
                </a:endParaRPr>
              </a:p>
            </p:txBody>
          </p:sp>
        </mc:Choice>
        <mc:Fallback xmlns="">
          <p:sp>
            <p:nvSpPr>
              <p:cNvPr id="123" name="TextBox 122">
                <a:extLst>
                  <a:ext uri="{FF2B5EF4-FFF2-40B4-BE49-F238E27FC236}">
                    <a16:creationId xmlns:a16="http://schemas.microsoft.com/office/drawing/2014/main" id="{A78B299E-9ECE-380F-1395-8A34BD2E537C}"/>
                  </a:ext>
                </a:extLst>
              </p:cNvPr>
              <p:cNvSpPr txBox="1">
                <a:spLocks noRot="1" noChangeAspect="1" noMove="1" noResize="1" noEditPoints="1" noAdjustHandles="1" noChangeArrowheads="1" noChangeShapeType="1" noTextEdit="1"/>
              </p:cNvSpPr>
              <p:nvPr/>
            </p:nvSpPr>
            <p:spPr>
              <a:xfrm>
                <a:off x="5384604" y="3311522"/>
                <a:ext cx="1451935" cy="61279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818AEB77-31B1-D684-6627-EAAB52C8C43E}"/>
                  </a:ext>
                </a:extLst>
              </p:cNvPr>
              <p:cNvSpPr txBox="1"/>
              <p:nvPr/>
            </p:nvSpPr>
            <p:spPr>
              <a:xfrm>
                <a:off x="3187979" y="4122953"/>
                <a:ext cx="1562644" cy="61279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−5</m:t>
                              </m:r>
                            </m:e>
                          </m:d>
                        </m:e>
                        <m:sup>
                          <m:r>
                            <a:rPr lang="en-GB" i="1">
                              <a:latin typeface="Cambria Math" panose="02040503050406030204" pitchFamily="18" charset="0"/>
                            </a:rPr>
                            <m:t>−2</m:t>
                          </m:r>
                        </m:sup>
                      </m:sSup>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𝟐𝟓</m:t>
                          </m:r>
                        </m:den>
                      </m:f>
                    </m:oMath>
                  </m:oMathPara>
                </a14:m>
                <a:endParaRPr lang="en-GB" b="1" dirty="0"/>
              </a:p>
            </p:txBody>
          </p:sp>
        </mc:Choice>
        <mc:Fallback xmlns="">
          <p:sp>
            <p:nvSpPr>
              <p:cNvPr id="125" name="TextBox 124">
                <a:extLst>
                  <a:ext uri="{FF2B5EF4-FFF2-40B4-BE49-F238E27FC236}">
                    <a16:creationId xmlns:a16="http://schemas.microsoft.com/office/drawing/2014/main" id="{818AEB77-31B1-D684-6627-EAAB52C8C43E}"/>
                  </a:ext>
                </a:extLst>
              </p:cNvPr>
              <p:cNvSpPr txBox="1">
                <a:spLocks noRot="1" noChangeAspect="1" noMove="1" noResize="1" noEditPoints="1" noAdjustHandles="1" noChangeArrowheads="1" noChangeShapeType="1" noTextEdit="1"/>
              </p:cNvSpPr>
              <p:nvPr/>
            </p:nvSpPr>
            <p:spPr>
              <a:xfrm>
                <a:off x="3187979" y="4122953"/>
                <a:ext cx="1562644" cy="61279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31CFB051-B06D-C1E9-9A2D-3C6150688BAF}"/>
                  </a:ext>
                </a:extLst>
              </p:cNvPr>
              <p:cNvSpPr txBox="1"/>
              <p:nvPr/>
            </p:nvSpPr>
            <p:spPr>
              <a:xfrm>
                <a:off x="7458116" y="3314770"/>
                <a:ext cx="1554052" cy="612732"/>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−2</m:t>
                              </m:r>
                            </m:e>
                          </m:d>
                        </m:e>
                        <m:sup>
                          <m:r>
                            <a:rPr lang="en-GB" i="1">
                              <a:latin typeface="Cambria Math" panose="02040503050406030204" pitchFamily="18" charset="0"/>
                            </a:rPr>
                            <m:t>−3</m:t>
                          </m:r>
                        </m:sup>
                      </m:sSup>
                      <m:r>
                        <a:rPr lang="en-GB" b="0" i="1" smtClean="0">
                          <a:latin typeface="Cambria Math" panose="02040503050406030204" pitchFamily="18" charset="0"/>
                        </a:rPr>
                        <m:t>=</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𝟖</m:t>
                          </m:r>
                        </m:den>
                      </m:f>
                    </m:oMath>
                  </m:oMathPara>
                </a14:m>
                <a:endParaRPr lang="en-GB" b="1" i="1" dirty="0">
                  <a:latin typeface="Cambria Math" panose="02040503050406030204" pitchFamily="18" charset="0"/>
                </a:endParaRPr>
              </a:p>
            </p:txBody>
          </p:sp>
        </mc:Choice>
        <mc:Fallback xmlns="">
          <p:sp>
            <p:nvSpPr>
              <p:cNvPr id="127" name="TextBox 126">
                <a:extLst>
                  <a:ext uri="{FF2B5EF4-FFF2-40B4-BE49-F238E27FC236}">
                    <a16:creationId xmlns:a16="http://schemas.microsoft.com/office/drawing/2014/main" id="{31CFB051-B06D-C1E9-9A2D-3C6150688BAF}"/>
                  </a:ext>
                </a:extLst>
              </p:cNvPr>
              <p:cNvSpPr txBox="1">
                <a:spLocks noRot="1" noChangeAspect="1" noMove="1" noResize="1" noEditPoints="1" noAdjustHandles="1" noChangeArrowheads="1" noChangeShapeType="1" noTextEdit="1"/>
              </p:cNvSpPr>
              <p:nvPr/>
            </p:nvSpPr>
            <p:spPr>
              <a:xfrm>
                <a:off x="7458116" y="3314770"/>
                <a:ext cx="1554052" cy="6127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9" name="TextBox 128">
                <a:extLst>
                  <a:ext uri="{FF2B5EF4-FFF2-40B4-BE49-F238E27FC236}">
                    <a16:creationId xmlns:a16="http://schemas.microsoft.com/office/drawing/2014/main" id="{DB2F1C72-93C1-419E-E4CD-A2FAF76F8948}"/>
                  </a:ext>
                </a:extLst>
              </p:cNvPr>
              <p:cNvSpPr txBox="1"/>
              <p:nvPr/>
            </p:nvSpPr>
            <p:spPr>
              <a:xfrm>
                <a:off x="5341631" y="4044021"/>
                <a:ext cx="1562644" cy="769378"/>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e>
                          </m:d>
                        </m:e>
                        <m:sup>
                          <m:r>
                            <a:rPr lang="en-GB" i="1">
                              <a:latin typeface="Cambria Math" panose="02040503050406030204" pitchFamily="18" charset="0"/>
                            </a:rPr>
                            <m:t>−2</m:t>
                          </m:r>
                        </m:sup>
                      </m:sSup>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𝟏𝟔</m:t>
                          </m:r>
                        </m:num>
                        <m:den>
                          <m:r>
                            <a:rPr lang="en-GB" b="1" i="1" smtClean="0">
                              <a:latin typeface="Cambria Math" panose="02040503050406030204" pitchFamily="18" charset="0"/>
                            </a:rPr>
                            <m:t>𝟗</m:t>
                          </m:r>
                        </m:den>
                      </m:f>
                    </m:oMath>
                  </m:oMathPara>
                </a14:m>
                <a:endParaRPr lang="en-GB" b="1" dirty="0"/>
              </a:p>
            </p:txBody>
          </p:sp>
        </mc:Choice>
        <mc:Fallback xmlns="">
          <p:sp>
            <p:nvSpPr>
              <p:cNvPr id="129" name="TextBox 128">
                <a:extLst>
                  <a:ext uri="{FF2B5EF4-FFF2-40B4-BE49-F238E27FC236}">
                    <a16:creationId xmlns:a16="http://schemas.microsoft.com/office/drawing/2014/main" id="{DB2F1C72-93C1-419E-E4CD-A2FAF76F8948}"/>
                  </a:ext>
                </a:extLst>
              </p:cNvPr>
              <p:cNvSpPr txBox="1">
                <a:spLocks noRot="1" noChangeAspect="1" noMove="1" noResize="1" noEditPoints="1" noAdjustHandles="1" noChangeArrowheads="1" noChangeShapeType="1" noTextEdit="1"/>
              </p:cNvSpPr>
              <p:nvPr/>
            </p:nvSpPr>
            <p:spPr>
              <a:xfrm>
                <a:off x="5341631" y="4044021"/>
                <a:ext cx="1562644" cy="76937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1" name="TextBox 130">
                <a:extLst>
                  <a:ext uri="{FF2B5EF4-FFF2-40B4-BE49-F238E27FC236}">
                    <a16:creationId xmlns:a16="http://schemas.microsoft.com/office/drawing/2014/main" id="{3EB9E822-3ED6-AB48-52C3-E31850A0325C}"/>
                  </a:ext>
                </a:extLst>
              </p:cNvPr>
              <p:cNvSpPr txBox="1"/>
              <p:nvPr/>
            </p:nvSpPr>
            <p:spPr>
              <a:xfrm>
                <a:off x="7483044" y="4038716"/>
                <a:ext cx="1365666" cy="769378"/>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9</m:t>
                                  </m:r>
                                </m:den>
                              </m:f>
                            </m:e>
                          </m:d>
                        </m:e>
                        <m:sup>
                          <m:r>
                            <a:rPr lang="en-GB" i="1">
                              <a:latin typeface="Cambria Math" panose="02040503050406030204" pitchFamily="18" charset="0"/>
                            </a:rPr>
                            <m:t>2</m:t>
                          </m:r>
                        </m:sup>
                      </m:sSup>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𝟖𝟏</m:t>
                          </m:r>
                        </m:den>
                      </m:f>
                    </m:oMath>
                  </m:oMathPara>
                </a14:m>
                <a:endParaRPr lang="en-GB" b="1" i="1" dirty="0">
                  <a:latin typeface="Cambria Math" panose="02040503050406030204" pitchFamily="18" charset="0"/>
                </a:endParaRPr>
              </a:p>
            </p:txBody>
          </p:sp>
        </mc:Choice>
        <mc:Fallback xmlns="">
          <p:sp>
            <p:nvSpPr>
              <p:cNvPr id="131" name="TextBox 130">
                <a:extLst>
                  <a:ext uri="{FF2B5EF4-FFF2-40B4-BE49-F238E27FC236}">
                    <a16:creationId xmlns:a16="http://schemas.microsoft.com/office/drawing/2014/main" id="{3EB9E822-3ED6-AB48-52C3-E31850A0325C}"/>
                  </a:ext>
                </a:extLst>
              </p:cNvPr>
              <p:cNvSpPr txBox="1">
                <a:spLocks noRot="1" noChangeAspect="1" noMove="1" noResize="1" noEditPoints="1" noAdjustHandles="1" noChangeArrowheads="1" noChangeShapeType="1" noTextEdit="1"/>
              </p:cNvSpPr>
              <p:nvPr/>
            </p:nvSpPr>
            <p:spPr>
              <a:xfrm>
                <a:off x="7483044" y="4038716"/>
                <a:ext cx="1365666" cy="769378"/>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B3730031-9293-0641-1B22-6317B4DB7ACD}"/>
                  </a:ext>
                </a:extLst>
              </p:cNvPr>
              <p:cNvSpPr txBox="1"/>
              <p:nvPr/>
            </p:nvSpPr>
            <p:spPr>
              <a:xfrm>
                <a:off x="3184413" y="4887777"/>
                <a:ext cx="1949294" cy="7693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3</m:t>
                                  </m:r>
                                </m:den>
                              </m:f>
                            </m:e>
                          </m:d>
                        </m:e>
                        <m:sup>
                          <m:r>
                            <a:rPr lang="en-GB" i="1">
                              <a:latin typeface="Cambria Math" panose="02040503050406030204" pitchFamily="18" charset="0"/>
                            </a:rPr>
                            <m:t>−3</m:t>
                          </m:r>
                        </m:sup>
                      </m:sSup>
                      <m:r>
                        <a:rPr lang="en-GB" b="0" i="1" smtClean="0">
                          <a:latin typeface="Cambria Math" panose="02040503050406030204" pitchFamily="18" charset="0"/>
                        </a:rPr>
                        <m:t>=</m:t>
                      </m:r>
                      <m:r>
                        <a:rPr lang="en-GB" b="1" i="1" smtClean="0">
                          <a:latin typeface="Cambria Math" panose="02040503050406030204" pitchFamily="18" charset="0"/>
                        </a:rPr>
                        <m:t>−</m:t>
                      </m:r>
                      <m:r>
                        <a:rPr lang="en-GB" b="1" i="1" smtClean="0">
                          <a:latin typeface="Cambria Math" panose="02040503050406030204" pitchFamily="18" charset="0"/>
                        </a:rPr>
                        <m:t>𝟐𝟕</m:t>
                      </m:r>
                      <m:r>
                        <a:rPr lang="en-GB" b="1" i="1" smtClean="0">
                          <a:latin typeface="Cambria Math" panose="02040503050406030204" pitchFamily="18" charset="0"/>
                        </a:rPr>
                        <m:t> </m:t>
                      </m:r>
                    </m:oMath>
                  </m:oMathPara>
                </a14:m>
                <a:endParaRPr lang="en-GB" b="1" dirty="0"/>
              </a:p>
            </p:txBody>
          </p:sp>
        </mc:Choice>
        <mc:Fallback xmlns="">
          <p:sp>
            <p:nvSpPr>
              <p:cNvPr id="142" name="TextBox 141">
                <a:extLst>
                  <a:ext uri="{FF2B5EF4-FFF2-40B4-BE49-F238E27FC236}">
                    <a16:creationId xmlns:a16="http://schemas.microsoft.com/office/drawing/2014/main" id="{B3730031-9293-0641-1B22-6317B4DB7ACD}"/>
                  </a:ext>
                </a:extLst>
              </p:cNvPr>
              <p:cNvSpPr txBox="1">
                <a:spLocks noRot="1" noChangeAspect="1" noMove="1" noResize="1" noEditPoints="1" noAdjustHandles="1" noChangeArrowheads="1" noChangeShapeType="1" noTextEdit="1"/>
              </p:cNvSpPr>
              <p:nvPr/>
            </p:nvSpPr>
            <p:spPr>
              <a:xfrm>
                <a:off x="3184413" y="4887777"/>
                <a:ext cx="1949294" cy="769378"/>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A0D6EDE7-80E4-0EEB-8E25-532E69BFB8E3}"/>
                  </a:ext>
                </a:extLst>
              </p:cNvPr>
              <p:cNvSpPr txBox="1"/>
              <p:nvPr/>
            </p:nvSpPr>
            <p:spPr>
              <a:xfrm>
                <a:off x="5425695" y="4944261"/>
                <a:ext cx="1562644" cy="618311"/>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r>
                            <a:rPr lang="en-GB" i="1">
                              <a:latin typeface="Cambria Math" panose="02040503050406030204" pitchFamily="18" charset="0"/>
                            </a:rPr>
                            <m:t>0.32</m:t>
                          </m:r>
                        </m:e>
                        <m:sup>
                          <m:r>
                            <a:rPr lang="en-GB" i="1">
                              <a:latin typeface="Cambria Math" panose="02040503050406030204" pitchFamily="18" charset="0"/>
                            </a:rPr>
                            <m:t>−2</m:t>
                          </m:r>
                        </m:sup>
                      </m:sSup>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𝟔𝟐𝟓</m:t>
                          </m:r>
                        </m:num>
                        <m:den>
                          <m:r>
                            <a:rPr lang="en-GB" b="1" i="1" smtClean="0">
                              <a:latin typeface="Cambria Math" panose="02040503050406030204" pitchFamily="18" charset="0"/>
                            </a:rPr>
                            <m:t>𝟔𝟒</m:t>
                          </m:r>
                        </m:den>
                      </m:f>
                    </m:oMath>
                  </m:oMathPara>
                </a14:m>
                <a:endParaRPr lang="en-GB" b="1" i="1" dirty="0">
                  <a:latin typeface="Cambria Math" panose="02040503050406030204" pitchFamily="18" charset="0"/>
                </a:endParaRPr>
              </a:p>
            </p:txBody>
          </p:sp>
        </mc:Choice>
        <mc:Fallback xmlns="">
          <p:sp>
            <p:nvSpPr>
              <p:cNvPr id="144" name="TextBox 143">
                <a:extLst>
                  <a:ext uri="{FF2B5EF4-FFF2-40B4-BE49-F238E27FC236}">
                    <a16:creationId xmlns:a16="http://schemas.microsoft.com/office/drawing/2014/main" id="{A0D6EDE7-80E4-0EEB-8E25-532E69BFB8E3}"/>
                  </a:ext>
                </a:extLst>
              </p:cNvPr>
              <p:cNvSpPr txBox="1">
                <a:spLocks noRot="1" noChangeAspect="1" noMove="1" noResize="1" noEditPoints="1" noAdjustHandles="1" noChangeArrowheads="1" noChangeShapeType="1" noTextEdit="1"/>
              </p:cNvSpPr>
              <p:nvPr/>
            </p:nvSpPr>
            <p:spPr>
              <a:xfrm>
                <a:off x="5425695" y="4944261"/>
                <a:ext cx="1562644" cy="618311"/>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ACC6DD2F-7D4D-7726-48F6-00C2D92CA5EA}"/>
                  </a:ext>
                </a:extLst>
              </p:cNvPr>
              <p:cNvSpPr txBox="1"/>
              <p:nvPr/>
            </p:nvSpPr>
            <p:spPr>
              <a:xfrm>
                <a:off x="4727813" y="5827228"/>
                <a:ext cx="2882703" cy="6127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−0.09</m:t>
                              </m:r>
                            </m:e>
                          </m:d>
                        </m:e>
                        <m:sup>
                          <m:r>
                            <a:rPr lang="en-GB" i="1">
                              <a:latin typeface="Cambria Math" panose="02040503050406030204" pitchFamily="18" charset="0"/>
                            </a:rPr>
                            <m:t>−3</m:t>
                          </m:r>
                        </m:sup>
                      </m:sSup>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𝟏𝟎𝟎𝟎𝟎𝟎𝟎</m:t>
                          </m:r>
                        </m:num>
                        <m:den>
                          <m:r>
                            <a:rPr lang="en-GB" b="1" i="1" smtClean="0">
                              <a:latin typeface="Cambria Math" panose="02040503050406030204" pitchFamily="18" charset="0"/>
                            </a:rPr>
                            <m:t>𝟕𝟐𝟗</m:t>
                          </m:r>
                        </m:den>
                      </m:f>
                    </m:oMath>
                  </m:oMathPara>
                </a14:m>
                <a:endParaRPr lang="en-GB" b="1" dirty="0"/>
              </a:p>
            </p:txBody>
          </p:sp>
        </mc:Choice>
        <mc:Fallback xmlns="">
          <p:sp>
            <p:nvSpPr>
              <p:cNvPr id="146" name="TextBox 145">
                <a:extLst>
                  <a:ext uri="{FF2B5EF4-FFF2-40B4-BE49-F238E27FC236}">
                    <a16:creationId xmlns:a16="http://schemas.microsoft.com/office/drawing/2014/main" id="{ACC6DD2F-7D4D-7726-48F6-00C2D92CA5EA}"/>
                  </a:ext>
                </a:extLst>
              </p:cNvPr>
              <p:cNvSpPr txBox="1">
                <a:spLocks noRot="1" noChangeAspect="1" noMove="1" noResize="1" noEditPoints="1" noAdjustHandles="1" noChangeArrowheads="1" noChangeShapeType="1" noTextEdit="1"/>
              </p:cNvSpPr>
              <p:nvPr/>
            </p:nvSpPr>
            <p:spPr>
              <a:xfrm>
                <a:off x="4727813" y="5827228"/>
                <a:ext cx="2882703" cy="612732"/>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E24053B-0069-4DB6-CCD5-E2A36D98F09C}"/>
                  </a:ext>
                </a:extLst>
              </p:cNvPr>
              <p:cNvSpPr txBox="1"/>
              <p:nvPr/>
            </p:nvSpPr>
            <p:spPr>
              <a:xfrm>
                <a:off x="3187979" y="1901992"/>
                <a:ext cx="1562644" cy="610936"/>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−4</m:t>
                              </m:r>
                            </m:e>
                          </m:d>
                        </m:e>
                        <m:sup>
                          <m:r>
                            <a:rPr lang="en-GB" i="1">
                              <a:latin typeface="Cambria Math" panose="02040503050406030204" pitchFamily="18" charset="0"/>
                            </a:rPr>
                            <m:t>−1</m:t>
                          </m:r>
                        </m:sup>
                      </m:sSup>
                      <m:r>
                        <a:rPr lang="en-GB" b="0" i="0" smtClean="0">
                          <a:latin typeface="Cambria Math" panose="02040503050406030204" pitchFamily="18" charset="0"/>
                        </a:rPr>
                        <m:t>=</m:t>
                      </m:r>
                      <m:r>
                        <a:rPr lang="en-GB" b="1" i="0" smtClean="0">
                          <a:latin typeface="Cambria Math" panose="02040503050406030204" pitchFamily="18" charset="0"/>
                        </a:rPr>
                        <m:t>−</m:t>
                      </m:r>
                      <m:f>
                        <m:fPr>
                          <m:ctrlPr>
                            <a:rPr lang="en-GB" b="1" i="1" smtClean="0">
                              <a:latin typeface="Cambria Math" panose="02040503050406030204" pitchFamily="18" charset="0"/>
                            </a:rPr>
                          </m:ctrlPr>
                        </m:fPr>
                        <m:num>
                          <m:r>
                            <a:rPr lang="en-GB" b="1" i="0" smtClean="0">
                              <a:latin typeface="Cambria Math" panose="02040503050406030204" pitchFamily="18" charset="0"/>
                            </a:rPr>
                            <m:t>𝟏</m:t>
                          </m:r>
                        </m:num>
                        <m:den>
                          <m:r>
                            <a:rPr lang="en-GB" b="1" i="0" smtClean="0">
                              <a:latin typeface="Cambria Math" panose="02040503050406030204" pitchFamily="18" charset="0"/>
                            </a:rPr>
                            <m:t>𝟒</m:t>
                          </m:r>
                        </m:den>
                      </m:f>
                    </m:oMath>
                  </m:oMathPara>
                </a14:m>
                <a:endParaRPr lang="en-GB" b="1" dirty="0"/>
              </a:p>
            </p:txBody>
          </p:sp>
        </mc:Choice>
        <mc:Fallback xmlns="">
          <p:sp>
            <p:nvSpPr>
              <p:cNvPr id="91" name="TextBox 90">
                <a:extLst>
                  <a:ext uri="{FF2B5EF4-FFF2-40B4-BE49-F238E27FC236}">
                    <a16:creationId xmlns:a16="http://schemas.microsoft.com/office/drawing/2014/main" id="{AE24053B-0069-4DB6-CCD5-E2A36D98F09C}"/>
                  </a:ext>
                </a:extLst>
              </p:cNvPr>
              <p:cNvSpPr txBox="1">
                <a:spLocks noRot="1" noChangeAspect="1" noMove="1" noResize="1" noEditPoints="1" noAdjustHandles="1" noChangeArrowheads="1" noChangeShapeType="1" noTextEdit="1"/>
              </p:cNvSpPr>
              <p:nvPr/>
            </p:nvSpPr>
            <p:spPr>
              <a:xfrm>
                <a:off x="3187979" y="1901992"/>
                <a:ext cx="1562644" cy="610936"/>
              </a:xfrm>
              <a:prstGeom prst="rect">
                <a:avLst/>
              </a:prstGeom>
              <a:blipFill>
                <a:blip r:embed="rId1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3A77B5F-CD96-9EF5-37B1-29D69B1D85E9}"/>
                  </a:ext>
                </a:extLst>
              </p:cNvPr>
              <p:cNvSpPr txBox="1"/>
              <p:nvPr/>
            </p:nvSpPr>
            <p:spPr>
              <a:xfrm>
                <a:off x="5341631" y="1823060"/>
                <a:ext cx="1562644" cy="768800"/>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5</m:t>
                                  </m:r>
                                </m:num>
                                <m:den>
                                  <m:r>
                                    <a:rPr lang="en-GB" i="1">
                                      <a:latin typeface="Cambria Math" panose="02040503050406030204" pitchFamily="18" charset="0"/>
                                    </a:rPr>
                                    <m:t>2</m:t>
                                  </m:r>
                                </m:den>
                              </m:f>
                            </m:e>
                          </m:d>
                        </m:e>
                        <m:sup>
                          <m:r>
                            <a:rPr lang="en-GB" i="1">
                              <a:latin typeface="Cambria Math" panose="02040503050406030204" pitchFamily="18" charset="0"/>
                            </a:rPr>
                            <m:t>−1</m:t>
                          </m:r>
                        </m:sup>
                      </m:sSup>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𝟐</m:t>
                          </m:r>
                        </m:num>
                        <m:den>
                          <m:r>
                            <a:rPr lang="en-GB" b="1" i="1" smtClean="0">
                              <a:latin typeface="Cambria Math" panose="02040503050406030204" pitchFamily="18" charset="0"/>
                            </a:rPr>
                            <m:t>𝟓</m:t>
                          </m:r>
                        </m:den>
                      </m:f>
                    </m:oMath>
                  </m:oMathPara>
                </a14:m>
                <a:endParaRPr lang="en-GB" b="1" i="1" dirty="0">
                  <a:latin typeface="Cambria Math" panose="02040503050406030204" pitchFamily="18" charset="0"/>
                </a:endParaRPr>
              </a:p>
            </p:txBody>
          </p:sp>
        </mc:Choice>
        <mc:Fallback xmlns="">
          <p:sp>
            <p:nvSpPr>
              <p:cNvPr id="95" name="TextBox 94">
                <a:extLst>
                  <a:ext uri="{FF2B5EF4-FFF2-40B4-BE49-F238E27FC236}">
                    <a16:creationId xmlns:a16="http://schemas.microsoft.com/office/drawing/2014/main" id="{63A77B5F-CD96-9EF5-37B1-29D69B1D85E9}"/>
                  </a:ext>
                </a:extLst>
              </p:cNvPr>
              <p:cNvSpPr txBox="1">
                <a:spLocks noRot="1" noChangeAspect="1" noMove="1" noResize="1" noEditPoints="1" noAdjustHandles="1" noChangeArrowheads="1" noChangeShapeType="1" noTextEdit="1"/>
              </p:cNvSpPr>
              <p:nvPr/>
            </p:nvSpPr>
            <p:spPr>
              <a:xfrm>
                <a:off x="5341631" y="1823060"/>
                <a:ext cx="1562644" cy="768800"/>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413DB918-1658-2785-AF13-E4291C7388B2}"/>
                  </a:ext>
                </a:extLst>
              </p:cNvPr>
              <p:cNvSpPr txBox="1"/>
              <p:nvPr/>
            </p:nvSpPr>
            <p:spPr>
              <a:xfrm>
                <a:off x="7483044" y="1901575"/>
                <a:ext cx="1365666" cy="611771"/>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r>
                            <a:rPr lang="en-GB" i="1">
                              <a:latin typeface="Cambria Math" panose="02040503050406030204" pitchFamily="18" charset="0"/>
                            </a:rPr>
                            <m:t>0.7</m:t>
                          </m:r>
                        </m:e>
                        <m:sup>
                          <m:r>
                            <a:rPr lang="en-GB" i="1">
                              <a:latin typeface="Cambria Math" panose="02040503050406030204" pitchFamily="18" charset="0"/>
                            </a:rPr>
                            <m:t>−1</m:t>
                          </m:r>
                        </m:sup>
                      </m:sSup>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𝟏𝟎</m:t>
                          </m:r>
                        </m:num>
                        <m:den>
                          <m:r>
                            <a:rPr lang="en-GB" b="1" i="1" smtClean="0">
                              <a:latin typeface="Cambria Math" panose="02040503050406030204" pitchFamily="18" charset="0"/>
                            </a:rPr>
                            <m:t>𝟕</m:t>
                          </m:r>
                        </m:den>
                      </m:f>
                    </m:oMath>
                  </m:oMathPara>
                </a14:m>
                <a:endParaRPr lang="en-GB" b="1" i="1" dirty="0">
                  <a:latin typeface="Cambria Math" panose="02040503050406030204" pitchFamily="18" charset="0"/>
                </a:endParaRPr>
              </a:p>
            </p:txBody>
          </p:sp>
        </mc:Choice>
        <mc:Fallback xmlns="">
          <p:sp>
            <p:nvSpPr>
              <p:cNvPr id="97" name="TextBox 96">
                <a:extLst>
                  <a:ext uri="{FF2B5EF4-FFF2-40B4-BE49-F238E27FC236}">
                    <a16:creationId xmlns:a16="http://schemas.microsoft.com/office/drawing/2014/main" id="{413DB918-1658-2785-AF13-E4291C7388B2}"/>
                  </a:ext>
                </a:extLst>
              </p:cNvPr>
              <p:cNvSpPr txBox="1">
                <a:spLocks noRot="1" noChangeAspect="1" noMove="1" noResize="1" noEditPoints="1" noAdjustHandles="1" noChangeArrowheads="1" noChangeShapeType="1" noTextEdit="1"/>
              </p:cNvSpPr>
              <p:nvPr/>
            </p:nvSpPr>
            <p:spPr>
              <a:xfrm>
                <a:off x="7483044" y="1901575"/>
                <a:ext cx="1365666" cy="611771"/>
              </a:xfrm>
              <a:prstGeom prst="rect">
                <a:avLst/>
              </a:prstGeom>
              <a:blipFill>
                <a:blip r:embed="rId14"/>
                <a:stretch>
                  <a:fillRect/>
                </a:stretch>
              </a:blipFill>
            </p:spPr>
            <p:txBody>
              <a:bodyPr/>
              <a:lstStyle/>
              <a:p>
                <a:r>
                  <a:rPr lang="en-GB">
                    <a:noFill/>
                  </a:rPr>
                  <a:t> </a:t>
                </a:r>
              </a:p>
            </p:txBody>
          </p:sp>
        </mc:Fallback>
      </mc:AlternateContent>
      <p:sp>
        <p:nvSpPr>
          <p:cNvPr id="113" name="Rectangle 112">
            <a:extLst>
              <a:ext uri="{FF2B5EF4-FFF2-40B4-BE49-F238E27FC236}">
                <a16:creationId xmlns:a16="http://schemas.microsoft.com/office/drawing/2014/main" id="{49ED3247-629C-3C33-8423-DE02B784E18A}"/>
              </a:ext>
            </a:extLst>
          </p:cNvPr>
          <p:cNvSpPr/>
          <p:nvPr/>
        </p:nvSpPr>
        <p:spPr>
          <a:xfrm>
            <a:off x="4247992" y="1947306"/>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14" name="Rectangle 113">
            <a:extLst>
              <a:ext uri="{FF2B5EF4-FFF2-40B4-BE49-F238E27FC236}">
                <a16:creationId xmlns:a16="http://schemas.microsoft.com/office/drawing/2014/main" id="{B8BD0EC2-DDFC-9876-0D93-11A4D5CCB6B3}"/>
              </a:ext>
            </a:extLst>
          </p:cNvPr>
          <p:cNvSpPr/>
          <p:nvPr/>
        </p:nvSpPr>
        <p:spPr>
          <a:xfrm>
            <a:off x="6324383" y="1947306"/>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15" name="Rectangle 114">
            <a:extLst>
              <a:ext uri="{FF2B5EF4-FFF2-40B4-BE49-F238E27FC236}">
                <a16:creationId xmlns:a16="http://schemas.microsoft.com/office/drawing/2014/main" id="{7B572EC9-4B2A-EB0A-EB37-3C3E354F4685}"/>
              </a:ext>
            </a:extLst>
          </p:cNvPr>
          <p:cNvSpPr/>
          <p:nvPr/>
        </p:nvSpPr>
        <p:spPr>
          <a:xfrm>
            <a:off x="8368235" y="1947306"/>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32" name="Rectangle 131">
            <a:extLst>
              <a:ext uri="{FF2B5EF4-FFF2-40B4-BE49-F238E27FC236}">
                <a16:creationId xmlns:a16="http://schemas.microsoft.com/office/drawing/2014/main" id="{E97AD206-B0B1-2D31-41D6-102E94BABEB8}"/>
              </a:ext>
            </a:extLst>
          </p:cNvPr>
          <p:cNvSpPr/>
          <p:nvPr/>
        </p:nvSpPr>
        <p:spPr>
          <a:xfrm>
            <a:off x="3979220" y="3366934"/>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33" name="Rectangle 132">
            <a:extLst>
              <a:ext uri="{FF2B5EF4-FFF2-40B4-BE49-F238E27FC236}">
                <a16:creationId xmlns:a16="http://schemas.microsoft.com/office/drawing/2014/main" id="{1C7B3815-93FF-9860-00B2-6E228305B0EB}"/>
              </a:ext>
            </a:extLst>
          </p:cNvPr>
          <p:cNvSpPr/>
          <p:nvPr/>
        </p:nvSpPr>
        <p:spPr>
          <a:xfrm>
            <a:off x="6016493" y="3361848"/>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34" name="Rectangle 133">
            <a:extLst>
              <a:ext uri="{FF2B5EF4-FFF2-40B4-BE49-F238E27FC236}">
                <a16:creationId xmlns:a16="http://schemas.microsoft.com/office/drawing/2014/main" id="{5C597C14-EF79-2523-ECB8-57CC2A0FDF9F}"/>
              </a:ext>
            </a:extLst>
          </p:cNvPr>
          <p:cNvSpPr/>
          <p:nvPr/>
        </p:nvSpPr>
        <p:spPr>
          <a:xfrm>
            <a:off x="8551817" y="3366325"/>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35" name="Rectangle 134">
            <a:extLst>
              <a:ext uri="{FF2B5EF4-FFF2-40B4-BE49-F238E27FC236}">
                <a16:creationId xmlns:a16="http://schemas.microsoft.com/office/drawing/2014/main" id="{DCB45266-580E-DFF3-36E9-5CDD4226A428}"/>
              </a:ext>
            </a:extLst>
          </p:cNvPr>
          <p:cNvSpPr/>
          <p:nvPr/>
        </p:nvSpPr>
        <p:spPr>
          <a:xfrm>
            <a:off x="4247992" y="4168267"/>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36" name="Rectangle 135">
            <a:extLst>
              <a:ext uri="{FF2B5EF4-FFF2-40B4-BE49-F238E27FC236}">
                <a16:creationId xmlns:a16="http://schemas.microsoft.com/office/drawing/2014/main" id="{D772E8FE-EDF8-AFFC-5003-795681E51233}"/>
              </a:ext>
            </a:extLst>
          </p:cNvPr>
          <p:cNvSpPr/>
          <p:nvPr/>
        </p:nvSpPr>
        <p:spPr>
          <a:xfrm>
            <a:off x="6324383" y="4168267"/>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37" name="Rectangle 136">
            <a:extLst>
              <a:ext uri="{FF2B5EF4-FFF2-40B4-BE49-F238E27FC236}">
                <a16:creationId xmlns:a16="http://schemas.microsoft.com/office/drawing/2014/main" id="{D6B7E106-8B97-2302-47E1-DA8B77D0D96A}"/>
              </a:ext>
            </a:extLst>
          </p:cNvPr>
          <p:cNvSpPr/>
          <p:nvPr/>
        </p:nvSpPr>
        <p:spPr>
          <a:xfrm>
            <a:off x="8368235" y="4168267"/>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2" name="Title 1">
            <a:extLst>
              <a:ext uri="{FF2B5EF4-FFF2-40B4-BE49-F238E27FC236}">
                <a16:creationId xmlns:a16="http://schemas.microsoft.com/office/drawing/2014/main" id="{70C4ABE3-07DD-18C2-62D1-973C59D983C3}"/>
              </a:ext>
            </a:extLst>
          </p:cNvPr>
          <p:cNvSpPr>
            <a:spLocks noGrp="1"/>
          </p:cNvSpPr>
          <p:nvPr>
            <p:ph type="title"/>
          </p:nvPr>
        </p:nvSpPr>
        <p:spPr/>
        <p:txBody>
          <a:bodyPr/>
          <a:lstStyle/>
          <a:p>
            <a:r>
              <a:rPr lang="en-GB" dirty="0"/>
              <a:t>Exercise</a:t>
            </a:r>
          </a:p>
        </p:txBody>
      </p:sp>
      <p:sp>
        <p:nvSpPr>
          <p:cNvPr id="3" name="Title 1">
            <a:extLst>
              <a:ext uri="{FF2B5EF4-FFF2-40B4-BE49-F238E27FC236}">
                <a16:creationId xmlns:a16="http://schemas.microsoft.com/office/drawing/2014/main" id="{820CBE05-2791-16AE-8DB1-35396AD10ADF}"/>
              </a:ext>
            </a:extLst>
          </p:cNvPr>
          <p:cNvSpPr txBox="1">
            <a:spLocks/>
          </p:cNvSpPr>
          <p:nvPr/>
        </p:nvSpPr>
        <p:spPr>
          <a:xfrm>
            <a:off x="4276564" y="32695"/>
            <a:ext cx="3983050" cy="4490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bg1"/>
                </a:solidFill>
                <a:latin typeface="+mj-lt"/>
                <a:ea typeface="+mj-ea"/>
                <a:cs typeface="+mj-cs"/>
              </a:defRPr>
            </a:lvl1pPr>
          </a:lstStyle>
          <a:p>
            <a:r>
              <a:rPr lang="en-GB" sz="1800" dirty="0"/>
              <a:t>(Available as a separate worksheet)</a:t>
            </a:r>
          </a:p>
        </p:txBody>
      </p:sp>
      <p:sp>
        <p:nvSpPr>
          <p:cNvPr id="5" name="Rectangle: Rounded Corners 4">
            <a:extLst>
              <a:ext uri="{FF2B5EF4-FFF2-40B4-BE49-F238E27FC236}">
                <a16:creationId xmlns:a16="http://schemas.microsoft.com/office/drawing/2014/main" id="{6849A8BC-5E49-2F17-EA34-69FA34695736}"/>
              </a:ext>
            </a:extLst>
          </p:cNvPr>
          <p:cNvSpPr/>
          <p:nvPr/>
        </p:nvSpPr>
        <p:spPr>
          <a:xfrm>
            <a:off x="247199" y="730226"/>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1</a:t>
            </a:r>
          </a:p>
        </p:txBody>
      </p:sp>
      <p:sp>
        <p:nvSpPr>
          <p:cNvPr id="6" name="TextBox 5">
            <a:extLst>
              <a:ext uri="{FF2B5EF4-FFF2-40B4-BE49-F238E27FC236}">
                <a16:creationId xmlns:a16="http://schemas.microsoft.com/office/drawing/2014/main" id="{B78189EE-1CD3-FB29-D563-189CB75CEA57}"/>
              </a:ext>
            </a:extLst>
          </p:cNvPr>
          <p:cNvSpPr txBox="1"/>
          <p:nvPr/>
        </p:nvSpPr>
        <p:spPr>
          <a:xfrm>
            <a:off x="585193" y="692226"/>
            <a:ext cx="1949066" cy="646331"/>
          </a:xfrm>
          <a:prstGeom prst="rect">
            <a:avLst/>
          </a:prstGeom>
          <a:noFill/>
        </p:spPr>
        <p:txBody>
          <a:bodyPr wrap="square">
            <a:spAutoFit/>
          </a:bodyPr>
          <a:lstStyle/>
          <a:p>
            <a:r>
              <a:rPr lang="en-GB" dirty="0"/>
              <a:t>State the reciprocals of:</a:t>
            </a:r>
          </a:p>
        </p:txBody>
      </p:sp>
      <p:sp>
        <p:nvSpPr>
          <p:cNvPr id="7" name="Rectangle: Rounded Corners 6">
            <a:extLst>
              <a:ext uri="{FF2B5EF4-FFF2-40B4-BE49-F238E27FC236}">
                <a16:creationId xmlns:a16="http://schemas.microsoft.com/office/drawing/2014/main" id="{752230EC-9E74-6427-DFC8-2B757B8F3499}"/>
              </a:ext>
            </a:extLst>
          </p:cNvPr>
          <p:cNvSpPr/>
          <p:nvPr/>
        </p:nvSpPr>
        <p:spPr>
          <a:xfrm>
            <a:off x="255227" y="149345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a</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9AB4D87-91D8-77CC-4E5A-5E52EEBABC05}"/>
                  </a:ext>
                </a:extLst>
              </p:cNvPr>
              <p:cNvSpPr txBox="1"/>
              <p:nvPr/>
            </p:nvSpPr>
            <p:spPr>
              <a:xfrm>
                <a:off x="610080" y="1438873"/>
                <a:ext cx="773474"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10</m:t>
                      </m:r>
                    </m:oMath>
                  </m:oMathPara>
                </a14:m>
                <a:endParaRPr lang="en-GB" dirty="0"/>
              </a:p>
            </p:txBody>
          </p:sp>
        </mc:Choice>
        <mc:Fallback xmlns="">
          <p:sp>
            <p:nvSpPr>
              <p:cNvPr id="8" name="TextBox 7">
                <a:extLst>
                  <a:ext uri="{FF2B5EF4-FFF2-40B4-BE49-F238E27FC236}">
                    <a16:creationId xmlns:a16="http://schemas.microsoft.com/office/drawing/2014/main" id="{49AB4D87-91D8-77CC-4E5A-5E52EEBABC05}"/>
                  </a:ext>
                </a:extLst>
              </p:cNvPr>
              <p:cNvSpPr txBox="1">
                <a:spLocks noRot="1" noChangeAspect="1" noMove="1" noResize="1" noEditPoints="1" noAdjustHandles="1" noChangeArrowheads="1" noChangeShapeType="1" noTextEdit="1"/>
              </p:cNvSpPr>
              <p:nvPr/>
            </p:nvSpPr>
            <p:spPr>
              <a:xfrm>
                <a:off x="610080" y="1438873"/>
                <a:ext cx="773474" cy="369332"/>
              </a:xfrm>
              <a:prstGeom prst="rect">
                <a:avLst/>
              </a:prstGeom>
              <a:blipFill>
                <a:blip r:embed="rId15"/>
                <a:stretch>
                  <a:fillRect/>
                </a:stretch>
              </a:blipFill>
            </p:spPr>
            <p:txBody>
              <a:bodyPr/>
              <a:lstStyle/>
              <a:p>
                <a:r>
                  <a:rPr lang="en-GB">
                    <a:noFill/>
                  </a:rPr>
                  <a:t> </a:t>
                </a:r>
              </a:p>
            </p:txBody>
          </p:sp>
        </mc:Fallback>
      </mc:AlternateContent>
      <p:sp>
        <p:nvSpPr>
          <p:cNvPr id="9" name="Rectangle: Rounded Corners 8">
            <a:extLst>
              <a:ext uri="{FF2B5EF4-FFF2-40B4-BE49-F238E27FC236}">
                <a16:creationId xmlns:a16="http://schemas.microsoft.com/office/drawing/2014/main" id="{5B68E7E6-ED57-CD15-3F20-51F0EDEE46D5}"/>
              </a:ext>
            </a:extLst>
          </p:cNvPr>
          <p:cNvSpPr/>
          <p:nvPr/>
        </p:nvSpPr>
        <p:spPr>
          <a:xfrm>
            <a:off x="255227" y="2158761"/>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b</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E4EE78E-70FD-E670-7204-F8AABF2A1A03}"/>
                  </a:ext>
                </a:extLst>
              </p:cNvPr>
              <p:cNvSpPr txBox="1"/>
              <p:nvPr/>
            </p:nvSpPr>
            <p:spPr>
              <a:xfrm>
                <a:off x="547472" y="2104707"/>
                <a:ext cx="898690" cy="369332"/>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−15</m:t>
                      </m:r>
                    </m:oMath>
                  </m:oMathPara>
                </a14:m>
                <a:endParaRPr lang="en-GB" i="1" dirty="0">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4E4EE78E-70FD-E670-7204-F8AABF2A1A03}"/>
                  </a:ext>
                </a:extLst>
              </p:cNvPr>
              <p:cNvSpPr txBox="1">
                <a:spLocks noRot="1" noChangeAspect="1" noMove="1" noResize="1" noEditPoints="1" noAdjustHandles="1" noChangeArrowheads="1" noChangeShapeType="1" noTextEdit="1"/>
              </p:cNvSpPr>
              <p:nvPr/>
            </p:nvSpPr>
            <p:spPr>
              <a:xfrm>
                <a:off x="547472" y="2104707"/>
                <a:ext cx="898690" cy="369332"/>
              </a:xfrm>
              <a:prstGeom prst="rect">
                <a:avLst/>
              </a:prstGeom>
              <a:blipFill>
                <a:blip r:embed="rId16"/>
                <a:stretch>
                  <a:fillRect/>
                </a:stretch>
              </a:blipFill>
            </p:spPr>
            <p:txBody>
              <a:bodyPr/>
              <a:lstStyle/>
              <a:p>
                <a:r>
                  <a:rPr lang="en-GB">
                    <a:noFill/>
                  </a:rPr>
                  <a:t> </a:t>
                </a:r>
              </a:p>
            </p:txBody>
          </p:sp>
        </mc:Fallback>
      </mc:AlternateContent>
      <p:sp>
        <p:nvSpPr>
          <p:cNvPr id="11" name="Rectangle: Rounded Corners 10">
            <a:extLst>
              <a:ext uri="{FF2B5EF4-FFF2-40B4-BE49-F238E27FC236}">
                <a16:creationId xmlns:a16="http://schemas.microsoft.com/office/drawing/2014/main" id="{8D0D496E-452A-C0CB-17CE-0B1D2FC95FFB}"/>
              </a:ext>
            </a:extLst>
          </p:cNvPr>
          <p:cNvSpPr/>
          <p:nvPr/>
        </p:nvSpPr>
        <p:spPr>
          <a:xfrm>
            <a:off x="259118" y="3489371"/>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d</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B4F2745-3BB5-8FB0-EC0B-CB3869D80A70}"/>
                  </a:ext>
                </a:extLst>
              </p:cNvPr>
              <p:cNvSpPr txBox="1"/>
              <p:nvPr/>
            </p:nvSpPr>
            <p:spPr>
              <a:xfrm>
                <a:off x="641029" y="3341472"/>
                <a:ext cx="506097" cy="612796"/>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5</m:t>
                          </m:r>
                        </m:den>
                      </m:f>
                    </m:oMath>
                  </m:oMathPara>
                </a14:m>
                <a:endParaRPr lang="en-GB" i="1" dirty="0">
                  <a:latin typeface="Cambria Math" panose="02040503050406030204" pitchFamily="18" charset="0"/>
                </a:endParaRPr>
              </a:p>
            </p:txBody>
          </p:sp>
        </mc:Choice>
        <mc:Fallback xmlns="">
          <p:sp>
            <p:nvSpPr>
              <p:cNvPr id="12" name="TextBox 11">
                <a:extLst>
                  <a:ext uri="{FF2B5EF4-FFF2-40B4-BE49-F238E27FC236}">
                    <a16:creationId xmlns:a16="http://schemas.microsoft.com/office/drawing/2014/main" id="{EB4F2745-3BB5-8FB0-EC0B-CB3869D80A70}"/>
                  </a:ext>
                </a:extLst>
              </p:cNvPr>
              <p:cNvSpPr txBox="1">
                <a:spLocks noRot="1" noChangeAspect="1" noMove="1" noResize="1" noEditPoints="1" noAdjustHandles="1" noChangeArrowheads="1" noChangeShapeType="1" noTextEdit="1"/>
              </p:cNvSpPr>
              <p:nvPr/>
            </p:nvSpPr>
            <p:spPr>
              <a:xfrm>
                <a:off x="641029" y="3341472"/>
                <a:ext cx="506097" cy="612796"/>
              </a:xfrm>
              <a:prstGeom prst="rect">
                <a:avLst/>
              </a:prstGeom>
              <a:blipFill>
                <a:blip r:embed="rId17"/>
                <a:stretch>
                  <a:fillRect/>
                </a:stretch>
              </a:blipFill>
            </p:spPr>
            <p:txBody>
              <a:bodyPr/>
              <a:lstStyle/>
              <a:p>
                <a:r>
                  <a:rPr lang="en-GB">
                    <a:noFill/>
                  </a:rPr>
                  <a:t> </a:t>
                </a:r>
              </a:p>
            </p:txBody>
          </p:sp>
        </mc:Fallback>
      </mc:AlternateContent>
      <p:sp>
        <p:nvSpPr>
          <p:cNvPr id="13" name="Rectangle: Rounded Corners 12">
            <a:extLst>
              <a:ext uri="{FF2B5EF4-FFF2-40B4-BE49-F238E27FC236}">
                <a16:creationId xmlns:a16="http://schemas.microsoft.com/office/drawing/2014/main" id="{9B5C2988-6852-28D1-B114-841FCECD88C2}"/>
              </a:ext>
            </a:extLst>
          </p:cNvPr>
          <p:cNvSpPr/>
          <p:nvPr/>
        </p:nvSpPr>
        <p:spPr>
          <a:xfrm>
            <a:off x="259118" y="282406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c</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5BF55B0-81E7-9F9D-F671-A5299F86EFC7}"/>
                  </a:ext>
                </a:extLst>
              </p:cNvPr>
              <p:cNvSpPr txBox="1"/>
              <p:nvPr/>
            </p:nvSpPr>
            <p:spPr>
              <a:xfrm>
                <a:off x="619060" y="2660004"/>
                <a:ext cx="652775" cy="61093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2</m:t>
                          </m:r>
                        </m:den>
                      </m:f>
                    </m:oMath>
                  </m:oMathPara>
                </a14:m>
                <a:endParaRPr lang="en-GB" dirty="0"/>
              </a:p>
            </p:txBody>
          </p:sp>
        </mc:Choice>
        <mc:Fallback xmlns="">
          <p:sp>
            <p:nvSpPr>
              <p:cNvPr id="14" name="TextBox 13">
                <a:extLst>
                  <a:ext uri="{FF2B5EF4-FFF2-40B4-BE49-F238E27FC236}">
                    <a16:creationId xmlns:a16="http://schemas.microsoft.com/office/drawing/2014/main" id="{95BF55B0-81E7-9F9D-F671-A5299F86EFC7}"/>
                  </a:ext>
                </a:extLst>
              </p:cNvPr>
              <p:cNvSpPr txBox="1">
                <a:spLocks noRot="1" noChangeAspect="1" noMove="1" noResize="1" noEditPoints="1" noAdjustHandles="1" noChangeArrowheads="1" noChangeShapeType="1" noTextEdit="1"/>
              </p:cNvSpPr>
              <p:nvPr/>
            </p:nvSpPr>
            <p:spPr>
              <a:xfrm>
                <a:off x="619060" y="2660004"/>
                <a:ext cx="652775" cy="610936"/>
              </a:xfrm>
              <a:prstGeom prst="rect">
                <a:avLst/>
              </a:prstGeom>
              <a:blipFill>
                <a:blip r:embed="rId18"/>
                <a:stretch>
                  <a:fillRect/>
                </a:stretch>
              </a:blipFill>
            </p:spPr>
            <p:txBody>
              <a:bodyPr/>
              <a:lstStyle/>
              <a:p>
                <a:r>
                  <a:rPr lang="en-GB">
                    <a:noFill/>
                  </a:rPr>
                  <a:t> </a:t>
                </a:r>
              </a:p>
            </p:txBody>
          </p:sp>
        </mc:Fallback>
      </mc:AlternateContent>
      <p:sp>
        <p:nvSpPr>
          <p:cNvPr id="15" name="Rectangle: Rounded Corners 14">
            <a:extLst>
              <a:ext uri="{FF2B5EF4-FFF2-40B4-BE49-F238E27FC236}">
                <a16:creationId xmlns:a16="http://schemas.microsoft.com/office/drawing/2014/main" id="{171811EE-4E08-7C8C-3BFA-3CD99AF095CF}"/>
              </a:ext>
            </a:extLst>
          </p:cNvPr>
          <p:cNvSpPr/>
          <p:nvPr/>
        </p:nvSpPr>
        <p:spPr>
          <a:xfrm>
            <a:off x="255227" y="415467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e</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A97714C-16F1-830E-5056-128D86F6234A}"/>
                  </a:ext>
                </a:extLst>
              </p:cNvPr>
              <p:cNvSpPr txBox="1"/>
              <p:nvPr/>
            </p:nvSpPr>
            <p:spPr>
              <a:xfrm>
                <a:off x="588238" y="4004027"/>
                <a:ext cx="652775" cy="610936"/>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3</m:t>
                          </m:r>
                        </m:num>
                        <m:den>
                          <m:r>
                            <a:rPr lang="en-GB" i="1">
                              <a:latin typeface="Cambria Math" panose="02040503050406030204" pitchFamily="18" charset="0"/>
                            </a:rPr>
                            <m:t>4</m:t>
                          </m:r>
                        </m:den>
                      </m:f>
                    </m:oMath>
                  </m:oMathPara>
                </a14:m>
                <a:endParaRPr lang="en-GB" i="1" dirty="0">
                  <a:latin typeface="Cambria Math" panose="02040503050406030204" pitchFamily="18" charset="0"/>
                </a:endParaRPr>
              </a:p>
            </p:txBody>
          </p:sp>
        </mc:Choice>
        <mc:Fallback xmlns="">
          <p:sp>
            <p:nvSpPr>
              <p:cNvPr id="16" name="TextBox 15">
                <a:extLst>
                  <a:ext uri="{FF2B5EF4-FFF2-40B4-BE49-F238E27FC236}">
                    <a16:creationId xmlns:a16="http://schemas.microsoft.com/office/drawing/2014/main" id="{BA97714C-16F1-830E-5056-128D86F6234A}"/>
                  </a:ext>
                </a:extLst>
              </p:cNvPr>
              <p:cNvSpPr txBox="1">
                <a:spLocks noRot="1" noChangeAspect="1" noMove="1" noResize="1" noEditPoints="1" noAdjustHandles="1" noChangeArrowheads="1" noChangeShapeType="1" noTextEdit="1"/>
              </p:cNvSpPr>
              <p:nvPr/>
            </p:nvSpPr>
            <p:spPr>
              <a:xfrm>
                <a:off x="588238" y="4004027"/>
                <a:ext cx="652775" cy="610936"/>
              </a:xfrm>
              <a:prstGeom prst="rect">
                <a:avLst/>
              </a:prstGeom>
              <a:blipFill>
                <a:blip r:embed="rId19"/>
                <a:stretch>
                  <a:fillRect/>
                </a:stretch>
              </a:blipFill>
            </p:spPr>
            <p:txBody>
              <a:bodyPr/>
              <a:lstStyle/>
              <a:p>
                <a:r>
                  <a:rPr lang="en-GB">
                    <a:noFill/>
                  </a:rPr>
                  <a:t> </a:t>
                </a:r>
              </a:p>
            </p:txBody>
          </p:sp>
        </mc:Fallback>
      </mc:AlternateContent>
      <p:sp>
        <p:nvSpPr>
          <p:cNvPr id="17" name="Rectangle: Rounded Corners 16">
            <a:extLst>
              <a:ext uri="{FF2B5EF4-FFF2-40B4-BE49-F238E27FC236}">
                <a16:creationId xmlns:a16="http://schemas.microsoft.com/office/drawing/2014/main" id="{E7D583BB-F419-C926-A578-9BAA217E5945}"/>
              </a:ext>
            </a:extLst>
          </p:cNvPr>
          <p:cNvSpPr/>
          <p:nvPr/>
        </p:nvSpPr>
        <p:spPr>
          <a:xfrm>
            <a:off x="247199" y="4819981"/>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f</a:t>
            </a:r>
            <a:endParaRPr lang="en-GB" sz="1600"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5DEF293-D9C1-3FE9-DE59-9315956D3AB5}"/>
                  </a:ext>
                </a:extLst>
              </p:cNvPr>
              <p:cNvSpPr txBox="1"/>
              <p:nvPr/>
            </p:nvSpPr>
            <p:spPr>
              <a:xfrm>
                <a:off x="604148" y="4797643"/>
                <a:ext cx="518214" cy="369332"/>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0.5</m:t>
                      </m:r>
                    </m:oMath>
                  </m:oMathPara>
                </a14:m>
                <a:endParaRPr lang="en-GB" dirty="0"/>
              </a:p>
            </p:txBody>
          </p:sp>
        </mc:Choice>
        <mc:Fallback xmlns="">
          <p:sp>
            <p:nvSpPr>
              <p:cNvPr id="18" name="TextBox 17">
                <a:extLst>
                  <a:ext uri="{FF2B5EF4-FFF2-40B4-BE49-F238E27FC236}">
                    <a16:creationId xmlns:a16="http://schemas.microsoft.com/office/drawing/2014/main" id="{75DEF293-D9C1-3FE9-DE59-9315956D3AB5}"/>
                  </a:ext>
                </a:extLst>
              </p:cNvPr>
              <p:cNvSpPr txBox="1">
                <a:spLocks noRot="1" noChangeAspect="1" noMove="1" noResize="1" noEditPoints="1" noAdjustHandles="1" noChangeArrowheads="1" noChangeShapeType="1" noTextEdit="1"/>
              </p:cNvSpPr>
              <p:nvPr/>
            </p:nvSpPr>
            <p:spPr>
              <a:xfrm>
                <a:off x="604148" y="4797643"/>
                <a:ext cx="518214" cy="369332"/>
              </a:xfrm>
              <a:prstGeom prst="rect">
                <a:avLst/>
              </a:prstGeom>
              <a:blipFill>
                <a:blip r:embed="rId20"/>
                <a:stretch>
                  <a:fillRect/>
                </a:stretch>
              </a:blipFill>
            </p:spPr>
            <p:txBody>
              <a:bodyPr/>
              <a:lstStyle/>
              <a:p>
                <a:r>
                  <a:rPr lang="en-GB">
                    <a:noFill/>
                  </a:rPr>
                  <a:t> </a:t>
                </a:r>
              </a:p>
            </p:txBody>
          </p:sp>
        </mc:Fallback>
      </mc:AlternateContent>
      <p:sp>
        <p:nvSpPr>
          <p:cNvPr id="20" name="Rectangle: Rounded Corners 19">
            <a:extLst>
              <a:ext uri="{FF2B5EF4-FFF2-40B4-BE49-F238E27FC236}">
                <a16:creationId xmlns:a16="http://schemas.microsoft.com/office/drawing/2014/main" id="{A8C63590-6504-3506-BA80-F8698174D4FE}"/>
              </a:ext>
            </a:extLst>
          </p:cNvPr>
          <p:cNvSpPr/>
          <p:nvPr/>
        </p:nvSpPr>
        <p:spPr>
          <a:xfrm>
            <a:off x="266553" y="548528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g</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9BD5184-70D9-86B2-A451-682BBBFDAB7D}"/>
                  </a:ext>
                </a:extLst>
              </p:cNvPr>
              <p:cNvSpPr txBox="1"/>
              <p:nvPr/>
            </p:nvSpPr>
            <p:spPr>
              <a:xfrm>
                <a:off x="634970" y="5461498"/>
                <a:ext cx="518214" cy="369332"/>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0.1</m:t>
                      </m:r>
                    </m:oMath>
                  </m:oMathPara>
                </a14:m>
                <a:endParaRPr lang="en-GB" i="1" dirty="0">
                  <a:latin typeface="Cambria Math" panose="02040503050406030204" pitchFamily="18" charset="0"/>
                </a:endParaRPr>
              </a:p>
            </p:txBody>
          </p:sp>
        </mc:Choice>
        <mc:Fallback xmlns="">
          <p:sp>
            <p:nvSpPr>
              <p:cNvPr id="21" name="TextBox 20">
                <a:extLst>
                  <a:ext uri="{FF2B5EF4-FFF2-40B4-BE49-F238E27FC236}">
                    <a16:creationId xmlns:a16="http://schemas.microsoft.com/office/drawing/2014/main" id="{B9BD5184-70D9-86B2-A451-682BBBFDAB7D}"/>
                  </a:ext>
                </a:extLst>
              </p:cNvPr>
              <p:cNvSpPr txBox="1">
                <a:spLocks noRot="1" noChangeAspect="1" noMove="1" noResize="1" noEditPoints="1" noAdjustHandles="1" noChangeArrowheads="1" noChangeShapeType="1" noTextEdit="1"/>
              </p:cNvSpPr>
              <p:nvPr/>
            </p:nvSpPr>
            <p:spPr>
              <a:xfrm>
                <a:off x="634970" y="5461498"/>
                <a:ext cx="518214" cy="369332"/>
              </a:xfrm>
              <a:prstGeom prst="rect">
                <a:avLst/>
              </a:prstGeom>
              <a:blipFill>
                <a:blip r:embed="rId21"/>
                <a:stretch>
                  <a:fillRect/>
                </a:stretch>
              </a:blipFill>
            </p:spPr>
            <p:txBody>
              <a:bodyPr/>
              <a:lstStyle/>
              <a:p>
                <a:r>
                  <a:rPr lang="en-GB">
                    <a:noFill/>
                  </a:rPr>
                  <a:t> </a:t>
                </a:r>
              </a:p>
            </p:txBody>
          </p:sp>
        </mc:Fallback>
      </mc:AlternateContent>
      <p:sp>
        <p:nvSpPr>
          <p:cNvPr id="22" name="Rectangle: Rounded Corners 21">
            <a:extLst>
              <a:ext uri="{FF2B5EF4-FFF2-40B4-BE49-F238E27FC236}">
                <a16:creationId xmlns:a16="http://schemas.microsoft.com/office/drawing/2014/main" id="{BB06DE3B-08EA-022D-9771-098A2DB7C7C1}"/>
              </a:ext>
            </a:extLst>
          </p:cNvPr>
          <p:cNvSpPr/>
          <p:nvPr/>
        </p:nvSpPr>
        <p:spPr>
          <a:xfrm>
            <a:off x="258525" y="6150592"/>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h</a:t>
            </a:r>
            <a:endParaRPr lang="en-GB" sz="1600"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39F1EF1-4EA4-A050-8DDB-C13C1A98F94B}"/>
                  </a:ext>
                </a:extLst>
              </p:cNvPr>
              <p:cNvSpPr txBox="1"/>
              <p:nvPr/>
            </p:nvSpPr>
            <p:spPr>
              <a:xfrm>
                <a:off x="561896" y="6131824"/>
                <a:ext cx="869842"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GB" i="1">
                          <a:latin typeface="Cambria Math" panose="02040503050406030204" pitchFamily="18" charset="0"/>
                        </a:rPr>
                        <m:t>−0.15</m:t>
                      </m:r>
                    </m:oMath>
                  </m:oMathPara>
                </a14:m>
                <a:endParaRPr lang="en-GB" dirty="0"/>
              </a:p>
            </p:txBody>
          </p:sp>
        </mc:Choice>
        <mc:Fallback xmlns="">
          <p:sp>
            <p:nvSpPr>
              <p:cNvPr id="23" name="TextBox 22">
                <a:extLst>
                  <a:ext uri="{FF2B5EF4-FFF2-40B4-BE49-F238E27FC236}">
                    <a16:creationId xmlns:a16="http://schemas.microsoft.com/office/drawing/2014/main" id="{A39F1EF1-4EA4-A050-8DDB-C13C1A98F94B}"/>
                  </a:ext>
                </a:extLst>
              </p:cNvPr>
              <p:cNvSpPr txBox="1">
                <a:spLocks noRot="1" noChangeAspect="1" noMove="1" noResize="1" noEditPoints="1" noAdjustHandles="1" noChangeArrowheads="1" noChangeShapeType="1" noTextEdit="1"/>
              </p:cNvSpPr>
              <p:nvPr/>
            </p:nvSpPr>
            <p:spPr>
              <a:xfrm>
                <a:off x="561896" y="6131824"/>
                <a:ext cx="869842" cy="369332"/>
              </a:xfrm>
              <a:prstGeom prst="rect">
                <a:avLst/>
              </a:prstGeom>
              <a:blipFill>
                <a:blip r:embed="rId2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5F06E33-8C4B-4E86-F51B-28B15A5144F9}"/>
                  </a:ext>
                </a:extLst>
              </p:cNvPr>
              <p:cNvSpPr txBox="1"/>
              <p:nvPr/>
            </p:nvSpPr>
            <p:spPr>
              <a:xfrm>
                <a:off x="1528186" y="1295037"/>
                <a:ext cx="773474" cy="61273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𝟏𝟎</m:t>
                          </m:r>
                        </m:den>
                      </m:f>
                    </m:oMath>
                  </m:oMathPara>
                </a14:m>
                <a:endParaRPr lang="en-GB" b="1" dirty="0"/>
              </a:p>
            </p:txBody>
          </p:sp>
        </mc:Choice>
        <mc:Fallback xmlns="">
          <p:sp>
            <p:nvSpPr>
              <p:cNvPr id="24" name="TextBox 23">
                <a:extLst>
                  <a:ext uri="{FF2B5EF4-FFF2-40B4-BE49-F238E27FC236}">
                    <a16:creationId xmlns:a16="http://schemas.microsoft.com/office/drawing/2014/main" id="{A5F06E33-8C4B-4E86-F51B-28B15A5144F9}"/>
                  </a:ext>
                </a:extLst>
              </p:cNvPr>
              <p:cNvSpPr txBox="1">
                <a:spLocks noRot="1" noChangeAspect="1" noMove="1" noResize="1" noEditPoints="1" noAdjustHandles="1" noChangeArrowheads="1" noChangeShapeType="1" noTextEdit="1"/>
              </p:cNvSpPr>
              <p:nvPr/>
            </p:nvSpPr>
            <p:spPr>
              <a:xfrm>
                <a:off x="1528186" y="1295037"/>
                <a:ext cx="773474" cy="612732"/>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8E96F55-82F7-725C-BF50-2ADF7A8CD897}"/>
                  </a:ext>
                </a:extLst>
              </p:cNvPr>
              <p:cNvSpPr txBox="1"/>
              <p:nvPr/>
            </p:nvSpPr>
            <p:spPr>
              <a:xfrm>
                <a:off x="1465578" y="2001967"/>
                <a:ext cx="898690" cy="610936"/>
              </a:xfrm>
              <a:prstGeom prst="rect">
                <a:avLst/>
              </a:prstGeom>
              <a:noFill/>
            </p:spPr>
            <p:txBody>
              <a:bodyPr wrap="square">
                <a:spAutoFit/>
              </a:bodyPr>
              <a:lstStyle/>
              <a:p>
                <a:pPr lvl="0" algn="ctr" defTabSz="685800">
                  <a:defRPr/>
                </a:pPr>
                <a14:m>
                  <m:oMathPara xmlns:m="http://schemas.openxmlformats.org/officeDocument/2006/math">
                    <m:oMathParaPr>
                      <m:jc m:val="center"/>
                    </m:oMathParaPr>
                    <m:oMath xmlns:m="http://schemas.openxmlformats.org/officeDocument/2006/math">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𝟏𝟓</m:t>
                          </m:r>
                        </m:den>
                      </m:f>
                    </m:oMath>
                  </m:oMathPara>
                </a14:m>
                <a:endParaRPr lang="en-GB" b="1" i="1" dirty="0">
                  <a:latin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28E96F55-82F7-725C-BF50-2ADF7A8CD897}"/>
                  </a:ext>
                </a:extLst>
              </p:cNvPr>
              <p:cNvSpPr txBox="1">
                <a:spLocks noRot="1" noChangeAspect="1" noMove="1" noResize="1" noEditPoints="1" noAdjustHandles="1" noChangeArrowheads="1" noChangeShapeType="1" noTextEdit="1"/>
              </p:cNvSpPr>
              <p:nvPr/>
            </p:nvSpPr>
            <p:spPr>
              <a:xfrm>
                <a:off x="1465578" y="2001967"/>
                <a:ext cx="898690" cy="610936"/>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04B72FD-1A66-E82D-26D3-E950882CA07C}"/>
                  </a:ext>
                </a:extLst>
              </p:cNvPr>
              <p:cNvSpPr txBox="1"/>
              <p:nvPr/>
            </p:nvSpPr>
            <p:spPr>
              <a:xfrm>
                <a:off x="1661875" y="3341472"/>
                <a:ext cx="506097" cy="612796"/>
              </a:xfrm>
              <a:prstGeom prst="rect">
                <a:avLst/>
              </a:prstGeom>
              <a:noFill/>
            </p:spPr>
            <p:txBody>
              <a:bodyPr wrap="square">
                <a:spAutoFit/>
              </a:bodyPr>
              <a:lstStyle/>
              <a:p>
                <a:pPr lvl="0" algn="ctr" defTabSz="685800">
                  <a:defRPr/>
                </a:pPr>
                <a14:m>
                  <m:oMathPara xmlns:m="http://schemas.openxmlformats.org/officeDocument/2006/math">
                    <m:oMathParaPr>
                      <m:jc m:val="center"/>
                    </m:oMathParaPr>
                    <m:oMath xmlns:m="http://schemas.openxmlformats.org/officeDocument/2006/math">
                      <m:f>
                        <m:fPr>
                          <m:ctrlPr>
                            <a:rPr lang="en-GB" b="1" i="1" smtClean="0">
                              <a:latin typeface="Cambria Math" panose="02040503050406030204" pitchFamily="18" charset="0"/>
                            </a:rPr>
                          </m:ctrlPr>
                        </m:fPr>
                        <m:num>
                          <m:r>
                            <a:rPr lang="en-GB" b="1" i="1" smtClean="0">
                              <a:latin typeface="Cambria Math" panose="02040503050406030204" pitchFamily="18" charset="0"/>
                            </a:rPr>
                            <m:t>𝟓</m:t>
                          </m:r>
                        </m:num>
                        <m:den>
                          <m:r>
                            <a:rPr lang="en-GB" b="1" i="1" smtClean="0">
                              <a:latin typeface="Cambria Math" panose="02040503050406030204" pitchFamily="18" charset="0"/>
                            </a:rPr>
                            <m:t>𝟑</m:t>
                          </m:r>
                        </m:den>
                      </m:f>
                    </m:oMath>
                  </m:oMathPara>
                </a14:m>
                <a:endParaRPr lang="en-GB" b="1" i="1" dirty="0">
                  <a:latin typeface="Cambria Math" panose="02040503050406030204" pitchFamily="18" charset="0"/>
                </a:endParaRPr>
              </a:p>
            </p:txBody>
          </p:sp>
        </mc:Choice>
        <mc:Fallback xmlns="">
          <p:sp>
            <p:nvSpPr>
              <p:cNvPr id="26" name="TextBox 25">
                <a:extLst>
                  <a:ext uri="{FF2B5EF4-FFF2-40B4-BE49-F238E27FC236}">
                    <a16:creationId xmlns:a16="http://schemas.microsoft.com/office/drawing/2014/main" id="{704B72FD-1A66-E82D-26D3-E950882CA07C}"/>
                  </a:ext>
                </a:extLst>
              </p:cNvPr>
              <p:cNvSpPr txBox="1">
                <a:spLocks noRot="1" noChangeAspect="1" noMove="1" noResize="1" noEditPoints="1" noAdjustHandles="1" noChangeArrowheads="1" noChangeShapeType="1" noTextEdit="1"/>
              </p:cNvSpPr>
              <p:nvPr/>
            </p:nvSpPr>
            <p:spPr>
              <a:xfrm>
                <a:off x="1661875" y="3341472"/>
                <a:ext cx="506097" cy="612796"/>
              </a:xfrm>
              <a:prstGeom prst="rect">
                <a:avLst/>
              </a:prstGeom>
              <a:blipFill>
                <a:blip r:embed="rId2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8D5CB41-C946-15CA-FBA0-51C22563F559}"/>
                  </a:ext>
                </a:extLst>
              </p:cNvPr>
              <p:cNvSpPr txBox="1"/>
              <p:nvPr/>
            </p:nvSpPr>
            <p:spPr>
              <a:xfrm>
                <a:off x="1588536" y="2793566"/>
                <a:ext cx="652775" cy="36933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GB" b="1" i="1" smtClean="0">
                          <a:latin typeface="Cambria Math" panose="02040503050406030204" pitchFamily="18" charset="0"/>
                        </a:rPr>
                        <m:t>𝟐</m:t>
                      </m:r>
                    </m:oMath>
                  </m:oMathPara>
                </a14:m>
                <a:endParaRPr lang="en-GB" b="1" dirty="0"/>
              </a:p>
            </p:txBody>
          </p:sp>
        </mc:Choice>
        <mc:Fallback xmlns="">
          <p:sp>
            <p:nvSpPr>
              <p:cNvPr id="27" name="TextBox 26">
                <a:extLst>
                  <a:ext uri="{FF2B5EF4-FFF2-40B4-BE49-F238E27FC236}">
                    <a16:creationId xmlns:a16="http://schemas.microsoft.com/office/drawing/2014/main" id="{08D5CB41-C946-15CA-FBA0-51C22563F559}"/>
                  </a:ext>
                </a:extLst>
              </p:cNvPr>
              <p:cNvSpPr txBox="1">
                <a:spLocks noRot="1" noChangeAspect="1" noMove="1" noResize="1" noEditPoints="1" noAdjustHandles="1" noChangeArrowheads="1" noChangeShapeType="1" noTextEdit="1"/>
              </p:cNvSpPr>
              <p:nvPr/>
            </p:nvSpPr>
            <p:spPr>
              <a:xfrm>
                <a:off x="1588536" y="2793566"/>
                <a:ext cx="652775" cy="369332"/>
              </a:xfrm>
              <a:prstGeom prst="rect">
                <a:avLst/>
              </a:prstGeom>
              <a:blipFill>
                <a:blip r:embed="rId2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2590F33C-C662-BCA7-4D34-345A1C667020}"/>
                  </a:ext>
                </a:extLst>
              </p:cNvPr>
              <p:cNvSpPr txBox="1"/>
              <p:nvPr/>
            </p:nvSpPr>
            <p:spPr>
              <a:xfrm>
                <a:off x="1588536" y="4004027"/>
                <a:ext cx="652775" cy="609911"/>
              </a:xfrm>
              <a:prstGeom prst="rect">
                <a:avLst/>
              </a:prstGeom>
              <a:noFill/>
            </p:spPr>
            <p:txBody>
              <a:bodyPr wrap="square">
                <a:spAutoFit/>
              </a:bodyPr>
              <a:lstStyle/>
              <a:p>
                <a:pPr lvl="0" algn="ctr" defTabSz="685800">
                  <a:defRPr/>
                </a:pPr>
                <a14:m>
                  <m:oMathPara xmlns:m="http://schemas.openxmlformats.org/officeDocument/2006/math">
                    <m:oMathParaPr>
                      <m:jc m:val="center"/>
                    </m:oMathParaPr>
                    <m:oMath xmlns:m="http://schemas.openxmlformats.org/officeDocument/2006/math">
                      <m:r>
                        <a:rPr lang="en-GB" b="1" i="1" smtClean="0">
                          <a:latin typeface="Cambria Math" panose="02040503050406030204" pitchFamily="18" charset="0"/>
                        </a:rPr>
                        <m:t>−</m:t>
                      </m:r>
                      <m:f>
                        <m:fPr>
                          <m:ctrlPr>
                            <a:rPr lang="en-GB" b="1" i="1">
                              <a:latin typeface="Cambria Math" panose="02040503050406030204" pitchFamily="18" charset="0"/>
                            </a:rPr>
                          </m:ctrlPr>
                        </m:fPr>
                        <m:num>
                          <m:r>
                            <a:rPr lang="en-GB" b="1" i="1" smtClean="0">
                              <a:latin typeface="Cambria Math" panose="02040503050406030204" pitchFamily="18" charset="0"/>
                            </a:rPr>
                            <m:t>𝟒</m:t>
                          </m:r>
                        </m:num>
                        <m:den>
                          <m:r>
                            <a:rPr lang="en-GB" b="1" i="1" smtClean="0">
                              <a:latin typeface="Cambria Math" panose="02040503050406030204" pitchFamily="18" charset="0"/>
                            </a:rPr>
                            <m:t>𝟑</m:t>
                          </m:r>
                        </m:den>
                      </m:f>
                    </m:oMath>
                  </m:oMathPara>
                </a14:m>
                <a:endParaRPr lang="en-GB" b="1" i="1" dirty="0">
                  <a:latin typeface="Cambria Math" panose="02040503050406030204" pitchFamily="18" charset="0"/>
                </a:endParaRPr>
              </a:p>
            </p:txBody>
          </p:sp>
        </mc:Choice>
        <mc:Fallback xmlns="">
          <p:sp>
            <p:nvSpPr>
              <p:cNvPr id="28" name="TextBox 27">
                <a:extLst>
                  <a:ext uri="{FF2B5EF4-FFF2-40B4-BE49-F238E27FC236}">
                    <a16:creationId xmlns:a16="http://schemas.microsoft.com/office/drawing/2014/main" id="{2590F33C-C662-BCA7-4D34-345A1C667020}"/>
                  </a:ext>
                </a:extLst>
              </p:cNvPr>
              <p:cNvSpPr txBox="1">
                <a:spLocks noRot="1" noChangeAspect="1" noMove="1" noResize="1" noEditPoints="1" noAdjustHandles="1" noChangeArrowheads="1" noChangeShapeType="1" noTextEdit="1"/>
              </p:cNvSpPr>
              <p:nvPr/>
            </p:nvSpPr>
            <p:spPr>
              <a:xfrm>
                <a:off x="1588536" y="4004027"/>
                <a:ext cx="652775" cy="609911"/>
              </a:xfrm>
              <a:prstGeom prst="rect">
                <a:avLst/>
              </a:prstGeom>
              <a:blipFill>
                <a:blip r:embed="rId2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3407734-A77E-CB93-97C7-CA0CF095CF19}"/>
                  </a:ext>
                </a:extLst>
              </p:cNvPr>
              <p:cNvSpPr txBox="1"/>
              <p:nvPr/>
            </p:nvSpPr>
            <p:spPr>
              <a:xfrm>
                <a:off x="1655816" y="4797643"/>
                <a:ext cx="518214" cy="369332"/>
              </a:xfrm>
              <a:prstGeom prst="rect">
                <a:avLst/>
              </a:prstGeom>
              <a:noFill/>
            </p:spPr>
            <p:txBody>
              <a:bodyPr wrap="square">
                <a:spAutoFit/>
              </a:bodyPr>
              <a:lstStyle/>
              <a:p>
                <a:pPr lvl="0" algn="ctr" defTabSz="685800">
                  <a:defRPr/>
                </a:pPr>
                <a14:m>
                  <m:oMathPara xmlns:m="http://schemas.openxmlformats.org/officeDocument/2006/math">
                    <m:oMathParaPr>
                      <m:jc m:val="center"/>
                    </m:oMathParaPr>
                    <m:oMath xmlns:m="http://schemas.openxmlformats.org/officeDocument/2006/math">
                      <m:r>
                        <a:rPr lang="en-GB" b="1" i="1" smtClean="0">
                          <a:latin typeface="Cambria Math" panose="02040503050406030204" pitchFamily="18" charset="0"/>
                        </a:rPr>
                        <m:t>𝟐</m:t>
                      </m:r>
                    </m:oMath>
                  </m:oMathPara>
                </a14:m>
                <a:endParaRPr lang="en-GB" b="1" dirty="0"/>
              </a:p>
            </p:txBody>
          </p:sp>
        </mc:Choice>
        <mc:Fallback xmlns="">
          <p:sp>
            <p:nvSpPr>
              <p:cNvPr id="29" name="TextBox 28">
                <a:extLst>
                  <a:ext uri="{FF2B5EF4-FFF2-40B4-BE49-F238E27FC236}">
                    <a16:creationId xmlns:a16="http://schemas.microsoft.com/office/drawing/2014/main" id="{73407734-A77E-CB93-97C7-CA0CF095CF19}"/>
                  </a:ext>
                </a:extLst>
              </p:cNvPr>
              <p:cNvSpPr txBox="1">
                <a:spLocks noRot="1" noChangeAspect="1" noMove="1" noResize="1" noEditPoints="1" noAdjustHandles="1" noChangeArrowheads="1" noChangeShapeType="1" noTextEdit="1"/>
              </p:cNvSpPr>
              <p:nvPr/>
            </p:nvSpPr>
            <p:spPr>
              <a:xfrm>
                <a:off x="1655816" y="4797643"/>
                <a:ext cx="518214" cy="369332"/>
              </a:xfrm>
              <a:prstGeom prst="rect">
                <a:avLst/>
              </a:prstGeom>
              <a:blipFill>
                <a:blip r:embed="rId2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0A8272F-81D7-3FC5-4D1F-63A7BBFD6558}"/>
                  </a:ext>
                </a:extLst>
              </p:cNvPr>
              <p:cNvSpPr txBox="1"/>
              <p:nvPr/>
            </p:nvSpPr>
            <p:spPr>
              <a:xfrm>
                <a:off x="1655816" y="5461498"/>
                <a:ext cx="518214" cy="369332"/>
              </a:xfrm>
              <a:prstGeom prst="rect">
                <a:avLst/>
              </a:prstGeom>
              <a:noFill/>
            </p:spPr>
            <p:txBody>
              <a:bodyPr wrap="square">
                <a:spAutoFit/>
              </a:bodyPr>
              <a:lstStyle/>
              <a:p>
                <a:pPr lvl="0" algn="ctr" defTabSz="685800">
                  <a:defRPr/>
                </a:pPr>
                <a14:m>
                  <m:oMathPara xmlns:m="http://schemas.openxmlformats.org/officeDocument/2006/math">
                    <m:oMathParaPr>
                      <m:jc m:val="center"/>
                    </m:oMathParaPr>
                    <m:oMath xmlns:m="http://schemas.openxmlformats.org/officeDocument/2006/math">
                      <m:r>
                        <a:rPr lang="en-GB" b="1" i="1" smtClean="0">
                          <a:latin typeface="Cambria Math" panose="02040503050406030204" pitchFamily="18" charset="0"/>
                        </a:rPr>
                        <m:t>𝟏𝟎</m:t>
                      </m:r>
                    </m:oMath>
                  </m:oMathPara>
                </a14:m>
                <a:endParaRPr lang="en-GB" b="1" i="1" dirty="0">
                  <a:latin typeface="Cambria Math" panose="02040503050406030204" pitchFamily="18" charset="0"/>
                </a:endParaRPr>
              </a:p>
            </p:txBody>
          </p:sp>
        </mc:Choice>
        <mc:Fallback xmlns="">
          <p:sp>
            <p:nvSpPr>
              <p:cNvPr id="30" name="TextBox 29">
                <a:extLst>
                  <a:ext uri="{FF2B5EF4-FFF2-40B4-BE49-F238E27FC236}">
                    <a16:creationId xmlns:a16="http://schemas.microsoft.com/office/drawing/2014/main" id="{D0A8272F-81D7-3FC5-4D1F-63A7BBFD6558}"/>
                  </a:ext>
                </a:extLst>
              </p:cNvPr>
              <p:cNvSpPr txBox="1">
                <a:spLocks noRot="1" noChangeAspect="1" noMove="1" noResize="1" noEditPoints="1" noAdjustHandles="1" noChangeArrowheads="1" noChangeShapeType="1" noTextEdit="1"/>
              </p:cNvSpPr>
              <p:nvPr/>
            </p:nvSpPr>
            <p:spPr>
              <a:xfrm>
                <a:off x="1655816" y="5461498"/>
                <a:ext cx="518214" cy="369332"/>
              </a:xfrm>
              <a:prstGeom prst="rect">
                <a:avLst/>
              </a:prstGeom>
              <a:blipFill>
                <a:blip r:embed="rId2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19DB386-ECB9-2A50-83C9-2B72F71846BC}"/>
                  </a:ext>
                </a:extLst>
              </p:cNvPr>
              <p:cNvSpPr txBox="1"/>
              <p:nvPr/>
            </p:nvSpPr>
            <p:spPr>
              <a:xfrm>
                <a:off x="1480002" y="5998262"/>
                <a:ext cx="869842" cy="61273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𝟐𝟎</m:t>
                          </m:r>
                        </m:num>
                        <m:den>
                          <m:r>
                            <a:rPr lang="en-GB" b="1" i="1" smtClean="0">
                              <a:latin typeface="Cambria Math" panose="02040503050406030204" pitchFamily="18" charset="0"/>
                            </a:rPr>
                            <m:t>𝟑</m:t>
                          </m:r>
                        </m:den>
                      </m:f>
                    </m:oMath>
                  </m:oMathPara>
                </a14:m>
                <a:endParaRPr lang="en-GB" b="1" dirty="0"/>
              </a:p>
            </p:txBody>
          </p:sp>
        </mc:Choice>
        <mc:Fallback xmlns="">
          <p:sp>
            <p:nvSpPr>
              <p:cNvPr id="31" name="TextBox 30">
                <a:extLst>
                  <a:ext uri="{FF2B5EF4-FFF2-40B4-BE49-F238E27FC236}">
                    <a16:creationId xmlns:a16="http://schemas.microsoft.com/office/drawing/2014/main" id="{919DB386-ECB9-2A50-83C9-2B72F71846BC}"/>
                  </a:ext>
                </a:extLst>
              </p:cNvPr>
              <p:cNvSpPr txBox="1">
                <a:spLocks noRot="1" noChangeAspect="1" noMove="1" noResize="1" noEditPoints="1" noAdjustHandles="1" noChangeArrowheads="1" noChangeShapeType="1" noTextEdit="1"/>
              </p:cNvSpPr>
              <p:nvPr/>
            </p:nvSpPr>
            <p:spPr>
              <a:xfrm>
                <a:off x="1480002" y="5998262"/>
                <a:ext cx="869842" cy="612732"/>
              </a:xfrm>
              <a:prstGeom prst="rect">
                <a:avLst/>
              </a:prstGeom>
              <a:blipFill>
                <a:blip r:embed="rId30"/>
                <a:stretch>
                  <a:fillRect/>
                </a:stretch>
              </a:blipFill>
            </p:spPr>
            <p:txBody>
              <a:bodyPr/>
              <a:lstStyle/>
              <a:p>
                <a:r>
                  <a:rPr lang="en-GB">
                    <a:noFill/>
                  </a:rPr>
                  <a:t> </a:t>
                </a:r>
              </a:p>
            </p:txBody>
          </p:sp>
        </mc:Fallback>
      </mc:AlternateContent>
      <p:sp>
        <p:nvSpPr>
          <p:cNvPr id="40" name="Rectangle 39">
            <a:extLst>
              <a:ext uri="{FF2B5EF4-FFF2-40B4-BE49-F238E27FC236}">
                <a16:creationId xmlns:a16="http://schemas.microsoft.com/office/drawing/2014/main" id="{C1E141B2-4DD8-0176-6880-5BEE0EF14856}"/>
              </a:ext>
            </a:extLst>
          </p:cNvPr>
          <p:cNvSpPr/>
          <p:nvPr/>
        </p:nvSpPr>
        <p:spPr>
          <a:xfrm>
            <a:off x="1660956" y="1378377"/>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1" name="Rectangle 40">
            <a:extLst>
              <a:ext uri="{FF2B5EF4-FFF2-40B4-BE49-F238E27FC236}">
                <a16:creationId xmlns:a16="http://schemas.microsoft.com/office/drawing/2014/main" id="{0200FBB3-4E93-2198-D0ED-BFC144C0017E}"/>
              </a:ext>
            </a:extLst>
          </p:cNvPr>
          <p:cNvSpPr/>
          <p:nvPr/>
        </p:nvSpPr>
        <p:spPr>
          <a:xfrm>
            <a:off x="1660956" y="2048347"/>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2" name="Rectangle 41">
            <a:extLst>
              <a:ext uri="{FF2B5EF4-FFF2-40B4-BE49-F238E27FC236}">
                <a16:creationId xmlns:a16="http://schemas.microsoft.com/office/drawing/2014/main" id="{1CB76A26-D279-D6DD-025E-B0B835A1E16A}"/>
              </a:ext>
            </a:extLst>
          </p:cNvPr>
          <p:cNvSpPr/>
          <p:nvPr/>
        </p:nvSpPr>
        <p:spPr>
          <a:xfrm>
            <a:off x="1660956" y="2708378"/>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3" name="Rectangle 42">
            <a:extLst>
              <a:ext uri="{FF2B5EF4-FFF2-40B4-BE49-F238E27FC236}">
                <a16:creationId xmlns:a16="http://schemas.microsoft.com/office/drawing/2014/main" id="{8EF80430-F020-1BAD-5D63-2C8C0BAC6346}"/>
              </a:ext>
            </a:extLst>
          </p:cNvPr>
          <p:cNvSpPr/>
          <p:nvPr/>
        </p:nvSpPr>
        <p:spPr>
          <a:xfrm>
            <a:off x="1660956" y="3368409"/>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4" name="Rectangle 43">
            <a:extLst>
              <a:ext uri="{FF2B5EF4-FFF2-40B4-BE49-F238E27FC236}">
                <a16:creationId xmlns:a16="http://schemas.microsoft.com/office/drawing/2014/main" id="{62BBE0D4-6152-FD5F-32E8-E7B99029FD07}"/>
              </a:ext>
            </a:extLst>
          </p:cNvPr>
          <p:cNvSpPr/>
          <p:nvPr/>
        </p:nvSpPr>
        <p:spPr>
          <a:xfrm>
            <a:off x="1660956" y="4028440"/>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5" name="Rectangle 44">
            <a:extLst>
              <a:ext uri="{FF2B5EF4-FFF2-40B4-BE49-F238E27FC236}">
                <a16:creationId xmlns:a16="http://schemas.microsoft.com/office/drawing/2014/main" id="{EE20C9B6-5345-B3AF-8365-A0D43876C3F8}"/>
              </a:ext>
            </a:extLst>
          </p:cNvPr>
          <p:cNvSpPr/>
          <p:nvPr/>
        </p:nvSpPr>
        <p:spPr>
          <a:xfrm>
            <a:off x="1660956" y="4688471"/>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6" name="Rectangle 45">
            <a:extLst>
              <a:ext uri="{FF2B5EF4-FFF2-40B4-BE49-F238E27FC236}">
                <a16:creationId xmlns:a16="http://schemas.microsoft.com/office/drawing/2014/main" id="{8C1654E7-3E69-FE5D-9EEF-9B85CF27E805}"/>
              </a:ext>
            </a:extLst>
          </p:cNvPr>
          <p:cNvSpPr/>
          <p:nvPr/>
        </p:nvSpPr>
        <p:spPr>
          <a:xfrm>
            <a:off x="1660956" y="5348502"/>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7" name="Rectangle 46">
            <a:extLst>
              <a:ext uri="{FF2B5EF4-FFF2-40B4-BE49-F238E27FC236}">
                <a16:creationId xmlns:a16="http://schemas.microsoft.com/office/drawing/2014/main" id="{5543C099-E151-C4F2-CB4D-803F4671C9F6}"/>
              </a:ext>
            </a:extLst>
          </p:cNvPr>
          <p:cNvSpPr/>
          <p:nvPr/>
        </p:nvSpPr>
        <p:spPr>
          <a:xfrm>
            <a:off x="1660956" y="6008536"/>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8" name="Rectangle: Rounded Corners 47">
            <a:extLst>
              <a:ext uri="{FF2B5EF4-FFF2-40B4-BE49-F238E27FC236}">
                <a16:creationId xmlns:a16="http://schemas.microsoft.com/office/drawing/2014/main" id="{A2E7EFFE-5A0A-62F8-26CE-CB1B156676AB}"/>
              </a:ext>
            </a:extLst>
          </p:cNvPr>
          <p:cNvSpPr/>
          <p:nvPr/>
        </p:nvSpPr>
        <p:spPr>
          <a:xfrm>
            <a:off x="2890781" y="730226"/>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2</a:t>
            </a:r>
          </a:p>
        </p:txBody>
      </p:sp>
      <p:sp>
        <p:nvSpPr>
          <p:cNvPr id="49" name="TextBox 48">
            <a:extLst>
              <a:ext uri="{FF2B5EF4-FFF2-40B4-BE49-F238E27FC236}">
                <a16:creationId xmlns:a16="http://schemas.microsoft.com/office/drawing/2014/main" id="{AC657B3D-23F7-B077-68B5-1F713C99FC30}"/>
              </a:ext>
            </a:extLst>
          </p:cNvPr>
          <p:cNvSpPr txBox="1"/>
          <p:nvPr/>
        </p:nvSpPr>
        <p:spPr>
          <a:xfrm>
            <a:off x="3228774" y="719559"/>
            <a:ext cx="3908907" cy="369332"/>
          </a:xfrm>
          <a:prstGeom prst="rect">
            <a:avLst/>
          </a:prstGeom>
          <a:noFill/>
        </p:spPr>
        <p:txBody>
          <a:bodyPr wrap="square">
            <a:spAutoFit/>
          </a:bodyPr>
          <a:lstStyle/>
          <a:p>
            <a:r>
              <a:rPr lang="en-GB" dirty="0"/>
              <a:t>Evaluate the following:</a:t>
            </a:r>
          </a:p>
        </p:txBody>
      </p:sp>
      <p:sp>
        <p:nvSpPr>
          <p:cNvPr id="86" name="Rectangle: Rounded Corners 85">
            <a:extLst>
              <a:ext uri="{FF2B5EF4-FFF2-40B4-BE49-F238E27FC236}">
                <a16:creationId xmlns:a16="http://schemas.microsoft.com/office/drawing/2014/main" id="{264CCCCB-428D-BFA0-D615-1DC67273954A}"/>
              </a:ext>
            </a:extLst>
          </p:cNvPr>
          <p:cNvSpPr/>
          <p:nvPr/>
        </p:nvSpPr>
        <p:spPr>
          <a:xfrm>
            <a:off x="2912211" y="134105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a</a:t>
            </a:r>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FDDB9AA-9CAD-7952-0E2C-46D371C5A8D0}"/>
                  </a:ext>
                </a:extLst>
              </p:cNvPr>
              <p:cNvSpPr txBox="1"/>
              <p:nvPr/>
            </p:nvSpPr>
            <p:spPr>
              <a:xfrm>
                <a:off x="3238489" y="1172173"/>
                <a:ext cx="1040265" cy="610936"/>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sSup>
                        <m:sSupPr>
                          <m:ctrlPr>
                            <a:rPr lang="en-GB" i="1" smtClean="0">
                              <a:latin typeface="Cambria Math" panose="02040503050406030204" pitchFamily="18" charset="0"/>
                            </a:rPr>
                          </m:ctrlPr>
                        </m:sSupPr>
                        <m:e>
                          <m:r>
                            <a:rPr lang="en-GB" i="1">
                              <a:latin typeface="Cambria Math" panose="02040503050406030204" pitchFamily="18" charset="0"/>
                            </a:rPr>
                            <m:t>4</m:t>
                          </m:r>
                        </m:e>
                        <m:sup>
                          <m:r>
                            <a:rPr lang="en-GB" i="1">
                              <a:latin typeface="Cambria Math" panose="02040503050406030204" pitchFamily="18" charset="0"/>
                            </a:rPr>
                            <m:t>−1</m:t>
                          </m:r>
                        </m:sup>
                      </m:sSup>
                      <m:r>
                        <a:rPr lang="en-GB" b="0" i="0" smtClean="0">
                          <a:latin typeface="Cambria Math" panose="02040503050406030204" pitchFamily="18" charset="0"/>
                        </a:rPr>
                        <m:t>=</m:t>
                      </m:r>
                      <m:f>
                        <m:fPr>
                          <m:ctrlPr>
                            <a:rPr lang="en-GB" b="1" i="1" smtClean="0">
                              <a:latin typeface="Cambria Math" panose="02040503050406030204" pitchFamily="18" charset="0"/>
                            </a:rPr>
                          </m:ctrlPr>
                        </m:fPr>
                        <m:num>
                          <m:r>
                            <a:rPr lang="en-GB" b="1" i="0" smtClean="0">
                              <a:latin typeface="Cambria Math" panose="02040503050406030204" pitchFamily="18" charset="0"/>
                            </a:rPr>
                            <m:t>𝟏</m:t>
                          </m:r>
                        </m:num>
                        <m:den>
                          <m:r>
                            <a:rPr lang="en-GB" b="1" i="0" smtClean="0">
                              <a:latin typeface="Cambria Math" panose="02040503050406030204" pitchFamily="18" charset="0"/>
                            </a:rPr>
                            <m:t>𝟒</m:t>
                          </m:r>
                        </m:den>
                      </m:f>
                    </m:oMath>
                  </m:oMathPara>
                </a14:m>
                <a:endParaRPr lang="en-GB" b="1" dirty="0"/>
              </a:p>
            </p:txBody>
          </p:sp>
        </mc:Choice>
        <mc:Fallback xmlns="">
          <p:sp>
            <p:nvSpPr>
              <p:cNvPr id="87" name="TextBox 86">
                <a:extLst>
                  <a:ext uri="{FF2B5EF4-FFF2-40B4-BE49-F238E27FC236}">
                    <a16:creationId xmlns:a16="http://schemas.microsoft.com/office/drawing/2014/main" id="{4FDDB9AA-9CAD-7952-0E2C-46D371C5A8D0}"/>
                  </a:ext>
                </a:extLst>
              </p:cNvPr>
              <p:cNvSpPr txBox="1">
                <a:spLocks noRot="1" noChangeAspect="1" noMove="1" noResize="1" noEditPoints="1" noAdjustHandles="1" noChangeArrowheads="1" noChangeShapeType="1" noTextEdit="1"/>
              </p:cNvSpPr>
              <p:nvPr/>
            </p:nvSpPr>
            <p:spPr>
              <a:xfrm>
                <a:off x="3238489" y="1172173"/>
                <a:ext cx="1040265" cy="610936"/>
              </a:xfrm>
              <a:prstGeom prst="rect">
                <a:avLst/>
              </a:prstGeom>
              <a:blipFill>
                <a:blip r:embed="rId31"/>
                <a:stretch>
                  <a:fillRect/>
                </a:stretch>
              </a:blipFill>
            </p:spPr>
            <p:txBody>
              <a:bodyPr/>
              <a:lstStyle/>
              <a:p>
                <a:r>
                  <a:rPr lang="en-GB">
                    <a:noFill/>
                  </a:rPr>
                  <a:t> </a:t>
                </a:r>
              </a:p>
            </p:txBody>
          </p:sp>
        </mc:Fallback>
      </mc:AlternateContent>
      <p:sp>
        <p:nvSpPr>
          <p:cNvPr id="88" name="Rectangle: Rounded Corners 87">
            <a:extLst>
              <a:ext uri="{FF2B5EF4-FFF2-40B4-BE49-F238E27FC236}">
                <a16:creationId xmlns:a16="http://schemas.microsoft.com/office/drawing/2014/main" id="{5BC960AA-0EBF-AEB8-09AE-3AF717C25C50}"/>
              </a:ext>
            </a:extLst>
          </p:cNvPr>
          <p:cNvSpPr/>
          <p:nvPr/>
        </p:nvSpPr>
        <p:spPr>
          <a:xfrm>
            <a:off x="5092359" y="1331305"/>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b</a:t>
            </a:r>
          </a:p>
        </p:txBody>
      </p: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BDD9FFAE-3245-8BBE-D655-E0B9FE86F351}"/>
                  </a:ext>
                </a:extLst>
              </p:cNvPr>
              <p:cNvSpPr txBox="1"/>
              <p:nvPr/>
            </p:nvSpPr>
            <p:spPr>
              <a:xfrm>
                <a:off x="5384604" y="1296301"/>
                <a:ext cx="930057" cy="369332"/>
              </a:xfrm>
              <a:prstGeom prst="rect">
                <a:avLst/>
              </a:prstGeom>
              <a:noFill/>
            </p:spPr>
            <p:txBody>
              <a:bodyPr wrap="square">
                <a:spAutoFit/>
              </a:bodyPr>
              <a:lstStyle/>
              <a:p>
                <a:pPr lvl="0" defTabSz="685800">
                  <a:defRPr/>
                </a:pPr>
                <a14:m>
                  <m:oMathPara xmlns:m="http://schemas.openxmlformats.org/officeDocument/2006/math">
                    <m:oMathParaPr>
                      <m:jc m:val="center"/>
                    </m:oMathParaPr>
                    <m:oMath xmlns:m="http://schemas.openxmlformats.org/officeDocument/2006/math">
                      <m:sSup>
                        <m:sSupPr>
                          <m:ctrlPr>
                            <a:rPr lang="en-GB" i="1" smtClean="0">
                              <a:latin typeface="Cambria Math" panose="02040503050406030204" pitchFamily="18" charset="0"/>
                            </a:rPr>
                          </m:ctrlPr>
                        </m:sSupPr>
                        <m:e>
                          <m:r>
                            <a:rPr lang="en-GB" i="1">
                              <a:latin typeface="Cambria Math" panose="02040503050406030204" pitchFamily="18" charset="0"/>
                            </a:rPr>
                            <m:t>6</m:t>
                          </m:r>
                        </m:e>
                        <m:sup>
                          <m:r>
                            <a:rPr lang="en-GB" i="1">
                              <a:latin typeface="Cambria Math" panose="02040503050406030204" pitchFamily="18" charset="0"/>
                            </a:rPr>
                            <m:t>1</m:t>
                          </m:r>
                        </m:sup>
                      </m:sSup>
                      <m:r>
                        <a:rPr lang="en-GB" b="0" i="1" smtClean="0">
                          <a:latin typeface="Cambria Math" panose="02040503050406030204" pitchFamily="18" charset="0"/>
                        </a:rPr>
                        <m:t>=</m:t>
                      </m:r>
                      <m:r>
                        <a:rPr lang="en-GB" b="1" i="1" smtClean="0">
                          <a:latin typeface="Cambria Math" panose="02040503050406030204" pitchFamily="18" charset="0"/>
                        </a:rPr>
                        <m:t>𝟔</m:t>
                      </m:r>
                    </m:oMath>
                  </m:oMathPara>
                </a14:m>
                <a:endParaRPr lang="en-GB" b="1" i="1" dirty="0">
                  <a:latin typeface="Cambria Math" panose="02040503050406030204" pitchFamily="18" charset="0"/>
                </a:endParaRPr>
              </a:p>
            </p:txBody>
          </p:sp>
        </mc:Choice>
        <mc:Fallback xmlns="">
          <p:sp>
            <p:nvSpPr>
              <p:cNvPr id="89" name="TextBox 88">
                <a:extLst>
                  <a:ext uri="{FF2B5EF4-FFF2-40B4-BE49-F238E27FC236}">
                    <a16:creationId xmlns:a16="http://schemas.microsoft.com/office/drawing/2014/main" id="{BDD9FFAE-3245-8BBE-D655-E0B9FE86F351}"/>
                  </a:ext>
                </a:extLst>
              </p:cNvPr>
              <p:cNvSpPr txBox="1">
                <a:spLocks noRot="1" noChangeAspect="1" noMove="1" noResize="1" noEditPoints="1" noAdjustHandles="1" noChangeArrowheads="1" noChangeShapeType="1" noTextEdit="1"/>
              </p:cNvSpPr>
              <p:nvPr/>
            </p:nvSpPr>
            <p:spPr>
              <a:xfrm>
                <a:off x="5384604" y="1296301"/>
                <a:ext cx="930057" cy="369332"/>
              </a:xfrm>
              <a:prstGeom prst="rect">
                <a:avLst/>
              </a:prstGeom>
              <a:blipFill>
                <a:blip r:embed="rId32"/>
                <a:stretch>
                  <a:fillRect/>
                </a:stretch>
              </a:blipFill>
            </p:spPr>
            <p:txBody>
              <a:bodyPr/>
              <a:lstStyle/>
              <a:p>
                <a:r>
                  <a:rPr lang="en-GB">
                    <a:noFill/>
                  </a:rPr>
                  <a:t> </a:t>
                </a:r>
              </a:p>
            </p:txBody>
          </p:sp>
        </mc:Fallback>
      </mc:AlternateContent>
      <p:sp>
        <p:nvSpPr>
          <p:cNvPr id="90" name="Rectangle: Rounded Corners 89">
            <a:extLst>
              <a:ext uri="{FF2B5EF4-FFF2-40B4-BE49-F238E27FC236}">
                <a16:creationId xmlns:a16="http://schemas.microsoft.com/office/drawing/2014/main" id="{0883D08E-71C0-7D69-7D9E-FC06C2DE1F37}"/>
              </a:ext>
            </a:extLst>
          </p:cNvPr>
          <p:cNvSpPr/>
          <p:nvPr/>
        </p:nvSpPr>
        <p:spPr>
          <a:xfrm>
            <a:off x="2912211" y="2078997"/>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d</a:t>
            </a:r>
          </a:p>
        </p:txBody>
      </p:sp>
      <p:sp>
        <p:nvSpPr>
          <p:cNvPr id="92" name="Rectangle: Rounded Corners 91">
            <a:extLst>
              <a:ext uri="{FF2B5EF4-FFF2-40B4-BE49-F238E27FC236}">
                <a16:creationId xmlns:a16="http://schemas.microsoft.com/office/drawing/2014/main" id="{AB932173-3F31-24D3-E63A-BA9A9F5A20FF}"/>
              </a:ext>
            </a:extLst>
          </p:cNvPr>
          <p:cNvSpPr/>
          <p:nvPr/>
        </p:nvSpPr>
        <p:spPr>
          <a:xfrm>
            <a:off x="7126095" y="134105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c</a:t>
            </a:r>
          </a:p>
        </p:txBody>
      </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D89EBCD5-AA70-7A00-23DE-CB64F5BCFFD9}"/>
                  </a:ext>
                </a:extLst>
              </p:cNvPr>
              <p:cNvSpPr txBox="1"/>
              <p:nvPr/>
            </p:nvSpPr>
            <p:spPr>
              <a:xfrm>
                <a:off x="7458116" y="1154769"/>
                <a:ext cx="1554052" cy="612732"/>
              </a:xfrm>
              <a:prstGeom prst="rect">
                <a:avLst/>
              </a:prstGeom>
              <a:noFill/>
            </p:spPr>
            <p:txBody>
              <a:bodyPr wrap="square">
                <a:spAutoFit/>
              </a:bodyPr>
              <a:lstStyle/>
              <a:p>
                <a:pPr lvl="0" defTabSz="685800">
                  <a:defRPr/>
                </a:pPr>
                <a14:m>
                  <m:oMathPara xmlns:m="http://schemas.openxmlformats.org/officeDocument/2006/math">
                    <m:oMathParaPr>
                      <m:jc m:val="center"/>
                    </m:oMathParaPr>
                    <m:oMath xmlns:m="http://schemas.openxmlformats.org/officeDocument/2006/math">
                      <m:sSup>
                        <m:sSupPr>
                          <m:ctrlPr>
                            <a:rPr lang="en-GB" i="1" smtClean="0">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−3</m:t>
                              </m:r>
                            </m:e>
                          </m:d>
                        </m:e>
                        <m:sup>
                          <m:r>
                            <a:rPr lang="en-GB" i="1">
                              <a:latin typeface="Cambria Math" panose="02040503050406030204" pitchFamily="18" charset="0"/>
                            </a:rPr>
                            <m:t>−1</m:t>
                          </m:r>
                        </m:sup>
                      </m:sSup>
                      <m:r>
                        <a:rPr lang="en-GB" b="0" i="1" smtClean="0">
                          <a:latin typeface="Cambria Math" panose="02040503050406030204" pitchFamily="18" charset="0"/>
                        </a:rPr>
                        <m:t>=</m:t>
                      </m:r>
                      <m:r>
                        <a:rPr lang="en-GB" b="1"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𝟏</m:t>
                          </m:r>
                        </m:num>
                        <m:den>
                          <m:r>
                            <a:rPr lang="en-GB" b="1" i="1" smtClean="0">
                              <a:latin typeface="Cambria Math" panose="02040503050406030204" pitchFamily="18" charset="0"/>
                            </a:rPr>
                            <m:t>𝟑</m:t>
                          </m:r>
                        </m:den>
                      </m:f>
                    </m:oMath>
                  </m:oMathPara>
                </a14:m>
                <a:endParaRPr lang="en-GB" b="1" i="1" dirty="0">
                  <a:latin typeface="Cambria Math" panose="02040503050406030204" pitchFamily="18" charset="0"/>
                </a:endParaRPr>
              </a:p>
            </p:txBody>
          </p:sp>
        </mc:Choice>
        <mc:Fallback xmlns="">
          <p:sp>
            <p:nvSpPr>
              <p:cNvPr id="93" name="TextBox 92">
                <a:extLst>
                  <a:ext uri="{FF2B5EF4-FFF2-40B4-BE49-F238E27FC236}">
                    <a16:creationId xmlns:a16="http://schemas.microsoft.com/office/drawing/2014/main" id="{D89EBCD5-AA70-7A00-23DE-CB64F5BCFFD9}"/>
                  </a:ext>
                </a:extLst>
              </p:cNvPr>
              <p:cNvSpPr txBox="1">
                <a:spLocks noRot="1" noChangeAspect="1" noMove="1" noResize="1" noEditPoints="1" noAdjustHandles="1" noChangeArrowheads="1" noChangeShapeType="1" noTextEdit="1"/>
              </p:cNvSpPr>
              <p:nvPr/>
            </p:nvSpPr>
            <p:spPr>
              <a:xfrm>
                <a:off x="7458116" y="1154769"/>
                <a:ext cx="1554052" cy="612732"/>
              </a:xfrm>
              <a:prstGeom prst="rect">
                <a:avLst/>
              </a:prstGeom>
              <a:blipFill>
                <a:blip r:embed="rId33"/>
                <a:stretch>
                  <a:fillRect/>
                </a:stretch>
              </a:blipFill>
            </p:spPr>
            <p:txBody>
              <a:bodyPr/>
              <a:lstStyle/>
              <a:p>
                <a:r>
                  <a:rPr lang="en-GB">
                    <a:noFill/>
                  </a:rPr>
                  <a:t> </a:t>
                </a:r>
              </a:p>
            </p:txBody>
          </p:sp>
        </mc:Fallback>
      </mc:AlternateContent>
      <p:sp>
        <p:nvSpPr>
          <p:cNvPr id="94" name="Rectangle: Rounded Corners 93">
            <a:extLst>
              <a:ext uri="{FF2B5EF4-FFF2-40B4-BE49-F238E27FC236}">
                <a16:creationId xmlns:a16="http://schemas.microsoft.com/office/drawing/2014/main" id="{F3DD734C-1614-DC3E-0B5B-D1922F7D1B48}"/>
              </a:ext>
            </a:extLst>
          </p:cNvPr>
          <p:cNvSpPr/>
          <p:nvPr/>
        </p:nvSpPr>
        <p:spPr>
          <a:xfrm>
            <a:off x="5092359" y="2068959"/>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e</a:t>
            </a:r>
          </a:p>
        </p:txBody>
      </p:sp>
      <p:sp>
        <p:nvSpPr>
          <p:cNvPr id="96" name="Rectangle: Rounded Corners 95">
            <a:extLst>
              <a:ext uri="{FF2B5EF4-FFF2-40B4-BE49-F238E27FC236}">
                <a16:creationId xmlns:a16="http://schemas.microsoft.com/office/drawing/2014/main" id="{A2D5D7C3-573D-24BA-566D-F70DE105FF28}"/>
              </a:ext>
            </a:extLst>
          </p:cNvPr>
          <p:cNvSpPr/>
          <p:nvPr/>
        </p:nvSpPr>
        <p:spPr>
          <a:xfrm>
            <a:off x="7126095" y="2076868"/>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f</a:t>
            </a:r>
            <a:endParaRPr lang="en-GB" sz="1600" dirty="0"/>
          </a:p>
        </p:txBody>
      </p:sp>
      <p:sp>
        <p:nvSpPr>
          <p:cNvPr id="110" name="Rectangle 109">
            <a:extLst>
              <a:ext uri="{FF2B5EF4-FFF2-40B4-BE49-F238E27FC236}">
                <a16:creationId xmlns:a16="http://schemas.microsoft.com/office/drawing/2014/main" id="{22CB9A1B-6BCB-9CD2-D399-F5BFBCF88D84}"/>
              </a:ext>
            </a:extLst>
          </p:cNvPr>
          <p:cNvSpPr/>
          <p:nvPr/>
        </p:nvSpPr>
        <p:spPr>
          <a:xfrm>
            <a:off x="3979220" y="1206933"/>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11" name="Rectangle 110">
            <a:extLst>
              <a:ext uri="{FF2B5EF4-FFF2-40B4-BE49-F238E27FC236}">
                <a16:creationId xmlns:a16="http://schemas.microsoft.com/office/drawing/2014/main" id="{FC928852-CB22-46D9-7CB8-1132F50040D1}"/>
              </a:ext>
            </a:extLst>
          </p:cNvPr>
          <p:cNvSpPr/>
          <p:nvPr/>
        </p:nvSpPr>
        <p:spPr>
          <a:xfrm>
            <a:off x="6016493" y="1201847"/>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12" name="Rectangle 111">
            <a:extLst>
              <a:ext uri="{FF2B5EF4-FFF2-40B4-BE49-F238E27FC236}">
                <a16:creationId xmlns:a16="http://schemas.microsoft.com/office/drawing/2014/main" id="{923A6076-CCE4-CFE7-3594-1AF11765DA61}"/>
              </a:ext>
            </a:extLst>
          </p:cNvPr>
          <p:cNvSpPr/>
          <p:nvPr/>
        </p:nvSpPr>
        <p:spPr>
          <a:xfrm>
            <a:off x="8551817" y="1206324"/>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18" name="Rectangle: Rounded Corners 117">
            <a:extLst>
              <a:ext uri="{FF2B5EF4-FFF2-40B4-BE49-F238E27FC236}">
                <a16:creationId xmlns:a16="http://schemas.microsoft.com/office/drawing/2014/main" id="{42780E13-799C-553C-B8C5-6DCB6229076E}"/>
              </a:ext>
            </a:extLst>
          </p:cNvPr>
          <p:cNvSpPr/>
          <p:nvPr/>
        </p:nvSpPr>
        <p:spPr>
          <a:xfrm>
            <a:off x="2890781" y="2890227"/>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3</a:t>
            </a:r>
          </a:p>
        </p:txBody>
      </p:sp>
      <p:sp>
        <p:nvSpPr>
          <p:cNvPr id="119" name="TextBox 118">
            <a:extLst>
              <a:ext uri="{FF2B5EF4-FFF2-40B4-BE49-F238E27FC236}">
                <a16:creationId xmlns:a16="http://schemas.microsoft.com/office/drawing/2014/main" id="{42FAD419-1B58-C110-8A28-FC800CE8E3B6}"/>
              </a:ext>
            </a:extLst>
          </p:cNvPr>
          <p:cNvSpPr txBox="1"/>
          <p:nvPr/>
        </p:nvSpPr>
        <p:spPr>
          <a:xfrm>
            <a:off x="3228774" y="2879560"/>
            <a:ext cx="4666997" cy="369332"/>
          </a:xfrm>
          <a:prstGeom prst="rect">
            <a:avLst/>
          </a:prstGeom>
          <a:noFill/>
        </p:spPr>
        <p:txBody>
          <a:bodyPr wrap="square">
            <a:spAutoFit/>
          </a:bodyPr>
          <a:lstStyle/>
          <a:p>
            <a:r>
              <a:rPr lang="en-GB" dirty="0"/>
              <a:t>Write down the value of the following:</a:t>
            </a:r>
          </a:p>
        </p:txBody>
      </p:sp>
      <p:sp>
        <p:nvSpPr>
          <p:cNvPr id="120" name="Rectangle: Rounded Corners 119">
            <a:extLst>
              <a:ext uri="{FF2B5EF4-FFF2-40B4-BE49-F238E27FC236}">
                <a16:creationId xmlns:a16="http://schemas.microsoft.com/office/drawing/2014/main" id="{1A3B032C-5794-07CC-F55C-43D5424D732F}"/>
              </a:ext>
            </a:extLst>
          </p:cNvPr>
          <p:cNvSpPr/>
          <p:nvPr/>
        </p:nvSpPr>
        <p:spPr>
          <a:xfrm>
            <a:off x="2912211" y="3501057"/>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a</a:t>
            </a:r>
          </a:p>
        </p:txBody>
      </p:sp>
      <p:sp>
        <p:nvSpPr>
          <p:cNvPr id="122" name="Rectangle: Rounded Corners 121">
            <a:extLst>
              <a:ext uri="{FF2B5EF4-FFF2-40B4-BE49-F238E27FC236}">
                <a16:creationId xmlns:a16="http://schemas.microsoft.com/office/drawing/2014/main" id="{363FFADE-BF1A-13D2-4F3E-9153DCC2B2C1}"/>
              </a:ext>
            </a:extLst>
          </p:cNvPr>
          <p:cNvSpPr/>
          <p:nvPr/>
        </p:nvSpPr>
        <p:spPr>
          <a:xfrm>
            <a:off x="5092359" y="349130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b</a:t>
            </a:r>
          </a:p>
        </p:txBody>
      </p:sp>
      <p:sp>
        <p:nvSpPr>
          <p:cNvPr id="124" name="Rectangle: Rounded Corners 123">
            <a:extLst>
              <a:ext uri="{FF2B5EF4-FFF2-40B4-BE49-F238E27FC236}">
                <a16:creationId xmlns:a16="http://schemas.microsoft.com/office/drawing/2014/main" id="{7982AB3D-4A4C-31D1-874D-1F6D5771467B}"/>
              </a:ext>
            </a:extLst>
          </p:cNvPr>
          <p:cNvSpPr/>
          <p:nvPr/>
        </p:nvSpPr>
        <p:spPr>
          <a:xfrm>
            <a:off x="2912211" y="4301970"/>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d</a:t>
            </a:r>
          </a:p>
        </p:txBody>
      </p:sp>
      <p:sp>
        <p:nvSpPr>
          <p:cNvPr id="126" name="Rectangle: Rounded Corners 125">
            <a:extLst>
              <a:ext uri="{FF2B5EF4-FFF2-40B4-BE49-F238E27FC236}">
                <a16:creationId xmlns:a16="http://schemas.microsoft.com/office/drawing/2014/main" id="{5A58A3AC-F164-AF57-36B8-5D0F94BA582F}"/>
              </a:ext>
            </a:extLst>
          </p:cNvPr>
          <p:cNvSpPr/>
          <p:nvPr/>
        </p:nvSpPr>
        <p:spPr>
          <a:xfrm>
            <a:off x="7126095" y="3501057"/>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c</a:t>
            </a:r>
          </a:p>
        </p:txBody>
      </p:sp>
      <p:sp>
        <p:nvSpPr>
          <p:cNvPr id="128" name="Rectangle: Rounded Corners 127">
            <a:extLst>
              <a:ext uri="{FF2B5EF4-FFF2-40B4-BE49-F238E27FC236}">
                <a16:creationId xmlns:a16="http://schemas.microsoft.com/office/drawing/2014/main" id="{FDC72EEB-9408-FB0D-BB75-BBE49F353FE9}"/>
              </a:ext>
            </a:extLst>
          </p:cNvPr>
          <p:cNvSpPr/>
          <p:nvPr/>
        </p:nvSpPr>
        <p:spPr>
          <a:xfrm>
            <a:off x="5092359" y="4301970"/>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e</a:t>
            </a:r>
          </a:p>
        </p:txBody>
      </p:sp>
      <p:sp>
        <p:nvSpPr>
          <p:cNvPr id="130" name="Rectangle: Rounded Corners 129">
            <a:extLst>
              <a:ext uri="{FF2B5EF4-FFF2-40B4-BE49-F238E27FC236}">
                <a16:creationId xmlns:a16="http://schemas.microsoft.com/office/drawing/2014/main" id="{AC697AD1-6052-4BC2-677E-EA9074BA8866}"/>
              </a:ext>
            </a:extLst>
          </p:cNvPr>
          <p:cNvSpPr/>
          <p:nvPr/>
        </p:nvSpPr>
        <p:spPr>
          <a:xfrm>
            <a:off x="7126095" y="4301970"/>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f</a:t>
            </a:r>
            <a:endParaRPr lang="en-GB" sz="1600" dirty="0"/>
          </a:p>
        </p:txBody>
      </p:sp>
      <p:sp>
        <p:nvSpPr>
          <p:cNvPr id="138" name="Rectangle 137">
            <a:extLst>
              <a:ext uri="{FF2B5EF4-FFF2-40B4-BE49-F238E27FC236}">
                <a16:creationId xmlns:a16="http://schemas.microsoft.com/office/drawing/2014/main" id="{C6A37CF9-8E8F-88F8-2586-CCCC482BADBE}"/>
              </a:ext>
            </a:extLst>
          </p:cNvPr>
          <p:cNvSpPr/>
          <p:nvPr/>
        </p:nvSpPr>
        <p:spPr>
          <a:xfrm>
            <a:off x="4396826" y="5005481"/>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39" name="Rectangle 138">
            <a:extLst>
              <a:ext uri="{FF2B5EF4-FFF2-40B4-BE49-F238E27FC236}">
                <a16:creationId xmlns:a16="http://schemas.microsoft.com/office/drawing/2014/main" id="{FC75A30F-F7D7-D1A0-27CD-D995483A4BD5}"/>
              </a:ext>
            </a:extLst>
          </p:cNvPr>
          <p:cNvSpPr/>
          <p:nvPr/>
        </p:nvSpPr>
        <p:spPr>
          <a:xfrm>
            <a:off x="6427497" y="4986431"/>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40" name="Rectangle 139">
            <a:extLst>
              <a:ext uri="{FF2B5EF4-FFF2-40B4-BE49-F238E27FC236}">
                <a16:creationId xmlns:a16="http://schemas.microsoft.com/office/drawing/2014/main" id="{A5F0AD7F-6663-C4A9-6F6E-A9F8138585B5}"/>
              </a:ext>
            </a:extLst>
          </p:cNvPr>
          <p:cNvSpPr/>
          <p:nvPr/>
        </p:nvSpPr>
        <p:spPr>
          <a:xfrm>
            <a:off x="6105138" y="5846856"/>
            <a:ext cx="1095761"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41" name="Rectangle: Rounded Corners 140">
            <a:extLst>
              <a:ext uri="{FF2B5EF4-FFF2-40B4-BE49-F238E27FC236}">
                <a16:creationId xmlns:a16="http://schemas.microsoft.com/office/drawing/2014/main" id="{6A5B7F21-A69D-B05A-9A68-8EEA3FBB351C}"/>
              </a:ext>
            </a:extLst>
          </p:cNvPr>
          <p:cNvSpPr/>
          <p:nvPr/>
        </p:nvSpPr>
        <p:spPr>
          <a:xfrm>
            <a:off x="2908645" y="5109017"/>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g</a:t>
            </a:r>
          </a:p>
        </p:txBody>
      </p:sp>
      <p:sp>
        <p:nvSpPr>
          <p:cNvPr id="143" name="Rectangle: Rounded Corners 142">
            <a:extLst>
              <a:ext uri="{FF2B5EF4-FFF2-40B4-BE49-F238E27FC236}">
                <a16:creationId xmlns:a16="http://schemas.microsoft.com/office/drawing/2014/main" id="{2AE8877C-1E6F-EFD3-7818-1114351E89C1}"/>
              </a:ext>
            </a:extLst>
          </p:cNvPr>
          <p:cNvSpPr/>
          <p:nvPr/>
        </p:nvSpPr>
        <p:spPr>
          <a:xfrm>
            <a:off x="5100223" y="5109017"/>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h</a:t>
            </a:r>
          </a:p>
        </p:txBody>
      </p:sp>
      <p:sp>
        <p:nvSpPr>
          <p:cNvPr id="145" name="Rectangle: Rounded Corners 144">
            <a:extLst>
              <a:ext uri="{FF2B5EF4-FFF2-40B4-BE49-F238E27FC236}">
                <a16:creationId xmlns:a16="http://schemas.microsoft.com/office/drawing/2014/main" id="{6E27CFD2-3FAA-48BB-0D0A-AE604DE28A36}"/>
              </a:ext>
            </a:extLst>
          </p:cNvPr>
          <p:cNvSpPr/>
          <p:nvPr/>
        </p:nvSpPr>
        <p:spPr>
          <a:xfrm>
            <a:off x="4415754" y="6001208"/>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600" dirty="0"/>
              <a:t>j</a:t>
            </a:r>
            <a:endParaRPr lang="en-GB" sz="1600" dirty="0"/>
          </a:p>
        </p:txBody>
      </p:sp>
      <p:sp>
        <p:nvSpPr>
          <p:cNvPr id="156" name="Rectangle 155">
            <a:extLst>
              <a:ext uri="{FF2B5EF4-FFF2-40B4-BE49-F238E27FC236}">
                <a16:creationId xmlns:a16="http://schemas.microsoft.com/office/drawing/2014/main" id="{24EDBCF8-2F5D-35AB-1163-2AA60E7A2614}"/>
              </a:ext>
            </a:extLst>
          </p:cNvPr>
          <p:cNvSpPr/>
          <p:nvPr/>
        </p:nvSpPr>
        <p:spPr>
          <a:xfrm>
            <a:off x="8233491" y="56039"/>
            <a:ext cx="817169" cy="407462"/>
          </a:xfrm>
          <a:prstGeom prst="rect">
            <a:avLst/>
          </a:prstGeom>
          <a:solidFill>
            <a:schemeClr val="accent5">
              <a:lumMod val="20000"/>
              <a:lumOff val="80000"/>
            </a:schemeClr>
          </a:solidFill>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ysClr val="windowText" lastClr="000000"/>
                </a:solidFill>
                <a:effectLst/>
                <a:uLnTx/>
                <a:uFillTx/>
                <a:latin typeface="+mj-lt"/>
                <a:ea typeface="+mn-ea"/>
                <a:cs typeface="+mn-cs"/>
              </a:rPr>
              <a:t>Show all</a:t>
            </a:r>
            <a:r>
              <a:rPr kumimoji="0" lang="en-GB" sz="1200" b="1" i="0" u="none" strike="noStrike" kern="0" cap="none" spc="0" normalizeH="0" noProof="0" dirty="0">
                <a:ln>
                  <a:noFill/>
                </a:ln>
                <a:solidFill>
                  <a:sysClr val="windowText" lastClr="000000"/>
                </a:solidFill>
                <a:effectLst/>
                <a:uLnTx/>
                <a:uFillTx/>
                <a:latin typeface="+mj-lt"/>
                <a:ea typeface="+mn-ea"/>
                <a:cs typeface="+mn-cs"/>
              </a:rPr>
              <a:t> solutions</a:t>
            </a:r>
            <a:endParaRPr kumimoji="0" lang="en-GB" sz="1200" b="1" i="0" u="none" strike="noStrike" kern="0" cap="none" spc="0" normalizeH="0" baseline="0" noProof="0" dirty="0">
              <a:ln>
                <a:noFill/>
              </a:ln>
              <a:solidFill>
                <a:sysClr val="windowText" lastClr="000000"/>
              </a:solidFill>
              <a:effectLst/>
              <a:uLnTx/>
              <a:uFillTx/>
              <a:latin typeface="+mj-lt"/>
              <a:ea typeface="+mn-ea"/>
              <a:cs typeface="+mn-cs"/>
            </a:endParaRPr>
          </a:p>
        </p:txBody>
      </p:sp>
      <mc:AlternateContent xmlns:mc="http://schemas.openxmlformats.org/markup-compatibility/2006" xmlns:a14="http://schemas.microsoft.com/office/drawing/2010/main">
        <mc:Choice Requires="a14">
          <p:sp>
            <p:nvSpPr>
              <p:cNvPr id="157" name="TextBox 156">
                <a:extLst>
                  <a:ext uri="{FF2B5EF4-FFF2-40B4-BE49-F238E27FC236}">
                    <a16:creationId xmlns:a16="http://schemas.microsoft.com/office/drawing/2014/main" id="{D2899A28-8B48-5777-9A47-13D7BC6DF680}"/>
                  </a:ext>
                </a:extLst>
              </p:cNvPr>
              <p:cNvSpPr txBox="1"/>
              <p:nvPr/>
            </p:nvSpPr>
            <p:spPr>
              <a:xfrm>
                <a:off x="7483099" y="4944261"/>
                <a:ext cx="1562644" cy="618311"/>
              </a:xfrm>
              <a:prstGeom prst="rect">
                <a:avLst/>
              </a:prstGeom>
              <a:noFill/>
            </p:spPr>
            <p:txBody>
              <a:bodyPr wrap="square">
                <a:spAutoFit/>
              </a:bodyPr>
              <a:lstStyle/>
              <a:p>
                <a:pPr lvl="0" defTabSz="685800">
                  <a:defRPr/>
                </a:pPr>
                <a14:m>
                  <m:oMathPara xmlns:m="http://schemas.openxmlformats.org/officeDocument/2006/math">
                    <m:oMathParaPr>
                      <m:jc m:val="left"/>
                    </m:oMathParaPr>
                    <m:oMath xmlns:m="http://schemas.openxmlformats.org/officeDocument/2006/math">
                      <m:sSup>
                        <m:sSupPr>
                          <m:ctrlPr>
                            <a:rPr lang="en-GB" i="1" smtClean="0">
                              <a:latin typeface="Cambria Math" panose="02040503050406030204" pitchFamily="18" charset="0"/>
                            </a:rPr>
                          </m:ctrlPr>
                        </m:sSupPr>
                        <m:e>
                          <m:r>
                            <a:rPr lang="en-GB" i="1">
                              <a:latin typeface="Cambria Math" panose="02040503050406030204" pitchFamily="18" charset="0"/>
                            </a:rPr>
                            <m:t>1.2</m:t>
                          </m:r>
                        </m:e>
                        <m:sup>
                          <m:r>
                            <a:rPr lang="en-GB" i="1">
                              <a:latin typeface="Cambria Math" panose="02040503050406030204" pitchFamily="18" charset="0"/>
                            </a:rPr>
                            <m:t>−2</m:t>
                          </m:r>
                        </m:sup>
                      </m:sSup>
                      <m:r>
                        <a:rPr lang="en-GB" b="0" i="1" smtClean="0">
                          <a:latin typeface="Cambria Math" panose="02040503050406030204" pitchFamily="18" charset="0"/>
                        </a:rPr>
                        <m:t>=</m:t>
                      </m:r>
                      <m:f>
                        <m:fPr>
                          <m:ctrlPr>
                            <a:rPr lang="en-GB" b="1" i="1" smtClean="0">
                              <a:latin typeface="Cambria Math" panose="02040503050406030204" pitchFamily="18" charset="0"/>
                            </a:rPr>
                          </m:ctrlPr>
                        </m:fPr>
                        <m:num>
                          <m:r>
                            <a:rPr lang="en-GB" b="1" i="1" smtClean="0">
                              <a:latin typeface="Cambria Math" panose="02040503050406030204" pitchFamily="18" charset="0"/>
                            </a:rPr>
                            <m:t>𝟐𝟓</m:t>
                          </m:r>
                        </m:num>
                        <m:den>
                          <m:r>
                            <a:rPr lang="en-GB" b="1" i="1" smtClean="0">
                              <a:latin typeface="Cambria Math" panose="02040503050406030204" pitchFamily="18" charset="0"/>
                            </a:rPr>
                            <m:t>𝟑𝟔</m:t>
                          </m:r>
                        </m:den>
                      </m:f>
                    </m:oMath>
                  </m:oMathPara>
                </a14:m>
                <a:endParaRPr lang="en-GB" b="1" dirty="0"/>
              </a:p>
            </p:txBody>
          </p:sp>
        </mc:Choice>
        <mc:Fallback xmlns="">
          <p:sp>
            <p:nvSpPr>
              <p:cNvPr id="157" name="TextBox 156">
                <a:extLst>
                  <a:ext uri="{FF2B5EF4-FFF2-40B4-BE49-F238E27FC236}">
                    <a16:creationId xmlns:a16="http://schemas.microsoft.com/office/drawing/2014/main" id="{D2899A28-8B48-5777-9A47-13D7BC6DF680}"/>
                  </a:ext>
                </a:extLst>
              </p:cNvPr>
              <p:cNvSpPr txBox="1">
                <a:spLocks noRot="1" noChangeAspect="1" noMove="1" noResize="1" noEditPoints="1" noAdjustHandles="1" noChangeArrowheads="1" noChangeShapeType="1" noTextEdit="1"/>
              </p:cNvSpPr>
              <p:nvPr/>
            </p:nvSpPr>
            <p:spPr>
              <a:xfrm>
                <a:off x="7483099" y="4944261"/>
                <a:ext cx="1562644" cy="618311"/>
              </a:xfrm>
              <a:prstGeom prst="rect">
                <a:avLst/>
              </a:prstGeom>
              <a:blipFill>
                <a:blip r:embed="rId34"/>
                <a:stretch>
                  <a:fillRect/>
                </a:stretch>
              </a:blipFill>
            </p:spPr>
            <p:txBody>
              <a:bodyPr/>
              <a:lstStyle/>
              <a:p>
                <a:r>
                  <a:rPr lang="en-GB">
                    <a:noFill/>
                  </a:rPr>
                  <a:t> </a:t>
                </a:r>
              </a:p>
            </p:txBody>
          </p:sp>
        </mc:Fallback>
      </mc:AlternateContent>
      <p:sp>
        <p:nvSpPr>
          <p:cNvPr id="158" name="Rectangle 157">
            <a:extLst>
              <a:ext uri="{FF2B5EF4-FFF2-40B4-BE49-F238E27FC236}">
                <a16:creationId xmlns:a16="http://schemas.microsoft.com/office/drawing/2014/main" id="{F5862702-E514-4FE4-CD3A-F5690BA20305}"/>
              </a:ext>
            </a:extLst>
          </p:cNvPr>
          <p:cNvSpPr/>
          <p:nvPr/>
        </p:nvSpPr>
        <p:spPr>
          <a:xfrm>
            <a:off x="8351551" y="4986431"/>
            <a:ext cx="512156" cy="540000"/>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159" name="Rectangle: Rounded Corners 158">
            <a:extLst>
              <a:ext uri="{FF2B5EF4-FFF2-40B4-BE49-F238E27FC236}">
                <a16:creationId xmlns:a16="http://schemas.microsoft.com/office/drawing/2014/main" id="{3F91E133-59EA-3720-3B66-C879D69CBF9A}"/>
              </a:ext>
            </a:extLst>
          </p:cNvPr>
          <p:cNvSpPr/>
          <p:nvPr/>
        </p:nvSpPr>
        <p:spPr>
          <a:xfrm>
            <a:off x="7157627" y="5109017"/>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err="1"/>
              <a:t>i</a:t>
            </a:r>
            <a:endParaRPr lang="en-GB" sz="1600" dirty="0"/>
          </a:p>
        </p:txBody>
      </p:sp>
    </p:spTree>
    <p:extLst>
      <p:ext uri="{BB962C8B-B14F-4D97-AF65-F5344CB8AC3E}">
        <p14:creationId xmlns:p14="http://schemas.microsoft.com/office/powerpoint/2010/main" val="26072727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0"/>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7" restart="whenNotActive" fill="hold" evtFilter="cancelBubble" nodeType="interactiveSeq">
                <p:stCondLst>
                  <p:cond evt="onClick" delay="0">
                    <p:tgtEl>
                      <p:spTgt spid="41"/>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41"/>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12" restart="whenNotActive" fill="hold" evtFilter="cancelBubble" nodeType="interactiveSeq">
                <p:stCondLst>
                  <p:cond evt="onClick" delay="0">
                    <p:tgtEl>
                      <p:spTgt spid="42"/>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42"/>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17" restart="whenNotActive" fill="hold" evtFilter="cancelBubble" nodeType="interactiveSeq">
                <p:stCondLst>
                  <p:cond evt="onClick" delay="0">
                    <p:tgtEl>
                      <p:spTgt spid="43"/>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43"/>
                                        </p:tgtEl>
                                        <p:attrNameLst>
                                          <p:attrName>style.visibility</p:attrName>
                                        </p:attrNameLst>
                                      </p:cBhvr>
                                      <p:to>
                                        <p:strVal val="hidden"/>
                                      </p:to>
                                    </p:set>
                                  </p:childTnLst>
                                </p:cTn>
                              </p:par>
                            </p:childTnLst>
                          </p:cTn>
                        </p:par>
                      </p:childTnLst>
                    </p:cTn>
                  </p:par>
                </p:childTnLst>
              </p:cTn>
              <p:nextCondLst>
                <p:cond evt="onClick" delay="0">
                  <p:tgtEl>
                    <p:spTgt spid="43"/>
                  </p:tgtEl>
                </p:cond>
              </p:nextCondLst>
            </p:seq>
            <p:seq concurrent="1" nextAc="seek">
              <p:cTn id="22" restart="whenNotActive" fill="hold" evtFilter="cancelBubble" nodeType="interactiveSeq">
                <p:stCondLst>
                  <p:cond evt="onClick" delay="0">
                    <p:tgtEl>
                      <p:spTgt spid="44"/>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27" restart="whenNotActive" fill="hold" evtFilter="cancelBubble" nodeType="interactiveSeq">
                <p:stCondLst>
                  <p:cond evt="onClick" delay="0">
                    <p:tgtEl>
                      <p:spTgt spid="45"/>
                    </p:tgtEl>
                  </p:cond>
                </p:stCondLst>
                <p:endSync evt="end" delay="0">
                  <p:rtn val="all"/>
                </p:endSync>
                <p:childTnLst>
                  <p:par>
                    <p:cTn id="28" fill="hold">
                      <p:stCondLst>
                        <p:cond delay="0"/>
                      </p:stCondLst>
                      <p:childTnLst>
                        <p:par>
                          <p:cTn id="29" fill="hold">
                            <p:stCondLst>
                              <p:cond delay="0"/>
                            </p:stCondLst>
                            <p:childTnLst>
                              <p:par>
                                <p:cTn id="30" presetID="1" presetClass="exit" presetSubtype="0" fill="hold" grpId="0" nodeType="clickEffect">
                                  <p:stCondLst>
                                    <p:cond delay="0"/>
                                  </p:stCondLst>
                                  <p:childTnLst>
                                    <p:set>
                                      <p:cBhvr>
                                        <p:cTn id="31" dur="1" fill="hold">
                                          <p:stCondLst>
                                            <p:cond delay="0"/>
                                          </p:stCondLst>
                                        </p:cTn>
                                        <p:tgtEl>
                                          <p:spTgt spid="45"/>
                                        </p:tgtEl>
                                        <p:attrNameLst>
                                          <p:attrName>style.visibility</p:attrName>
                                        </p:attrNameLst>
                                      </p:cBhvr>
                                      <p:to>
                                        <p:strVal val="hidden"/>
                                      </p:to>
                                    </p:set>
                                  </p:childTnLst>
                                </p:cTn>
                              </p:par>
                            </p:childTnLst>
                          </p:cTn>
                        </p:par>
                      </p:childTnLst>
                    </p:cTn>
                  </p:par>
                </p:childTnLst>
              </p:cTn>
              <p:nextCondLst>
                <p:cond evt="onClick" delay="0">
                  <p:tgtEl>
                    <p:spTgt spid="45"/>
                  </p:tgtEl>
                </p:cond>
              </p:nextCondLst>
            </p:seq>
            <p:seq concurrent="1" nextAc="seek">
              <p:cTn id="32" restart="whenNotActive" fill="hold" evtFilter="cancelBubble" nodeType="interactiveSeq">
                <p:stCondLst>
                  <p:cond evt="onClick" delay="0">
                    <p:tgtEl>
                      <p:spTgt spid="46"/>
                    </p:tgtEl>
                  </p:cond>
                </p:stCondLst>
                <p:endSync evt="end" delay="0">
                  <p:rtn val="all"/>
                </p:endSync>
                <p:childTnLst>
                  <p:par>
                    <p:cTn id="33" fill="hold">
                      <p:stCondLst>
                        <p:cond delay="0"/>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hidden"/>
                                      </p:to>
                                    </p:set>
                                  </p:childTnLst>
                                </p:cTn>
                              </p:par>
                            </p:childTnLst>
                          </p:cTn>
                        </p:par>
                      </p:childTnLst>
                    </p:cTn>
                  </p:par>
                </p:childTnLst>
              </p:cTn>
              <p:nextCondLst>
                <p:cond evt="onClick" delay="0">
                  <p:tgtEl>
                    <p:spTgt spid="46"/>
                  </p:tgtEl>
                </p:cond>
              </p:nextCondLst>
            </p:seq>
            <p:seq concurrent="1" nextAc="seek">
              <p:cTn id="37" restart="whenNotActive" fill="hold" evtFilter="cancelBubble" nodeType="interactiveSeq">
                <p:stCondLst>
                  <p:cond evt="onClick" delay="0">
                    <p:tgtEl>
                      <p:spTgt spid="47"/>
                    </p:tgtEl>
                  </p:cond>
                </p:stCondLst>
                <p:endSync evt="end" delay="0">
                  <p:rtn val="all"/>
                </p:endSync>
                <p:childTnLst>
                  <p:par>
                    <p:cTn id="38" fill="hold">
                      <p:stCondLst>
                        <p:cond delay="0"/>
                      </p:stCondLst>
                      <p:childTnLst>
                        <p:par>
                          <p:cTn id="39" fill="hold">
                            <p:stCondLst>
                              <p:cond delay="0"/>
                            </p:stCondLst>
                            <p:childTnLst>
                              <p:par>
                                <p:cTn id="40" presetID="1" presetClass="exit" presetSubtype="0" fill="hold" grpId="0" nodeType="clickEffect">
                                  <p:stCondLst>
                                    <p:cond delay="0"/>
                                  </p:stCondLst>
                                  <p:childTnLst>
                                    <p:set>
                                      <p:cBhvr>
                                        <p:cTn id="41" dur="1" fill="hold">
                                          <p:stCondLst>
                                            <p:cond delay="0"/>
                                          </p:stCondLst>
                                        </p:cTn>
                                        <p:tgtEl>
                                          <p:spTgt spid="47"/>
                                        </p:tgtEl>
                                        <p:attrNameLst>
                                          <p:attrName>style.visibility</p:attrName>
                                        </p:attrNameLst>
                                      </p:cBhvr>
                                      <p:to>
                                        <p:strVal val="hidden"/>
                                      </p:to>
                                    </p:set>
                                  </p:childTnLst>
                                </p:cTn>
                              </p:par>
                            </p:childTnLst>
                          </p:cTn>
                        </p:par>
                      </p:childTnLst>
                    </p:cTn>
                  </p:par>
                </p:childTnLst>
              </p:cTn>
              <p:nextCondLst>
                <p:cond evt="onClick" delay="0">
                  <p:tgtEl>
                    <p:spTgt spid="47"/>
                  </p:tgtEl>
                </p:cond>
              </p:nextCondLst>
            </p:seq>
            <p:seq concurrent="1" nextAc="seek">
              <p:cTn id="42" restart="whenNotActive" fill="hold" evtFilter="cancelBubble" nodeType="interactiveSeq">
                <p:stCondLst>
                  <p:cond evt="onClick" delay="0">
                    <p:tgtEl>
                      <p:spTgt spid="110"/>
                    </p:tgtEl>
                  </p:cond>
                </p:stCondLst>
                <p:endSync evt="end" delay="0">
                  <p:rtn val="all"/>
                </p:endSync>
                <p:childTnLst>
                  <p:par>
                    <p:cTn id="43" fill="hold">
                      <p:stCondLst>
                        <p:cond delay="0"/>
                      </p:stCondLst>
                      <p:childTnLst>
                        <p:par>
                          <p:cTn id="44" fill="hold">
                            <p:stCondLst>
                              <p:cond delay="0"/>
                            </p:stCondLst>
                            <p:childTnLst>
                              <p:par>
                                <p:cTn id="45" presetID="1" presetClass="exit" presetSubtype="0" fill="hold" grpId="0" nodeType="clickEffect">
                                  <p:stCondLst>
                                    <p:cond delay="0"/>
                                  </p:stCondLst>
                                  <p:childTnLst>
                                    <p:set>
                                      <p:cBhvr>
                                        <p:cTn id="46" dur="1" fill="hold">
                                          <p:stCondLst>
                                            <p:cond delay="0"/>
                                          </p:stCondLst>
                                        </p:cTn>
                                        <p:tgtEl>
                                          <p:spTgt spid="110"/>
                                        </p:tgtEl>
                                        <p:attrNameLst>
                                          <p:attrName>style.visibility</p:attrName>
                                        </p:attrNameLst>
                                      </p:cBhvr>
                                      <p:to>
                                        <p:strVal val="hidden"/>
                                      </p:to>
                                    </p:set>
                                  </p:childTnLst>
                                </p:cTn>
                              </p:par>
                            </p:childTnLst>
                          </p:cTn>
                        </p:par>
                      </p:childTnLst>
                    </p:cTn>
                  </p:par>
                </p:childTnLst>
              </p:cTn>
              <p:nextCondLst>
                <p:cond evt="onClick" delay="0">
                  <p:tgtEl>
                    <p:spTgt spid="110"/>
                  </p:tgtEl>
                </p:cond>
              </p:nextCondLst>
            </p:seq>
            <p:seq concurrent="1" nextAc="seek">
              <p:cTn id="47" restart="whenNotActive" fill="hold" evtFilter="cancelBubble" nodeType="interactiveSeq">
                <p:stCondLst>
                  <p:cond evt="onClick" delay="0">
                    <p:tgtEl>
                      <p:spTgt spid="111"/>
                    </p:tgtEl>
                  </p:cond>
                </p:stCondLst>
                <p:endSync evt="end" delay="0">
                  <p:rtn val="all"/>
                </p:endSync>
                <p:childTnLst>
                  <p:par>
                    <p:cTn id="48" fill="hold">
                      <p:stCondLst>
                        <p:cond delay="0"/>
                      </p:stCondLst>
                      <p:childTnLst>
                        <p:par>
                          <p:cTn id="49" fill="hold">
                            <p:stCondLst>
                              <p:cond delay="0"/>
                            </p:stCondLst>
                            <p:childTnLst>
                              <p:par>
                                <p:cTn id="50" presetID="1" presetClass="exit" presetSubtype="0" fill="hold" grpId="0" nodeType="clickEffect">
                                  <p:stCondLst>
                                    <p:cond delay="0"/>
                                  </p:stCondLst>
                                  <p:childTnLst>
                                    <p:set>
                                      <p:cBhvr>
                                        <p:cTn id="51" dur="1" fill="hold">
                                          <p:stCondLst>
                                            <p:cond delay="0"/>
                                          </p:stCondLst>
                                        </p:cTn>
                                        <p:tgtEl>
                                          <p:spTgt spid="111"/>
                                        </p:tgtEl>
                                        <p:attrNameLst>
                                          <p:attrName>style.visibility</p:attrName>
                                        </p:attrNameLst>
                                      </p:cBhvr>
                                      <p:to>
                                        <p:strVal val="hidden"/>
                                      </p:to>
                                    </p:set>
                                  </p:childTnLst>
                                </p:cTn>
                              </p:par>
                            </p:childTnLst>
                          </p:cTn>
                        </p:par>
                      </p:childTnLst>
                    </p:cTn>
                  </p:par>
                </p:childTnLst>
              </p:cTn>
              <p:nextCondLst>
                <p:cond evt="onClick" delay="0">
                  <p:tgtEl>
                    <p:spTgt spid="111"/>
                  </p:tgtEl>
                </p:cond>
              </p:nextCondLst>
            </p:seq>
            <p:seq concurrent="1" nextAc="seek">
              <p:cTn id="52" restart="whenNotActive" fill="hold" evtFilter="cancelBubble" nodeType="interactiveSeq">
                <p:stCondLst>
                  <p:cond evt="onClick" delay="0">
                    <p:tgtEl>
                      <p:spTgt spid="112"/>
                    </p:tgtEl>
                  </p:cond>
                </p:stCondLst>
                <p:endSync evt="end" delay="0">
                  <p:rtn val="all"/>
                </p:endSync>
                <p:childTnLst>
                  <p:par>
                    <p:cTn id="53" fill="hold">
                      <p:stCondLst>
                        <p:cond delay="0"/>
                      </p:stCondLst>
                      <p:childTnLst>
                        <p:par>
                          <p:cTn id="54" fill="hold">
                            <p:stCondLst>
                              <p:cond delay="0"/>
                            </p:stCondLst>
                            <p:childTnLst>
                              <p:par>
                                <p:cTn id="55" presetID="1" presetClass="exit" presetSubtype="0" fill="hold" grpId="0" nodeType="clickEffect">
                                  <p:stCondLst>
                                    <p:cond delay="0"/>
                                  </p:stCondLst>
                                  <p:childTnLst>
                                    <p:set>
                                      <p:cBhvr>
                                        <p:cTn id="56" dur="1" fill="hold">
                                          <p:stCondLst>
                                            <p:cond delay="0"/>
                                          </p:stCondLst>
                                        </p:cTn>
                                        <p:tgtEl>
                                          <p:spTgt spid="112"/>
                                        </p:tgtEl>
                                        <p:attrNameLst>
                                          <p:attrName>style.visibility</p:attrName>
                                        </p:attrNameLst>
                                      </p:cBhvr>
                                      <p:to>
                                        <p:strVal val="hidden"/>
                                      </p:to>
                                    </p:set>
                                  </p:childTnLst>
                                </p:cTn>
                              </p:par>
                            </p:childTnLst>
                          </p:cTn>
                        </p:par>
                      </p:childTnLst>
                    </p:cTn>
                  </p:par>
                </p:childTnLst>
              </p:cTn>
              <p:nextCondLst>
                <p:cond evt="onClick" delay="0">
                  <p:tgtEl>
                    <p:spTgt spid="112"/>
                  </p:tgtEl>
                </p:cond>
              </p:nextCondLst>
            </p:seq>
            <p:seq concurrent="1" nextAc="seek">
              <p:cTn id="57" restart="whenNotActive" fill="hold" evtFilter="cancelBubble" nodeType="interactiveSeq">
                <p:stCondLst>
                  <p:cond evt="onClick" delay="0">
                    <p:tgtEl>
                      <p:spTgt spid="113"/>
                    </p:tgtEl>
                  </p:cond>
                </p:stCondLst>
                <p:endSync evt="end" delay="0">
                  <p:rtn val="all"/>
                </p:endSync>
                <p:childTnLst>
                  <p:par>
                    <p:cTn id="58" fill="hold">
                      <p:stCondLst>
                        <p:cond delay="0"/>
                      </p:stCondLst>
                      <p:childTnLst>
                        <p:par>
                          <p:cTn id="59" fill="hold">
                            <p:stCondLst>
                              <p:cond delay="0"/>
                            </p:stCondLst>
                            <p:childTnLst>
                              <p:par>
                                <p:cTn id="60" presetID="1" presetClass="exit" presetSubtype="0" fill="hold" grpId="0" nodeType="clickEffect">
                                  <p:stCondLst>
                                    <p:cond delay="0"/>
                                  </p:stCondLst>
                                  <p:childTnLst>
                                    <p:set>
                                      <p:cBhvr>
                                        <p:cTn id="61" dur="1" fill="hold">
                                          <p:stCondLst>
                                            <p:cond delay="0"/>
                                          </p:stCondLst>
                                        </p:cTn>
                                        <p:tgtEl>
                                          <p:spTgt spid="113"/>
                                        </p:tgtEl>
                                        <p:attrNameLst>
                                          <p:attrName>style.visibility</p:attrName>
                                        </p:attrNameLst>
                                      </p:cBhvr>
                                      <p:to>
                                        <p:strVal val="hidden"/>
                                      </p:to>
                                    </p:set>
                                  </p:childTnLst>
                                </p:cTn>
                              </p:par>
                            </p:childTnLst>
                          </p:cTn>
                        </p:par>
                      </p:childTnLst>
                    </p:cTn>
                  </p:par>
                </p:childTnLst>
              </p:cTn>
              <p:nextCondLst>
                <p:cond evt="onClick" delay="0">
                  <p:tgtEl>
                    <p:spTgt spid="113"/>
                  </p:tgtEl>
                </p:cond>
              </p:nextCondLst>
            </p:seq>
            <p:seq concurrent="1" nextAc="seek">
              <p:cTn id="62" restart="whenNotActive" fill="hold" evtFilter="cancelBubble" nodeType="interactiveSeq">
                <p:stCondLst>
                  <p:cond evt="onClick" delay="0">
                    <p:tgtEl>
                      <p:spTgt spid="114"/>
                    </p:tgtEl>
                  </p:cond>
                </p:stCondLst>
                <p:endSync evt="end" delay="0">
                  <p:rtn val="all"/>
                </p:endSync>
                <p:childTnLst>
                  <p:par>
                    <p:cTn id="63" fill="hold">
                      <p:stCondLst>
                        <p:cond delay="0"/>
                      </p:stCondLst>
                      <p:childTnLst>
                        <p:par>
                          <p:cTn id="64" fill="hold">
                            <p:stCondLst>
                              <p:cond delay="0"/>
                            </p:stCondLst>
                            <p:childTnLst>
                              <p:par>
                                <p:cTn id="65" presetID="1" presetClass="exit" presetSubtype="0" fill="hold" grpId="0" nodeType="clickEffect">
                                  <p:stCondLst>
                                    <p:cond delay="0"/>
                                  </p:stCondLst>
                                  <p:childTnLst>
                                    <p:set>
                                      <p:cBhvr>
                                        <p:cTn id="66" dur="1" fill="hold">
                                          <p:stCondLst>
                                            <p:cond delay="0"/>
                                          </p:stCondLst>
                                        </p:cTn>
                                        <p:tgtEl>
                                          <p:spTgt spid="114"/>
                                        </p:tgtEl>
                                        <p:attrNameLst>
                                          <p:attrName>style.visibility</p:attrName>
                                        </p:attrNameLst>
                                      </p:cBhvr>
                                      <p:to>
                                        <p:strVal val="hidden"/>
                                      </p:to>
                                    </p:set>
                                  </p:childTnLst>
                                </p:cTn>
                              </p:par>
                            </p:childTnLst>
                          </p:cTn>
                        </p:par>
                      </p:childTnLst>
                    </p:cTn>
                  </p:par>
                </p:childTnLst>
              </p:cTn>
              <p:nextCondLst>
                <p:cond evt="onClick" delay="0">
                  <p:tgtEl>
                    <p:spTgt spid="114"/>
                  </p:tgtEl>
                </p:cond>
              </p:nextCondLst>
            </p:seq>
            <p:seq concurrent="1" nextAc="seek">
              <p:cTn id="67" restart="whenNotActive" fill="hold" evtFilter="cancelBubble" nodeType="interactiveSeq">
                <p:stCondLst>
                  <p:cond evt="onClick" delay="0">
                    <p:tgtEl>
                      <p:spTgt spid="115"/>
                    </p:tgtEl>
                  </p:cond>
                </p:stCondLst>
                <p:endSync evt="end" delay="0">
                  <p:rtn val="all"/>
                </p:endSync>
                <p:childTnLst>
                  <p:par>
                    <p:cTn id="68" fill="hold">
                      <p:stCondLst>
                        <p:cond delay="0"/>
                      </p:stCondLst>
                      <p:childTnLst>
                        <p:par>
                          <p:cTn id="69" fill="hold">
                            <p:stCondLst>
                              <p:cond delay="0"/>
                            </p:stCondLst>
                            <p:childTnLst>
                              <p:par>
                                <p:cTn id="70" presetID="1" presetClass="exit" presetSubtype="0" fill="hold" grpId="0" nodeType="clickEffect">
                                  <p:stCondLst>
                                    <p:cond delay="0"/>
                                  </p:stCondLst>
                                  <p:childTnLst>
                                    <p:set>
                                      <p:cBhvr>
                                        <p:cTn id="71" dur="1" fill="hold">
                                          <p:stCondLst>
                                            <p:cond delay="0"/>
                                          </p:stCondLst>
                                        </p:cTn>
                                        <p:tgtEl>
                                          <p:spTgt spid="115"/>
                                        </p:tgtEl>
                                        <p:attrNameLst>
                                          <p:attrName>style.visibility</p:attrName>
                                        </p:attrNameLst>
                                      </p:cBhvr>
                                      <p:to>
                                        <p:strVal val="hidden"/>
                                      </p:to>
                                    </p:set>
                                  </p:childTnLst>
                                </p:cTn>
                              </p:par>
                            </p:childTnLst>
                          </p:cTn>
                        </p:par>
                      </p:childTnLst>
                    </p:cTn>
                  </p:par>
                </p:childTnLst>
              </p:cTn>
              <p:nextCondLst>
                <p:cond evt="onClick" delay="0">
                  <p:tgtEl>
                    <p:spTgt spid="115"/>
                  </p:tgtEl>
                </p:cond>
              </p:nextCondLst>
            </p:seq>
            <p:seq concurrent="1" nextAc="seek">
              <p:cTn id="72" restart="whenNotActive" fill="hold" evtFilter="cancelBubble" nodeType="interactiveSeq">
                <p:stCondLst>
                  <p:cond evt="onClick" delay="0">
                    <p:tgtEl>
                      <p:spTgt spid="132"/>
                    </p:tgtEl>
                  </p:cond>
                </p:stCondLst>
                <p:endSync evt="end" delay="0">
                  <p:rtn val="all"/>
                </p:endSync>
                <p:childTnLst>
                  <p:par>
                    <p:cTn id="73" fill="hold">
                      <p:stCondLst>
                        <p:cond delay="0"/>
                      </p:stCondLst>
                      <p:childTnLst>
                        <p:par>
                          <p:cTn id="74" fill="hold">
                            <p:stCondLst>
                              <p:cond delay="0"/>
                            </p:stCondLst>
                            <p:childTnLst>
                              <p:par>
                                <p:cTn id="75" presetID="1" presetClass="exit" presetSubtype="0" fill="hold" grpId="0" nodeType="clickEffect">
                                  <p:stCondLst>
                                    <p:cond delay="0"/>
                                  </p:stCondLst>
                                  <p:childTnLst>
                                    <p:set>
                                      <p:cBhvr>
                                        <p:cTn id="76" dur="1" fill="hold">
                                          <p:stCondLst>
                                            <p:cond delay="0"/>
                                          </p:stCondLst>
                                        </p:cTn>
                                        <p:tgtEl>
                                          <p:spTgt spid="132"/>
                                        </p:tgtEl>
                                        <p:attrNameLst>
                                          <p:attrName>style.visibility</p:attrName>
                                        </p:attrNameLst>
                                      </p:cBhvr>
                                      <p:to>
                                        <p:strVal val="hidden"/>
                                      </p:to>
                                    </p:set>
                                  </p:childTnLst>
                                </p:cTn>
                              </p:par>
                            </p:childTnLst>
                          </p:cTn>
                        </p:par>
                      </p:childTnLst>
                    </p:cTn>
                  </p:par>
                </p:childTnLst>
              </p:cTn>
              <p:nextCondLst>
                <p:cond evt="onClick" delay="0">
                  <p:tgtEl>
                    <p:spTgt spid="132"/>
                  </p:tgtEl>
                </p:cond>
              </p:nextCondLst>
            </p:seq>
            <p:seq concurrent="1" nextAc="seek">
              <p:cTn id="77" restart="whenNotActive" fill="hold" evtFilter="cancelBubble" nodeType="interactiveSeq">
                <p:stCondLst>
                  <p:cond evt="onClick" delay="0">
                    <p:tgtEl>
                      <p:spTgt spid="133"/>
                    </p:tgtEl>
                  </p:cond>
                </p:stCondLst>
                <p:endSync evt="end" delay="0">
                  <p:rtn val="all"/>
                </p:endSync>
                <p:childTnLst>
                  <p:par>
                    <p:cTn id="78" fill="hold">
                      <p:stCondLst>
                        <p:cond delay="0"/>
                      </p:stCondLst>
                      <p:childTnLst>
                        <p:par>
                          <p:cTn id="79" fill="hold">
                            <p:stCondLst>
                              <p:cond delay="0"/>
                            </p:stCondLst>
                            <p:childTnLst>
                              <p:par>
                                <p:cTn id="80" presetID="1" presetClass="exit" presetSubtype="0" fill="hold" grpId="0" nodeType="clickEffect">
                                  <p:stCondLst>
                                    <p:cond delay="0"/>
                                  </p:stCondLst>
                                  <p:childTnLst>
                                    <p:set>
                                      <p:cBhvr>
                                        <p:cTn id="81" dur="1" fill="hold">
                                          <p:stCondLst>
                                            <p:cond delay="0"/>
                                          </p:stCondLst>
                                        </p:cTn>
                                        <p:tgtEl>
                                          <p:spTgt spid="133"/>
                                        </p:tgtEl>
                                        <p:attrNameLst>
                                          <p:attrName>style.visibility</p:attrName>
                                        </p:attrNameLst>
                                      </p:cBhvr>
                                      <p:to>
                                        <p:strVal val="hidden"/>
                                      </p:to>
                                    </p:set>
                                  </p:childTnLst>
                                </p:cTn>
                              </p:par>
                            </p:childTnLst>
                          </p:cTn>
                        </p:par>
                      </p:childTnLst>
                    </p:cTn>
                  </p:par>
                </p:childTnLst>
              </p:cTn>
              <p:nextCondLst>
                <p:cond evt="onClick" delay="0">
                  <p:tgtEl>
                    <p:spTgt spid="133"/>
                  </p:tgtEl>
                </p:cond>
              </p:nextCondLst>
            </p:seq>
            <p:seq concurrent="1" nextAc="seek">
              <p:cTn id="82" restart="whenNotActive" fill="hold" evtFilter="cancelBubble" nodeType="interactiveSeq">
                <p:stCondLst>
                  <p:cond evt="onClick" delay="0">
                    <p:tgtEl>
                      <p:spTgt spid="134"/>
                    </p:tgtEl>
                  </p:cond>
                </p:stCondLst>
                <p:endSync evt="end" delay="0">
                  <p:rtn val="all"/>
                </p:endSync>
                <p:childTnLst>
                  <p:par>
                    <p:cTn id="83" fill="hold">
                      <p:stCondLst>
                        <p:cond delay="0"/>
                      </p:stCondLst>
                      <p:childTnLst>
                        <p:par>
                          <p:cTn id="84" fill="hold">
                            <p:stCondLst>
                              <p:cond delay="0"/>
                            </p:stCondLst>
                            <p:childTnLst>
                              <p:par>
                                <p:cTn id="85" presetID="1" presetClass="exit" presetSubtype="0" fill="hold" grpId="0" nodeType="clickEffect">
                                  <p:stCondLst>
                                    <p:cond delay="0"/>
                                  </p:stCondLst>
                                  <p:childTnLst>
                                    <p:set>
                                      <p:cBhvr>
                                        <p:cTn id="86" dur="1" fill="hold">
                                          <p:stCondLst>
                                            <p:cond delay="0"/>
                                          </p:stCondLst>
                                        </p:cTn>
                                        <p:tgtEl>
                                          <p:spTgt spid="134"/>
                                        </p:tgtEl>
                                        <p:attrNameLst>
                                          <p:attrName>style.visibility</p:attrName>
                                        </p:attrNameLst>
                                      </p:cBhvr>
                                      <p:to>
                                        <p:strVal val="hidden"/>
                                      </p:to>
                                    </p:set>
                                  </p:childTnLst>
                                </p:cTn>
                              </p:par>
                            </p:childTnLst>
                          </p:cTn>
                        </p:par>
                      </p:childTnLst>
                    </p:cTn>
                  </p:par>
                </p:childTnLst>
              </p:cTn>
              <p:nextCondLst>
                <p:cond evt="onClick" delay="0">
                  <p:tgtEl>
                    <p:spTgt spid="134"/>
                  </p:tgtEl>
                </p:cond>
              </p:nextCondLst>
            </p:seq>
            <p:seq concurrent="1" nextAc="seek">
              <p:cTn id="87" restart="whenNotActive" fill="hold" evtFilter="cancelBubble" nodeType="interactiveSeq">
                <p:stCondLst>
                  <p:cond evt="onClick" delay="0">
                    <p:tgtEl>
                      <p:spTgt spid="135"/>
                    </p:tgtEl>
                  </p:cond>
                </p:stCondLst>
                <p:endSync evt="end" delay="0">
                  <p:rtn val="all"/>
                </p:endSync>
                <p:childTnLst>
                  <p:par>
                    <p:cTn id="88" fill="hold">
                      <p:stCondLst>
                        <p:cond delay="0"/>
                      </p:stCondLst>
                      <p:childTnLst>
                        <p:par>
                          <p:cTn id="89" fill="hold">
                            <p:stCondLst>
                              <p:cond delay="0"/>
                            </p:stCondLst>
                            <p:childTnLst>
                              <p:par>
                                <p:cTn id="90" presetID="1" presetClass="exit" presetSubtype="0" fill="hold" grpId="0" nodeType="clickEffect">
                                  <p:stCondLst>
                                    <p:cond delay="0"/>
                                  </p:stCondLst>
                                  <p:childTnLst>
                                    <p:set>
                                      <p:cBhvr>
                                        <p:cTn id="91" dur="1" fill="hold">
                                          <p:stCondLst>
                                            <p:cond delay="0"/>
                                          </p:stCondLst>
                                        </p:cTn>
                                        <p:tgtEl>
                                          <p:spTgt spid="135"/>
                                        </p:tgtEl>
                                        <p:attrNameLst>
                                          <p:attrName>style.visibility</p:attrName>
                                        </p:attrNameLst>
                                      </p:cBhvr>
                                      <p:to>
                                        <p:strVal val="hidden"/>
                                      </p:to>
                                    </p:set>
                                  </p:childTnLst>
                                </p:cTn>
                              </p:par>
                            </p:childTnLst>
                          </p:cTn>
                        </p:par>
                      </p:childTnLst>
                    </p:cTn>
                  </p:par>
                </p:childTnLst>
              </p:cTn>
              <p:nextCondLst>
                <p:cond evt="onClick" delay="0">
                  <p:tgtEl>
                    <p:spTgt spid="135"/>
                  </p:tgtEl>
                </p:cond>
              </p:nextCondLst>
            </p:seq>
            <p:seq concurrent="1" nextAc="seek">
              <p:cTn id="92" restart="whenNotActive" fill="hold" evtFilter="cancelBubble" nodeType="interactiveSeq">
                <p:stCondLst>
                  <p:cond evt="onClick" delay="0">
                    <p:tgtEl>
                      <p:spTgt spid="136"/>
                    </p:tgtEl>
                  </p:cond>
                </p:stCondLst>
                <p:endSync evt="end" delay="0">
                  <p:rtn val="all"/>
                </p:endSync>
                <p:childTnLst>
                  <p:par>
                    <p:cTn id="93" fill="hold">
                      <p:stCondLst>
                        <p:cond delay="0"/>
                      </p:stCondLst>
                      <p:childTnLst>
                        <p:par>
                          <p:cTn id="94" fill="hold">
                            <p:stCondLst>
                              <p:cond delay="0"/>
                            </p:stCondLst>
                            <p:childTnLst>
                              <p:par>
                                <p:cTn id="95" presetID="1" presetClass="exit" presetSubtype="0" fill="hold" grpId="0" nodeType="clickEffect">
                                  <p:stCondLst>
                                    <p:cond delay="0"/>
                                  </p:stCondLst>
                                  <p:childTnLst>
                                    <p:set>
                                      <p:cBhvr>
                                        <p:cTn id="96" dur="1" fill="hold">
                                          <p:stCondLst>
                                            <p:cond delay="0"/>
                                          </p:stCondLst>
                                        </p:cTn>
                                        <p:tgtEl>
                                          <p:spTgt spid="136"/>
                                        </p:tgtEl>
                                        <p:attrNameLst>
                                          <p:attrName>style.visibility</p:attrName>
                                        </p:attrNameLst>
                                      </p:cBhvr>
                                      <p:to>
                                        <p:strVal val="hidden"/>
                                      </p:to>
                                    </p:set>
                                  </p:childTnLst>
                                </p:cTn>
                              </p:par>
                            </p:childTnLst>
                          </p:cTn>
                        </p:par>
                      </p:childTnLst>
                    </p:cTn>
                  </p:par>
                </p:childTnLst>
              </p:cTn>
              <p:nextCondLst>
                <p:cond evt="onClick" delay="0">
                  <p:tgtEl>
                    <p:spTgt spid="136"/>
                  </p:tgtEl>
                </p:cond>
              </p:nextCondLst>
            </p:seq>
            <p:seq concurrent="1" nextAc="seek">
              <p:cTn id="97" restart="whenNotActive" fill="hold" evtFilter="cancelBubble" nodeType="interactiveSeq">
                <p:stCondLst>
                  <p:cond evt="onClick" delay="0">
                    <p:tgtEl>
                      <p:spTgt spid="137"/>
                    </p:tgtEl>
                  </p:cond>
                </p:stCondLst>
                <p:endSync evt="end" delay="0">
                  <p:rtn val="all"/>
                </p:endSync>
                <p:childTnLst>
                  <p:par>
                    <p:cTn id="98" fill="hold">
                      <p:stCondLst>
                        <p:cond delay="0"/>
                      </p:stCondLst>
                      <p:childTnLst>
                        <p:par>
                          <p:cTn id="99" fill="hold">
                            <p:stCondLst>
                              <p:cond delay="0"/>
                            </p:stCondLst>
                            <p:childTnLst>
                              <p:par>
                                <p:cTn id="100" presetID="1" presetClass="exit" presetSubtype="0" fill="hold" grpId="0" nodeType="clickEffect">
                                  <p:stCondLst>
                                    <p:cond delay="0"/>
                                  </p:stCondLst>
                                  <p:childTnLst>
                                    <p:set>
                                      <p:cBhvr>
                                        <p:cTn id="101" dur="1" fill="hold">
                                          <p:stCondLst>
                                            <p:cond delay="0"/>
                                          </p:stCondLst>
                                        </p:cTn>
                                        <p:tgtEl>
                                          <p:spTgt spid="137"/>
                                        </p:tgtEl>
                                        <p:attrNameLst>
                                          <p:attrName>style.visibility</p:attrName>
                                        </p:attrNameLst>
                                      </p:cBhvr>
                                      <p:to>
                                        <p:strVal val="hidden"/>
                                      </p:to>
                                    </p:set>
                                  </p:childTnLst>
                                </p:cTn>
                              </p:par>
                            </p:childTnLst>
                          </p:cTn>
                        </p:par>
                      </p:childTnLst>
                    </p:cTn>
                  </p:par>
                </p:childTnLst>
              </p:cTn>
              <p:nextCondLst>
                <p:cond evt="onClick" delay="0">
                  <p:tgtEl>
                    <p:spTgt spid="137"/>
                  </p:tgtEl>
                </p:cond>
              </p:nextCondLst>
            </p:seq>
            <p:seq concurrent="1" nextAc="seek">
              <p:cTn id="102" restart="whenNotActive" fill="hold" evtFilter="cancelBubble" nodeType="interactiveSeq">
                <p:stCondLst>
                  <p:cond evt="onClick" delay="0">
                    <p:tgtEl>
                      <p:spTgt spid="138"/>
                    </p:tgtEl>
                  </p:cond>
                </p:stCondLst>
                <p:endSync evt="end" delay="0">
                  <p:rtn val="all"/>
                </p:endSync>
                <p:childTnLst>
                  <p:par>
                    <p:cTn id="103" fill="hold">
                      <p:stCondLst>
                        <p:cond delay="0"/>
                      </p:stCondLst>
                      <p:childTnLst>
                        <p:par>
                          <p:cTn id="104" fill="hold">
                            <p:stCondLst>
                              <p:cond delay="0"/>
                            </p:stCondLst>
                            <p:childTnLst>
                              <p:par>
                                <p:cTn id="105" presetID="1" presetClass="exit" presetSubtype="0" fill="hold" grpId="0" nodeType="clickEffect">
                                  <p:stCondLst>
                                    <p:cond delay="0"/>
                                  </p:stCondLst>
                                  <p:childTnLst>
                                    <p:set>
                                      <p:cBhvr>
                                        <p:cTn id="106" dur="1" fill="hold">
                                          <p:stCondLst>
                                            <p:cond delay="0"/>
                                          </p:stCondLst>
                                        </p:cTn>
                                        <p:tgtEl>
                                          <p:spTgt spid="138"/>
                                        </p:tgtEl>
                                        <p:attrNameLst>
                                          <p:attrName>style.visibility</p:attrName>
                                        </p:attrNameLst>
                                      </p:cBhvr>
                                      <p:to>
                                        <p:strVal val="hidden"/>
                                      </p:to>
                                    </p:set>
                                  </p:childTnLst>
                                </p:cTn>
                              </p:par>
                            </p:childTnLst>
                          </p:cTn>
                        </p:par>
                      </p:childTnLst>
                    </p:cTn>
                  </p:par>
                </p:childTnLst>
              </p:cTn>
              <p:nextCondLst>
                <p:cond evt="onClick" delay="0">
                  <p:tgtEl>
                    <p:spTgt spid="138"/>
                  </p:tgtEl>
                </p:cond>
              </p:nextCondLst>
            </p:seq>
            <p:seq concurrent="1" nextAc="seek">
              <p:cTn id="107" restart="whenNotActive" fill="hold" evtFilter="cancelBubble" nodeType="interactiveSeq">
                <p:stCondLst>
                  <p:cond evt="onClick" delay="0">
                    <p:tgtEl>
                      <p:spTgt spid="139"/>
                    </p:tgtEl>
                  </p:cond>
                </p:stCondLst>
                <p:endSync evt="end" delay="0">
                  <p:rtn val="all"/>
                </p:endSync>
                <p:childTnLst>
                  <p:par>
                    <p:cTn id="108" fill="hold">
                      <p:stCondLst>
                        <p:cond delay="0"/>
                      </p:stCondLst>
                      <p:childTnLst>
                        <p:par>
                          <p:cTn id="109" fill="hold">
                            <p:stCondLst>
                              <p:cond delay="0"/>
                            </p:stCondLst>
                            <p:childTnLst>
                              <p:par>
                                <p:cTn id="110" presetID="1" presetClass="exit" presetSubtype="0" fill="hold" grpId="0" nodeType="clickEffect">
                                  <p:stCondLst>
                                    <p:cond delay="0"/>
                                  </p:stCondLst>
                                  <p:childTnLst>
                                    <p:set>
                                      <p:cBhvr>
                                        <p:cTn id="111" dur="1" fill="hold">
                                          <p:stCondLst>
                                            <p:cond delay="0"/>
                                          </p:stCondLst>
                                        </p:cTn>
                                        <p:tgtEl>
                                          <p:spTgt spid="139"/>
                                        </p:tgtEl>
                                        <p:attrNameLst>
                                          <p:attrName>style.visibility</p:attrName>
                                        </p:attrNameLst>
                                      </p:cBhvr>
                                      <p:to>
                                        <p:strVal val="hidden"/>
                                      </p:to>
                                    </p:set>
                                  </p:childTnLst>
                                </p:cTn>
                              </p:par>
                            </p:childTnLst>
                          </p:cTn>
                        </p:par>
                      </p:childTnLst>
                    </p:cTn>
                  </p:par>
                </p:childTnLst>
              </p:cTn>
              <p:nextCondLst>
                <p:cond evt="onClick" delay="0">
                  <p:tgtEl>
                    <p:spTgt spid="139"/>
                  </p:tgtEl>
                </p:cond>
              </p:nextCondLst>
            </p:seq>
            <p:seq concurrent="1" nextAc="seek">
              <p:cTn id="112" restart="whenNotActive" fill="hold" evtFilter="cancelBubble" nodeType="interactiveSeq">
                <p:stCondLst>
                  <p:cond evt="onClick" delay="0">
                    <p:tgtEl>
                      <p:spTgt spid="140"/>
                    </p:tgtEl>
                  </p:cond>
                </p:stCondLst>
                <p:endSync evt="end" delay="0">
                  <p:rtn val="all"/>
                </p:endSync>
                <p:childTnLst>
                  <p:par>
                    <p:cTn id="113" fill="hold">
                      <p:stCondLst>
                        <p:cond delay="0"/>
                      </p:stCondLst>
                      <p:childTnLst>
                        <p:par>
                          <p:cTn id="114" fill="hold">
                            <p:stCondLst>
                              <p:cond delay="0"/>
                            </p:stCondLst>
                            <p:childTnLst>
                              <p:par>
                                <p:cTn id="115" presetID="1" presetClass="exit" presetSubtype="0" fill="hold" grpId="0" nodeType="clickEffect">
                                  <p:stCondLst>
                                    <p:cond delay="0"/>
                                  </p:stCondLst>
                                  <p:childTnLst>
                                    <p:set>
                                      <p:cBhvr>
                                        <p:cTn id="116" dur="1" fill="hold">
                                          <p:stCondLst>
                                            <p:cond delay="0"/>
                                          </p:stCondLst>
                                        </p:cTn>
                                        <p:tgtEl>
                                          <p:spTgt spid="140"/>
                                        </p:tgtEl>
                                        <p:attrNameLst>
                                          <p:attrName>style.visibility</p:attrName>
                                        </p:attrNameLst>
                                      </p:cBhvr>
                                      <p:to>
                                        <p:strVal val="hidden"/>
                                      </p:to>
                                    </p:set>
                                  </p:childTnLst>
                                </p:cTn>
                              </p:par>
                            </p:childTnLst>
                          </p:cTn>
                        </p:par>
                      </p:childTnLst>
                    </p:cTn>
                  </p:par>
                </p:childTnLst>
              </p:cTn>
              <p:nextCondLst>
                <p:cond evt="onClick" delay="0">
                  <p:tgtEl>
                    <p:spTgt spid="140"/>
                  </p:tgtEl>
                </p:cond>
              </p:nextCondLst>
            </p:seq>
            <p:seq concurrent="1" nextAc="seek">
              <p:cTn id="117" restart="whenNotActive" fill="hold" evtFilter="cancelBubble" nodeType="interactiveSeq">
                <p:stCondLst>
                  <p:cond evt="onClick" delay="0">
                    <p:tgtEl>
                      <p:spTgt spid="156"/>
                    </p:tgtEl>
                  </p:cond>
                </p:stCondLst>
                <p:endSync evt="end" delay="0">
                  <p:rtn val="all"/>
                </p:endSync>
                <p:childTnLst>
                  <p:par>
                    <p:cTn id="118" fill="hold">
                      <p:stCondLst>
                        <p:cond delay="0"/>
                      </p:stCondLst>
                      <p:childTnLst>
                        <p:par>
                          <p:cTn id="119" fill="hold">
                            <p:stCondLst>
                              <p:cond delay="0"/>
                            </p:stCondLst>
                            <p:childTnLst>
                              <p:par>
                                <p:cTn id="120" presetID="1" presetClass="exit" presetSubtype="0" fill="hold" grpId="1" nodeType="withEffect">
                                  <p:stCondLst>
                                    <p:cond delay="0"/>
                                  </p:stCondLst>
                                  <p:childTnLst>
                                    <p:set>
                                      <p:cBhvr>
                                        <p:cTn id="121" dur="1" fill="hold">
                                          <p:stCondLst>
                                            <p:cond delay="0"/>
                                          </p:stCondLst>
                                        </p:cTn>
                                        <p:tgtEl>
                                          <p:spTgt spid="40"/>
                                        </p:tgtEl>
                                        <p:attrNameLst>
                                          <p:attrName>style.visibility</p:attrName>
                                        </p:attrNameLst>
                                      </p:cBhvr>
                                      <p:to>
                                        <p:strVal val="hidden"/>
                                      </p:to>
                                    </p:set>
                                  </p:childTnLst>
                                </p:cTn>
                              </p:par>
                              <p:par>
                                <p:cTn id="122" presetID="1" presetClass="exit" presetSubtype="0" fill="hold" grpId="1" nodeType="withEffect">
                                  <p:stCondLst>
                                    <p:cond delay="0"/>
                                  </p:stCondLst>
                                  <p:childTnLst>
                                    <p:set>
                                      <p:cBhvr>
                                        <p:cTn id="123" dur="1" fill="hold">
                                          <p:stCondLst>
                                            <p:cond delay="0"/>
                                          </p:stCondLst>
                                        </p:cTn>
                                        <p:tgtEl>
                                          <p:spTgt spid="41"/>
                                        </p:tgtEl>
                                        <p:attrNameLst>
                                          <p:attrName>style.visibility</p:attrName>
                                        </p:attrNameLst>
                                      </p:cBhvr>
                                      <p:to>
                                        <p:strVal val="hidden"/>
                                      </p:to>
                                    </p:set>
                                  </p:childTnLst>
                                </p:cTn>
                              </p:par>
                              <p:par>
                                <p:cTn id="124" presetID="1" presetClass="exit" presetSubtype="0" fill="hold" grpId="1" nodeType="withEffect">
                                  <p:stCondLst>
                                    <p:cond delay="0"/>
                                  </p:stCondLst>
                                  <p:childTnLst>
                                    <p:set>
                                      <p:cBhvr>
                                        <p:cTn id="125" dur="1" fill="hold">
                                          <p:stCondLst>
                                            <p:cond delay="0"/>
                                          </p:stCondLst>
                                        </p:cTn>
                                        <p:tgtEl>
                                          <p:spTgt spid="42"/>
                                        </p:tgtEl>
                                        <p:attrNameLst>
                                          <p:attrName>style.visibility</p:attrName>
                                        </p:attrNameLst>
                                      </p:cBhvr>
                                      <p:to>
                                        <p:strVal val="hidden"/>
                                      </p:to>
                                    </p:set>
                                  </p:childTnLst>
                                </p:cTn>
                              </p:par>
                              <p:par>
                                <p:cTn id="126" presetID="1" presetClass="exit" presetSubtype="0" fill="hold" grpId="1" nodeType="withEffect">
                                  <p:stCondLst>
                                    <p:cond delay="0"/>
                                  </p:stCondLst>
                                  <p:childTnLst>
                                    <p:set>
                                      <p:cBhvr>
                                        <p:cTn id="127" dur="1" fill="hold">
                                          <p:stCondLst>
                                            <p:cond delay="0"/>
                                          </p:stCondLst>
                                        </p:cTn>
                                        <p:tgtEl>
                                          <p:spTgt spid="43"/>
                                        </p:tgtEl>
                                        <p:attrNameLst>
                                          <p:attrName>style.visibility</p:attrName>
                                        </p:attrNameLst>
                                      </p:cBhvr>
                                      <p:to>
                                        <p:strVal val="hidden"/>
                                      </p:to>
                                    </p:set>
                                  </p:childTnLst>
                                </p:cTn>
                              </p:par>
                              <p:par>
                                <p:cTn id="128" presetID="1" presetClass="exit" presetSubtype="0" fill="hold" grpId="1" nodeType="withEffect">
                                  <p:stCondLst>
                                    <p:cond delay="0"/>
                                  </p:stCondLst>
                                  <p:childTnLst>
                                    <p:set>
                                      <p:cBhvr>
                                        <p:cTn id="129" dur="1" fill="hold">
                                          <p:stCondLst>
                                            <p:cond delay="0"/>
                                          </p:stCondLst>
                                        </p:cTn>
                                        <p:tgtEl>
                                          <p:spTgt spid="44"/>
                                        </p:tgtEl>
                                        <p:attrNameLst>
                                          <p:attrName>style.visibility</p:attrName>
                                        </p:attrNameLst>
                                      </p:cBhvr>
                                      <p:to>
                                        <p:strVal val="hidden"/>
                                      </p:to>
                                    </p:set>
                                  </p:childTnLst>
                                </p:cTn>
                              </p:par>
                              <p:par>
                                <p:cTn id="130" presetID="1" presetClass="exit" presetSubtype="0" fill="hold" grpId="1" nodeType="withEffect">
                                  <p:stCondLst>
                                    <p:cond delay="0"/>
                                  </p:stCondLst>
                                  <p:childTnLst>
                                    <p:set>
                                      <p:cBhvr>
                                        <p:cTn id="131" dur="1" fill="hold">
                                          <p:stCondLst>
                                            <p:cond delay="0"/>
                                          </p:stCondLst>
                                        </p:cTn>
                                        <p:tgtEl>
                                          <p:spTgt spid="45"/>
                                        </p:tgtEl>
                                        <p:attrNameLst>
                                          <p:attrName>style.visibility</p:attrName>
                                        </p:attrNameLst>
                                      </p:cBhvr>
                                      <p:to>
                                        <p:strVal val="hidden"/>
                                      </p:to>
                                    </p:set>
                                  </p:childTnLst>
                                </p:cTn>
                              </p:par>
                              <p:par>
                                <p:cTn id="132" presetID="1" presetClass="exit" presetSubtype="0" fill="hold" grpId="1" nodeType="withEffect">
                                  <p:stCondLst>
                                    <p:cond delay="0"/>
                                  </p:stCondLst>
                                  <p:childTnLst>
                                    <p:set>
                                      <p:cBhvr>
                                        <p:cTn id="133" dur="1" fill="hold">
                                          <p:stCondLst>
                                            <p:cond delay="0"/>
                                          </p:stCondLst>
                                        </p:cTn>
                                        <p:tgtEl>
                                          <p:spTgt spid="46"/>
                                        </p:tgtEl>
                                        <p:attrNameLst>
                                          <p:attrName>style.visibility</p:attrName>
                                        </p:attrNameLst>
                                      </p:cBhvr>
                                      <p:to>
                                        <p:strVal val="hidden"/>
                                      </p:to>
                                    </p:set>
                                  </p:childTnLst>
                                </p:cTn>
                              </p:par>
                              <p:par>
                                <p:cTn id="134" presetID="1" presetClass="exit" presetSubtype="0" fill="hold" grpId="1" nodeType="withEffect">
                                  <p:stCondLst>
                                    <p:cond delay="0"/>
                                  </p:stCondLst>
                                  <p:childTnLst>
                                    <p:set>
                                      <p:cBhvr>
                                        <p:cTn id="135" dur="1" fill="hold">
                                          <p:stCondLst>
                                            <p:cond delay="0"/>
                                          </p:stCondLst>
                                        </p:cTn>
                                        <p:tgtEl>
                                          <p:spTgt spid="47"/>
                                        </p:tgtEl>
                                        <p:attrNameLst>
                                          <p:attrName>style.visibility</p:attrName>
                                        </p:attrNameLst>
                                      </p:cBhvr>
                                      <p:to>
                                        <p:strVal val="hidden"/>
                                      </p:to>
                                    </p:set>
                                  </p:childTnLst>
                                </p:cTn>
                              </p:par>
                              <p:par>
                                <p:cTn id="136" presetID="1" presetClass="exit" presetSubtype="0" fill="hold" grpId="1" nodeType="withEffect">
                                  <p:stCondLst>
                                    <p:cond delay="0"/>
                                  </p:stCondLst>
                                  <p:childTnLst>
                                    <p:set>
                                      <p:cBhvr>
                                        <p:cTn id="137" dur="1" fill="hold">
                                          <p:stCondLst>
                                            <p:cond delay="0"/>
                                          </p:stCondLst>
                                        </p:cTn>
                                        <p:tgtEl>
                                          <p:spTgt spid="110"/>
                                        </p:tgtEl>
                                        <p:attrNameLst>
                                          <p:attrName>style.visibility</p:attrName>
                                        </p:attrNameLst>
                                      </p:cBhvr>
                                      <p:to>
                                        <p:strVal val="hidden"/>
                                      </p:to>
                                    </p:set>
                                  </p:childTnLst>
                                </p:cTn>
                              </p:par>
                              <p:par>
                                <p:cTn id="138" presetID="1" presetClass="exit" presetSubtype="0" fill="hold" grpId="1" nodeType="withEffect">
                                  <p:stCondLst>
                                    <p:cond delay="0"/>
                                  </p:stCondLst>
                                  <p:childTnLst>
                                    <p:set>
                                      <p:cBhvr>
                                        <p:cTn id="139" dur="1" fill="hold">
                                          <p:stCondLst>
                                            <p:cond delay="0"/>
                                          </p:stCondLst>
                                        </p:cTn>
                                        <p:tgtEl>
                                          <p:spTgt spid="158"/>
                                        </p:tgtEl>
                                        <p:attrNameLst>
                                          <p:attrName>style.visibility</p:attrName>
                                        </p:attrNameLst>
                                      </p:cBhvr>
                                      <p:to>
                                        <p:strVal val="hidden"/>
                                      </p:to>
                                    </p:set>
                                  </p:childTnLst>
                                </p:cTn>
                              </p:par>
                              <p:par>
                                <p:cTn id="140" presetID="1" presetClass="exit" presetSubtype="0" fill="hold" grpId="1" nodeType="withEffect">
                                  <p:stCondLst>
                                    <p:cond delay="0"/>
                                  </p:stCondLst>
                                  <p:childTnLst>
                                    <p:set>
                                      <p:cBhvr>
                                        <p:cTn id="141" dur="1" fill="hold">
                                          <p:stCondLst>
                                            <p:cond delay="0"/>
                                          </p:stCondLst>
                                        </p:cTn>
                                        <p:tgtEl>
                                          <p:spTgt spid="111"/>
                                        </p:tgtEl>
                                        <p:attrNameLst>
                                          <p:attrName>style.visibility</p:attrName>
                                        </p:attrNameLst>
                                      </p:cBhvr>
                                      <p:to>
                                        <p:strVal val="hidden"/>
                                      </p:to>
                                    </p:set>
                                  </p:childTnLst>
                                </p:cTn>
                              </p:par>
                              <p:par>
                                <p:cTn id="142" presetID="1" presetClass="exit" presetSubtype="0" fill="hold" grpId="1" nodeType="withEffect">
                                  <p:stCondLst>
                                    <p:cond delay="0"/>
                                  </p:stCondLst>
                                  <p:childTnLst>
                                    <p:set>
                                      <p:cBhvr>
                                        <p:cTn id="143" dur="1" fill="hold">
                                          <p:stCondLst>
                                            <p:cond delay="0"/>
                                          </p:stCondLst>
                                        </p:cTn>
                                        <p:tgtEl>
                                          <p:spTgt spid="112"/>
                                        </p:tgtEl>
                                        <p:attrNameLst>
                                          <p:attrName>style.visibility</p:attrName>
                                        </p:attrNameLst>
                                      </p:cBhvr>
                                      <p:to>
                                        <p:strVal val="hidden"/>
                                      </p:to>
                                    </p:set>
                                  </p:childTnLst>
                                </p:cTn>
                              </p:par>
                              <p:par>
                                <p:cTn id="144" presetID="1" presetClass="exit" presetSubtype="0" fill="hold" grpId="1" nodeType="withEffect">
                                  <p:stCondLst>
                                    <p:cond delay="0"/>
                                  </p:stCondLst>
                                  <p:childTnLst>
                                    <p:set>
                                      <p:cBhvr>
                                        <p:cTn id="145" dur="1" fill="hold">
                                          <p:stCondLst>
                                            <p:cond delay="0"/>
                                          </p:stCondLst>
                                        </p:cTn>
                                        <p:tgtEl>
                                          <p:spTgt spid="113"/>
                                        </p:tgtEl>
                                        <p:attrNameLst>
                                          <p:attrName>style.visibility</p:attrName>
                                        </p:attrNameLst>
                                      </p:cBhvr>
                                      <p:to>
                                        <p:strVal val="hidden"/>
                                      </p:to>
                                    </p:set>
                                  </p:childTnLst>
                                </p:cTn>
                              </p:par>
                              <p:par>
                                <p:cTn id="146" presetID="1" presetClass="exit" presetSubtype="0" fill="hold" grpId="1" nodeType="withEffect">
                                  <p:stCondLst>
                                    <p:cond delay="0"/>
                                  </p:stCondLst>
                                  <p:childTnLst>
                                    <p:set>
                                      <p:cBhvr>
                                        <p:cTn id="147" dur="1" fill="hold">
                                          <p:stCondLst>
                                            <p:cond delay="0"/>
                                          </p:stCondLst>
                                        </p:cTn>
                                        <p:tgtEl>
                                          <p:spTgt spid="114"/>
                                        </p:tgtEl>
                                        <p:attrNameLst>
                                          <p:attrName>style.visibility</p:attrName>
                                        </p:attrNameLst>
                                      </p:cBhvr>
                                      <p:to>
                                        <p:strVal val="hidden"/>
                                      </p:to>
                                    </p:set>
                                  </p:childTnLst>
                                </p:cTn>
                              </p:par>
                              <p:par>
                                <p:cTn id="148" presetID="1" presetClass="exit" presetSubtype="0" fill="hold" grpId="1" nodeType="withEffect">
                                  <p:stCondLst>
                                    <p:cond delay="0"/>
                                  </p:stCondLst>
                                  <p:childTnLst>
                                    <p:set>
                                      <p:cBhvr>
                                        <p:cTn id="149" dur="1" fill="hold">
                                          <p:stCondLst>
                                            <p:cond delay="0"/>
                                          </p:stCondLst>
                                        </p:cTn>
                                        <p:tgtEl>
                                          <p:spTgt spid="115"/>
                                        </p:tgtEl>
                                        <p:attrNameLst>
                                          <p:attrName>style.visibility</p:attrName>
                                        </p:attrNameLst>
                                      </p:cBhvr>
                                      <p:to>
                                        <p:strVal val="hidden"/>
                                      </p:to>
                                    </p:set>
                                  </p:childTnLst>
                                </p:cTn>
                              </p:par>
                              <p:par>
                                <p:cTn id="150" presetID="1" presetClass="exit" presetSubtype="0" fill="hold" grpId="1" nodeType="withEffect">
                                  <p:stCondLst>
                                    <p:cond delay="0"/>
                                  </p:stCondLst>
                                  <p:childTnLst>
                                    <p:set>
                                      <p:cBhvr>
                                        <p:cTn id="151" dur="1" fill="hold">
                                          <p:stCondLst>
                                            <p:cond delay="0"/>
                                          </p:stCondLst>
                                        </p:cTn>
                                        <p:tgtEl>
                                          <p:spTgt spid="132"/>
                                        </p:tgtEl>
                                        <p:attrNameLst>
                                          <p:attrName>style.visibility</p:attrName>
                                        </p:attrNameLst>
                                      </p:cBhvr>
                                      <p:to>
                                        <p:strVal val="hidden"/>
                                      </p:to>
                                    </p:set>
                                  </p:childTnLst>
                                </p:cTn>
                              </p:par>
                              <p:par>
                                <p:cTn id="152" presetID="1" presetClass="exit" presetSubtype="0" fill="hold" grpId="1" nodeType="withEffect">
                                  <p:stCondLst>
                                    <p:cond delay="0"/>
                                  </p:stCondLst>
                                  <p:childTnLst>
                                    <p:set>
                                      <p:cBhvr>
                                        <p:cTn id="153" dur="1" fill="hold">
                                          <p:stCondLst>
                                            <p:cond delay="0"/>
                                          </p:stCondLst>
                                        </p:cTn>
                                        <p:tgtEl>
                                          <p:spTgt spid="133"/>
                                        </p:tgtEl>
                                        <p:attrNameLst>
                                          <p:attrName>style.visibility</p:attrName>
                                        </p:attrNameLst>
                                      </p:cBhvr>
                                      <p:to>
                                        <p:strVal val="hidden"/>
                                      </p:to>
                                    </p:set>
                                  </p:childTnLst>
                                </p:cTn>
                              </p:par>
                              <p:par>
                                <p:cTn id="154" presetID="1" presetClass="exit" presetSubtype="0" fill="hold" grpId="1" nodeType="withEffect">
                                  <p:stCondLst>
                                    <p:cond delay="0"/>
                                  </p:stCondLst>
                                  <p:childTnLst>
                                    <p:set>
                                      <p:cBhvr>
                                        <p:cTn id="155" dur="1" fill="hold">
                                          <p:stCondLst>
                                            <p:cond delay="0"/>
                                          </p:stCondLst>
                                        </p:cTn>
                                        <p:tgtEl>
                                          <p:spTgt spid="134"/>
                                        </p:tgtEl>
                                        <p:attrNameLst>
                                          <p:attrName>style.visibility</p:attrName>
                                        </p:attrNameLst>
                                      </p:cBhvr>
                                      <p:to>
                                        <p:strVal val="hidden"/>
                                      </p:to>
                                    </p:set>
                                  </p:childTnLst>
                                </p:cTn>
                              </p:par>
                              <p:par>
                                <p:cTn id="156" presetID="1" presetClass="exit" presetSubtype="0" fill="hold" grpId="1" nodeType="withEffect">
                                  <p:stCondLst>
                                    <p:cond delay="0"/>
                                  </p:stCondLst>
                                  <p:childTnLst>
                                    <p:set>
                                      <p:cBhvr>
                                        <p:cTn id="157" dur="1" fill="hold">
                                          <p:stCondLst>
                                            <p:cond delay="0"/>
                                          </p:stCondLst>
                                        </p:cTn>
                                        <p:tgtEl>
                                          <p:spTgt spid="135"/>
                                        </p:tgtEl>
                                        <p:attrNameLst>
                                          <p:attrName>style.visibility</p:attrName>
                                        </p:attrNameLst>
                                      </p:cBhvr>
                                      <p:to>
                                        <p:strVal val="hidden"/>
                                      </p:to>
                                    </p:set>
                                  </p:childTnLst>
                                </p:cTn>
                              </p:par>
                              <p:par>
                                <p:cTn id="158" presetID="1" presetClass="exit" presetSubtype="0" fill="hold" grpId="1" nodeType="withEffect">
                                  <p:stCondLst>
                                    <p:cond delay="0"/>
                                  </p:stCondLst>
                                  <p:childTnLst>
                                    <p:set>
                                      <p:cBhvr>
                                        <p:cTn id="159" dur="1" fill="hold">
                                          <p:stCondLst>
                                            <p:cond delay="0"/>
                                          </p:stCondLst>
                                        </p:cTn>
                                        <p:tgtEl>
                                          <p:spTgt spid="136"/>
                                        </p:tgtEl>
                                        <p:attrNameLst>
                                          <p:attrName>style.visibility</p:attrName>
                                        </p:attrNameLst>
                                      </p:cBhvr>
                                      <p:to>
                                        <p:strVal val="hidden"/>
                                      </p:to>
                                    </p:set>
                                  </p:childTnLst>
                                </p:cTn>
                              </p:par>
                              <p:par>
                                <p:cTn id="160" presetID="1" presetClass="exit" presetSubtype="0" fill="hold" grpId="1" nodeType="withEffect">
                                  <p:stCondLst>
                                    <p:cond delay="0"/>
                                  </p:stCondLst>
                                  <p:childTnLst>
                                    <p:set>
                                      <p:cBhvr>
                                        <p:cTn id="161" dur="1" fill="hold">
                                          <p:stCondLst>
                                            <p:cond delay="0"/>
                                          </p:stCondLst>
                                        </p:cTn>
                                        <p:tgtEl>
                                          <p:spTgt spid="137"/>
                                        </p:tgtEl>
                                        <p:attrNameLst>
                                          <p:attrName>style.visibility</p:attrName>
                                        </p:attrNameLst>
                                      </p:cBhvr>
                                      <p:to>
                                        <p:strVal val="hidden"/>
                                      </p:to>
                                    </p:set>
                                  </p:childTnLst>
                                </p:cTn>
                              </p:par>
                              <p:par>
                                <p:cTn id="162" presetID="1" presetClass="exit" presetSubtype="0" fill="hold" grpId="1" nodeType="withEffect">
                                  <p:stCondLst>
                                    <p:cond delay="0"/>
                                  </p:stCondLst>
                                  <p:childTnLst>
                                    <p:set>
                                      <p:cBhvr>
                                        <p:cTn id="163" dur="1" fill="hold">
                                          <p:stCondLst>
                                            <p:cond delay="0"/>
                                          </p:stCondLst>
                                        </p:cTn>
                                        <p:tgtEl>
                                          <p:spTgt spid="138"/>
                                        </p:tgtEl>
                                        <p:attrNameLst>
                                          <p:attrName>style.visibility</p:attrName>
                                        </p:attrNameLst>
                                      </p:cBhvr>
                                      <p:to>
                                        <p:strVal val="hidden"/>
                                      </p:to>
                                    </p:set>
                                  </p:childTnLst>
                                </p:cTn>
                              </p:par>
                              <p:par>
                                <p:cTn id="164" presetID="1" presetClass="exit" presetSubtype="0" fill="hold" grpId="1" nodeType="withEffect">
                                  <p:stCondLst>
                                    <p:cond delay="0"/>
                                  </p:stCondLst>
                                  <p:childTnLst>
                                    <p:set>
                                      <p:cBhvr>
                                        <p:cTn id="165" dur="1" fill="hold">
                                          <p:stCondLst>
                                            <p:cond delay="0"/>
                                          </p:stCondLst>
                                        </p:cTn>
                                        <p:tgtEl>
                                          <p:spTgt spid="139"/>
                                        </p:tgtEl>
                                        <p:attrNameLst>
                                          <p:attrName>style.visibility</p:attrName>
                                        </p:attrNameLst>
                                      </p:cBhvr>
                                      <p:to>
                                        <p:strVal val="hidden"/>
                                      </p:to>
                                    </p:set>
                                  </p:childTnLst>
                                </p:cTn>
                              </p:par>
                              <p:par>
                                <p:cTn id="166" presetID="1" presetClass="exit" presetSubtype="0" fill="hold" grpId="1" nodeType="withEffect">
                                  <p:stCondLst>
                                    <p:cond delay="0"/>
                                  </p:stCondLst>
                                  <p:childTnLst>
                                    <p:set>
                                      <p:cBhvr>
                                        <p:cTn id="167" dur="1" fill="hold">
                                          <p:stCondLst>
                                            <p:cond delay="0"/>
                                          </p:stCondLst>
                                        </p:cTn>
                                        <p:tgtEl>
                                          <p:spTgt spid="140"/>
                                        </p:tgtEl>
                                        <p:attrNameLst>
                                          <p:attrName>style.visibility</p:attrName>
                                        </p:attrNameLst>
                                      </p:cBhvr>
                                      <p:to>
                                        <p:strVal val="hidden"/>
                                      </p:to>
                                    </p:set>
                                  </p:childTnLst>
                                </p:cTn>
                              </p:par>
                            </p:childTnLst>
                          </p:cTn>
                        </p:par>
                      </p:childTnLst>
                    </p:cTn>
                  </p:par>
                </p:childTnLst>
              </p:cTn>
              <p:nextCondLst>
                <p:cond evt="onClick" delay="0">
                  <p:tgtEl>
                    <p:spTgt spid="156"/>
                  </p:tgtEl>
                </p:cond>
              </p:nextCondLst>
            </p:seq>
            <p:seq concurrent="1" nextAc="seek">
              <p:cTn id="168" restart="whenNotActive" fill="hold" evtFilter="cancelBubble" nodeType="interactiveSeq">
                <p:stCondLst>
                  <p:cond evt="onClick" delay="0">
                    <p:tgtEl>
                      <p:spTgt spid="158"/>
                    </p:tgtEl>
                  </p:cond>
                </p:stCondLst>
                <p:endSync evt="end" delay="0">
                  <p:rtn val="all"/>
                </p:endSync>
                <p:childTnLst>
                  <p:par>
                    <p:cTn id="169" fill="hold">
                      <p:stCondLst>
                        <p:cond delay="0"/>
                      </p:stCondLst>
                      <p:childTnLst>
                        <p:par>
                          <p:cTn id="170" fill="hold">
                            <p:stCondLst>
                              <p:cond delay="0"/>
                            </p:stCondLst>
                            <p:childTnLst>
                              <p:par>
                                <p:cTn id="171" presetID="1" presetClass="exit" presetSubtype="0" fill="hold" grpId="0" nodeType="clickEffect">
                                  <p:stCondLst>
                                    <p:cond delay="0"/>
                                  </p:stCondLst>
                                  <p:childTnLst>
                                    <p:set>
                                      <p:cBhvr>
                                        <p:cTn id="172" dur="1" fill="hold">
                                          <p:stCondLst>
                                            <p:cond delay="0"/>
                                          </p:stCondLst>
                                        </p:cTn>
                                        <p:tgtEl>
                                          <p:spTgt spid="158"/>
                                        </p:tgtEl>
                                        <p:attrNameLst>
                                          <p:attrName>style.visibility</p:attrName>
                                        </p:attrNameLst>
                                      </p:cBhvr>
                                      <p:to>
                                        <p:strVal val="hidden"/>
                                      </p:to>
                                    </p:set>
                                  </p:childTnLst>
                                </p:cTn>
                              </p:par>
                            </p:childTnLst>
                          </p:cTn>
                        </p:par>
                      </p:childTnLst>
                    </p:cTn>
                  </p:par>
                </p:childTnLst>
              </p:cTn>
              <p:nextCondLst>
                <p:cond evt="onClick" delay="0">
                  <p:tgtEl>
                    <p:spTgt spid="158"/>
                  </p:tgtEl>
                </p:cond>
              </p:nextCondLst>
            </p:seq>
          </p:childTnLst>
        </p:cTn>
      </p:par>
    </p:tnLst>
    <p:bldLst>
      <p:bldP spid="113" grpId="0" animBg="1"/>
      <p:bldP spid="113" grpId="1" animBg="1"/>
      <p:bldP spid="114" grpId="0" animBg="1"/>
      <p:bldP spid="114" grpId="1" animBg="1"/>
      <p:bldP spid="115" grpId="0" animBg="1"/>
      <p:bldP spid="115" grpId="1" animBg="1"/>
      <p:bldP spid="132" grpId="0" animBg="1"/>
      <p:bldP spid="132" grpId="1" animBg="1"/>
      <p:bldP spid="133" grpId="0" animBg="1"/>
      <p:bldP spid="133" grpId="1" animBg="1"/>
      <p:bldP spid="134" grpId="0" animBg="1"/>
      <p:bldP spid="134" grpId="1" animBg="1"/>
      <p:bldP spid="135" grpId="0" animBg="1"/>
      <p:bldP spid="135" grpId="1" animBg="1"/>
      <p:bldP spid="136" grpId="0" animBg="1"/>
      <p:bldP spid="136" grpId="1" animBg="1"/>
      <p:bldP spid="137" grpId="0" animBg="1"/>
      <p:bldP spid="137" grpId="1"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animBg="1"/>
      <p:bldP spid="47" grpId="1" animBg="1"/>
      <p:bldP spid="110" grpId="0" animBg="1"/>
      <p:bldP spid="110" grpId="1" animBg="1"/>
      <p:bldP spid="111" grpId="0" animBg="1"/>
      <p:bldP spid="111" grpId="1" animBg="1"/>
      <p:bldP spid="112" grpId="0" animBg="1"/>
      <p:bldP spid="112" grpId="1" animBg="1"/>
      <p:bldP spid="138" grpId="0" animBg="1"/>
      <p:bldP spid="138" grpId="1" animBg="1"/>
      <p:bldP spid="139" grpId="0" animBg="1"/>
      <p:bldP spid="139" grpId="1" animBg="1"/>
      <p:bldP spid="140" grpId="0" animBg="1"/>
      <p:bldP spid="140" grpId="1" animBg="1"/>
      <p:bldP spid="158" grpId="0" animBg="1"/>
      <p:bldP spid="158"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4ABE3-07DD-18C2-62D1-973C59D983C3}"/>
              </a:ext>
            </a:extLst>
          </p:cNvPr>
          <p:cNvSpPr>
            <a:spLocks noGrp="1"/>
          </p:cNvSpPr>
          <p:nvPr>
            <p:ph type="title"/>
          </p:nvPr>
        </p:nvSpPr>
        <p:spPr/>
        <p:txBody>
          <a:bodyPr/>
          <a:lstStyle/>
          <a:p>
            <a:r>
              <a:rPr lang="en-GB" dirty="0"/>
              <a:t>Exercise 			</a:t>
            </a:r>
          </a:p>
        </p:txBody>
      </p:sp>
      <p:sp>
        <p:nvSpPr>
          <p:cNvPr id="34" name="TextBox 33">
            <a:extLst>
              <a:ext uri="{FF2B5EF4-FFF2-40B4-BE49-F238E27FC236}">
                <a16:creationId xmlns:a16="http://schemas.microsoft.com/office/drawing/2014/main" id="{770A5FDD-113C-9924-0451-E607D856051E}"/>
              </a:ext>
            </a:extLst>
          </p:cNvPr>
          <p:cNvSpPr txBox="1"/>
          <p:nvPr/>
        </p:nvSpPr>
        <p:spPr>
          <a:xfrm>
            <a:off x="597584" y="696583"/>
            <a:ext cx="8266421" cy="646331"/>
          </a:xfrm>
          <a:prstGeom prst="rect">
            <a:avLst/>
          </a:prstGeom>
          <a:noFill/>
        </p:spPr>
        <p:txBody>
          <a:bodyPr wrap="square" rtlCol="0">
            <a:spAutoFit/>
          </a:bodyPr>
          <a:lstStyle/>
          <a:p>
            <a:r>
              <a:rPr lang="en-US" dirty="0"/>
              <a:t>Match the equivalent statements on the left to those on the right.</a:t>
            </a:r>
          </a:p>
          <a:p>
            <a:r>
              <a:rPr lang="en-GB" dirty="0"/>
              <a:t>There are two blank spaces. Fill in the blanks.</a:t>
            </a:r>
          </a:p>
        </p:txBody>
      </p:sp>
      <mc:AlternateContent xmlns:mc="http://schemas.openxmlformats.org/markup-compatibility/2006" xmlns:a14="http://schemas.microsoft.com/office/drawing/2010/main">
        <mc:Choice Requires="a14">
          <p:graphicFrame>
            <p:nvGraphicFramePr>
              <p:cNvPr id="35" name="Table 34">
                <a:extLst>
                  <a:ext uri="{FF2B5EF4-FFF2-40B4-BE49-F238E27FC236}">
                    <a16:creationId xmlns:a16="http://schemas.microsoft.com/office/drawing/2014/main" id="{4E9504A2-FD9C-0AC7-C7F1-1FC8E6B2C080}"/>
                  </a:ext>
                </a:extLst>
              </p:cNvPr>
              <p:cNvGraphicFramePr>
                <a:graphicFrameLocks noGrp="1"/>
              </p:cNvGraphicFramePr>
              <p:nvPr>
                <p:extLst>
                  <p:ext uri="{D42A27DB-BD31-4B8C-83A1-F6EECF244321}">
                    <p14:modId xmlns:p14="http://schemas.microsoft.com/office/powerpoint/2010/main" val="2193332294"/>
                  </p:ext>
                </p:extLst>
              </p:nvPr>
            </p:nvGraphicFramePr>
            <p:xfrm>
              <a:off x="1973178" y="1522984"/>
              <a:ext cx="5380523" cy="4558921"/>
            </p:xfrm>
            <a:graphic>
              <a:graphicData uri="http://schemas.openxmlformats.org/drawingml/2006/table">
                <a:tbl>
                  <a:tblPr firstRow="1" bandRow="1">
                    <a:tableStyleId>{5C22544A-7EE6-4342-B048-85BDC9FD1C3A}</a:tableStyleId>
                  </a:tblPr>
                  <a:tblGrid>
                    <a:gridCol w="2463217">
                      <a:extLst>
                        <a:ext uri="{9D8B030D-6E8A-4147-A177-3AD203B41FA5}">
                          <a16:colId xmlns:a16="http://schemas.microsoft.com/office/drawing/2014/main" val="4149101204"/>
                        </a:ext>
                      </a:extLst>
                    </a:gridCol>
                    <a:gridCol w="423920">
                      <a:extLst>
                        <a:ext uri="{9D8B030D-6E8A-4147-A177-3AD203B41FA5}">
                          <a16:colId xmlns:a16="http://schemas.microsoft.com/office/drawing/2014/main" val="1949519981"/>
                        </a:ext>
                      </a:extLst>
                    </a:gridCol>
                    <a:gridCol w="2493386">
                      <a:extLst>
                        <a:ext uri="{9D8B030D-6E8A-4147-A177-3AD203B41FA5}">
                          <a16:colId xmlns:a16="http://schemas.microsoft.com/office/drawing/2014/main" val="969821155"/>
                        </a:ext>
                      </a:extLst>
                    </a:gridCol>
                  </a:tblGrid>
                  <a:tr h="370840">
                    <a:tc>
                      <a:txBody>
                        <a:bodyPr/>
                        <a:lstStyle/>
                        <a:p>
                          <a:pPr algn="l"/>
                          <a14:m>
                            <m:oMathPara xmlns:m="http://schemas.openxmlformats.org/officeDocument/2006/math">
                              <m:oMathParaPr>
                                <m:jc m:val="centerGroup"/>
                              </m:oMathParaPr>
                              <m:oMath xmlns:m="http://schemas.openxmlformats.org/officeDocument/2006/math">
                                <m:sSup>
                                  <m:sSupPr>
                                    <m:ctrlPr>
                                      <a:rPr lang="en-GB" sz="1800" b="0" i="1" smtClean="0">
                                        <a:solidFill>
                                          <a:schemeClr val="tx1"/>
                                        </a:solidFill>
                                        <a:latin typeface="Cambria Math" panose="02040503050406030204" pitchFamily="18" charset="0"/>
                                      </a:rPr>
                                    </m:ctrlPr>
                                  </m:sSupPr>
                                  <m:e>
                                    <m:r>
                                      <a:rPr lang="en-GB" sz="1800" b="0" i="1" smtClean="0">
                                        <a:solidFill>
                                          <a:schemeClr val="tx1"/>
                                        </a:solidFill>
                                        <a:latin typeface="Cambria Math" panose="02040503050406030204" pitchFamily="18" charset="0"/>
                                      </a:rPr>
                                      <m:t>3</m:t>
                                    </m:r>
                                  </m:e>
                                  <m:sup>
                                    <m:r>
                                      <a:rPr lang="en-GB" sz="1800" b="0" i="1" smtClean="0">
                                        <a:solidFill>
                                          <a:schemeClr val="tx1"/>
                                        </a:solidFill>
                                        <a:latin typeface="Cambria Math" panose="02040503050406030204" pitchFamily="18" charset="0"/>
                                      </a:rPr>
                                      <m:t>−1</m:t>
                                    </m:r>
                                  </m:sup>
                                </m:sSup>
                              </m:oMath>
                            </m:oMathPara>
                          </a14:m>
                          <a:endParaRPr lang="en-GB" sz="18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b="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14:m>
                            <m:oMathPara xmlns:m="http://schemas.openxmlformats.org/officeDocument/2006/math">
                              <m:oMathParaPr>
                                <m:jc m:val="centerGroup"/>
                              </m:oMathParaPr>
                              <m:oMath xmlns:m="http://schemas.openxmlformats.org/officeDocument/2006/math">
                                <m:f>
                                  <m:fPr>
                                    <m:ctrlPr>
                                      <a:rPr lang="en-GB" sz="1800" b="0" i="1" smtClean="0">
                                        <a:solidFill>
                                          <a:schemeClr val="tx1"/>
                                        </a:solidFill>
                                        <a:latin typeface="Cambria Math" panose="02040503050406030204" pitchFamily="18" charset="0"/>
                                      </a:rPr>
                                    </m:ctrlPr>
                                  </m:fPr>
                                  <m:num>
                                    <m:r>
                                      <a:rPr lang="en-GB" sz="1800" b="0" i="1" smtClean="0">
                                        <a:solidFill>
                                          <a:schemeClr val="tx1"/>
                                        </a:solidFill>
                                        <a:latin typeface="Cambria Math" panose="02040503050406030204" pitchFamily="18" charset="0"/>
                                      </a:rPr>
                                      <m:t>25</m:t>
                                    </m:r>
                                  </m:num>
                                  <m:den>
                                    <m:r>
                                      <a:rPr lang="en-GB" sz="1800" b="0" i="1" smtClean="0">
                                        <a:solidFill>
                                          <a:schemeClr val="tx1"/>
                                        </a:solidFill>
                                        <a:latin typeface="Cambria Math" panose="02040503050406030204" pitchFamily="18" charset="0"/>
                                      </a:rPr>
                                      <m:t>4</m:t>
                                    </m:r>
                                  </m:den>
                                </m:f>
                              </m:oMath>
                            </m:oMathPara>
                          </a14:m>
                          <a:endParaRPr lang="en-GB" sz="18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2940245"/>
                      </a:ext>
                    </a:extLst>
                  </a:tr>
                  <a:tr h="370840">
                    <a:tc>
                      <a:txBody>
                        <a:bodyPr/>
                        <a:lstStyle/>
                        <a:p>
                          <a:pPr algn="l"/>
                          <a14:m>
                            <m:oMathPara xmlns:m="http://schemas.openxmlformats.org/officeDocument/2006/math">
                              <m:oMathParaPr>
                                <m:jc m:val="centerGroup"/>
                              </m:oMathParaPr>
                              <m:oMath xmlns:m="http://schemas.openxmlformats.org/officeDocument/2006/math">
                                <m:sSup>
                                  <m:sSupPr>
                                    <m:ctrlPr>
                                      <a:rPr lang="en-GB" sz="1800" b="0" i="1" smtClean="0">
                                        <a:solidFill>
                                          <a:schemeClr val="tx1"/>
                                        </a:solidFill>
                                        <a:latin typeface="Cambria Math" panose="02040503050406030204" pitchFamily="18" charset="0"/>
                                      </a:rPr>
                                    </m:ctrlPr>
                                  </m:sSupPr>
                                  <m:e>
                                    <m:r>
                                      <a:rPr lang="en-GB" sz="1800" b="0" i="1" smtClean="0">
                                        <a:solidFill>
                                          <a:schemeClr val="tx1"/>
                                        </a:solidFill>
                                        <a:latin typeface="Cambria Math" panose="02040503050406030204" pitchFamily="18" charset="0"/>
                                      </a:rPr>
                                      <m:t>2</m:t>
                                    </m:r>
                                  </m:e>
                                  <m:sup>
                                    <m:r>
                                      <a:rPr lang="en-GB" sz="1800" b="1" i="1" smtClean="0">
                                        <a:solidFill>
                                          <a:schemeClr val="tx1"/>
                                        </a:solidFill>
                                        <a:latin typeface="Cambria Math" panose="02040503050406030204" pitchFamily="18" charset="0"/>
                                      </a:rPr>
                                      <m:t>−</m:t>
                                    </m:r>
                                    <m:r>
                                      <a:rPr lang="en-GB" sz="1800" b="1" i="1" smtClean="0">
                                        <a:solidFill>
                                          <a:schemeClr val="tx1"/>
                                        </a:solidFill>
                                        <a:latin typeface="Cambria Math" panose="02040503050406030204" pitchFamily="18" charset="0"/>
                                      </a:rPr>
                                      <m:t>𝟐</m:t>
                                    </m:r>
                                  </m:sup>
                                </m:sSup>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14:m>
                            <m:oMathPara xmlns:m="http://schemas.openxmlformats.org/officeDocument/2006/math">
                              <m:oMathParaPr>
                                <m:jc m:val="centerGroup"/>
                              </m:oMathParaPr>
                              <m:oMath xmlns:m="http://schemas.openxmlformats.org/officeDocument/2006/math">
                                <m:f>
                                  <m:fPr>
                                    <m:ctrlPr>
                                      <a:rPr lang="en-GB" sz="1800" b="0" i="1" smtClean="0">
                                        <a:solidFill>
                                          <a:schemeClr val="tx1"/>
                                        </a:solidFill>
                                        <a:latin typeface="Cambria Math" panose="02040503050406030204" pitchFamily="18" charset="0"/>
                                      </a:rPr>
                                    </m:ctrlPr>
                                  </m:fPr>
                                  <m:num>
                                    <m:r>
                                      <a:rPr lang="en-GB" sz="1800" b="0" i="1" smtClean="0">
                                        <a:solidFill>
                                          <a:schemeClr val="tx1"/>
                                        </a:solidFill>
                                        <a:latin typeface="Cambria Math" panose="02040503050406030204" pitchFamily="18" charset="0"/>
                                      </a:rPr>
                                      <m:t>1</m:t>
                                    </m:r>
                                  </m:num>
                                  <m:den>
                                    <m:r>
                                      <a:rPr lang="en-GB" sz="1800" b="0" i="1" smtClean="0">
                                        <a:solidFill>
                                          <a:schemeClr val="tx1"/>
                                        </a:solidFill>
                                        <a:latin typeface="Cambria Math" panose="02040503050406030204" pitchFamily="18" charset="0"/>
                                      </a:rPr>
                                      <m:t>4</m:t>
                                    </m:r>
                                  </m:den>
                                </m:f>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1605887"/>
                      </a:ext>
                    </a:extLst>
                  </a:tr>
                  <a:tr h="370840">
                    <a:tc>
                      <a:txBody>
                        <a:bodyPr/>
                        <a:lstStyle/>
                        <a:p>
                          <a:pPr algn="l"/>
                          <a14:m>
                            <m:oMathPara xmlns:m="http://schemas.openxmlformats.org/officeDocument/2006/math">
                              <m:oMathParaPr>
                                <m:jc m:val="centerGroup"/>
                              </m:oMathParaPr>
                              <m:oMath xmlns:m="http://schemas.openxmlformats.org/officeDocument/2006/math">
                                <m:sSup>
                                  <m:sSupPr>
                                    <m:ctrlPr>
                                      <a:rPr lang="en-GB" sz="1800" b="0" i="1" smtClean="0">
                                        <a:solidFill>
                                          <a:schemeClr val="tx1"/>
                                        </a:solidFill>
                                        <a:latin typeface="Cambria Math" panose="02040503050406030204" pitchFamily="18" charset="0"/>
                                      </a:rPr>
                                    </m:ctrlPr>
                                  </m:sSupPr>
                                  <m:e>
                                    <m:d>
                                      <m:dPr>
                                        <m:ctrlPr>
                                          <a:rPr lang="en-GB" sz="1800" b="0" i="1" smtClean="0">
                                            <a:solidFill>
                                              <a:schemeClr val="tx1"/>
                                            </a:solidFill>
                                            <a:latin typeface="Cambria Math" panose="02040503050406030204" pitchFamily="18" charset="0"/>
                                          </a:rPr>
                                        </m:ctrlPr>
                                      </m:dPr>
                                      <m:e>
                                        <m:r>
                                          <a:rPr lang="en-GB" sz="1800" b="0" i="1" smtClean="0">
                                            <a:solidFill>
                                              <a:schemeClr val="tx1"/>
                                            </a:solidFill>
                                            <a:latin typeface="Cambria Math" panose="02040503050406030204" pitchFamily="18" charset="0"/>
                                          </a:rPr>
                                          <m:t>−4</m:t>
                                        </m:r>
                                      </m:e>
                                    </m:d>
                                  </m:e>
                                  <m:sup>
                                    <m:r>
                                      <a:rPr lang="en-GB" sz="1800" b="0" i="1" smtClean="0">
                                        <a:solidFill>
                                          <a:schemeClr val="tx1"/>
                                        </a:solidFill>
                                        <a:latin typeface="Cambria Math" panose="02040503050406030204" pitchFamily="18" charset="0"/>
                                      </a:rPr>
                                      <m:t>−2</m:t>
                                    </m:r>
                                  </m:sup>
                                </m:sSup>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14:m>
                            <m:oMathPara xmlns:m="http://schemas.openxmlformats.org/officeDocument/2006/math">
                              <m:oMathParaPr>
                                <m:jc m:val="centerGroup"/>
                              </m:oMathParaPr>
                              <m:oMath xmlns:m="http://schemas.openxmlformats.org/officeDocument/2006/math">
                                <m:f>
                                  <m:fPr>
                                    <m:ctrlPr>
                                      <a:rPr lang="en-GB" sz="1800" b="0" i="1" smtClean="0">
                                        <a:solidFill>
                                          <a:schemeClr val="tx1"/>
                                        </a:solidFill>
                                        <a:latin typeface="Cambria Math" panose="02040503050406030204" pitchFamily="18" charset="0"/>
                                      </a:rPr>
                                    </m:ctrlPr>
                                  </m:fPr>
                                  <m:num>
                                    <m:r>
                                      <a:rPr lang="en-GB" sz="1800" b="0" i="1" smtClean="0">
                                        <a:solidFill>
                                          <a:schemeClr val="tx1"/>
                                        </a:solidFill>
                                        <a:latin typeface="Cambria Math" panose="02040503050406030204" pitchFamily="18" charset="0"/>
                                      </a:rPr>
                                      <m:t>10000</m:t>
                                    </m:r>
                                  </m:num>
                                  <m:den>
                                    <m:r>
                                      <a:rPr lang="en-GB" sz="1800" b="0" i="1" smtClean="0">
                                        <a:solidFill>
                                          <a:schemeClr val="tx1"/>
                                        </a:solidFill>
                                        <a:latin typeface="Cambria Math" panose="02040503050406030204" pitchFamily="18" charset="0"/>
                                      </a:rPr>
                                      <m:t>27</m:t>
                                    </m:r>
                                  </m:den>
                                </m:f>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166967"/>
                      </a:ext>
                    </a:extLst>
                  </a:tr>
                  <a:tr h="370840">
                    <a:tc>
                      <a:txBody>
                        <a:bodyPr/>
                        <a:lstStyle/>
                        <a:p>
                          <a:pPr algn="l"/>
                          <a14:m>
                            <m:oMathPara xmlns:m="http://schemas.openxmlformats.org/officeDocument/2006/math">
                              <m:oMathParaPr>
                                <m:jc m:val="centerGroup"/>
                              </m:oMathParaPr>
                              <m:oMath xmlns:m="http://schemas.openxmlformats.org/officeDocument/2006/math">
                                <m:sSup>
                                  <m:sSupPr>
                                    <m:ctrlPr>
                                      <a:rPr lang="en-GB" sz="1800" b="0" i="1" smtClean="0">
                                        <a:solidFill>
                                          <a:schemeClr val="tx1"/>
                                        </a:solidFill>
                                        <a:latin typeface="Cambria Math" panose="02040503050406030204" pitchFamily="18" charset="0"/>
                                      </a:rPr>
                                    </m:ctrlPr>
                                  </m:sSupPr>
                                  <m:e>
                                    <m:d>
                                      <m:dPr>
                                        <m:ctrlPr>
                                          <a:rPr lang="en-GB" sz="1800" b="0" i="1" smtClean="0">
                                            <a:solidFill>
                                              <a:schemeClr val="tx1"/>
                                            </a:solidFill>
                                            <a:latin typeface="Cambria Math" panose="02040503050406030204" pitchFamily="18" charset="0"/>
                                          </a:rPr>
                                        </m:ctrlPr>
                                      </m:dPr>
                                      <m:e>
                                        <m:f>
                                          <m:fPr>
                                            <m:ctrlPr>
                                              <a:rPr lang="en-GB" sz="1800" b="0" i="1" smtClean="0">
                                                <a:solidFill>
                                                  <a:schemeClr val="tx1"/>
                                                </a:solidFill>
                                                <a:latin typeface="Cambria Math" panose="02040503050406030204" pitchFamily="18" charset="0"/>
                                              </a:rPr>
                                            </m:ctrlPr>
                                          </m:fPr>
                                          <m:num>
                                            <m:r>
                                              <a:rPr lang="en-GB" sz="1800" b="0" i="1" smtClean="0">
                                                <a:solidFill>
                                                  <a:schemeClr val="tx1"/>
                                                </a:solidFill>
                                                <a:latin typeface="Cambria Math" panose="02040503050406030204" pitchFamily="18" charset="0"/>
                                              </a:rPr>
                                              <m:t>2</m:t>
                                            </m:r>
                                          </m:num>
                                          <m:den>
                                            <m:r>
                                              <a:rPr lang="en-GB" sz="1800" b="0" i="1" smtClean="0">
                                                <a:solidFill>
                                                  <a:schemeClr val="tx1"/>
                                                </a:solidFill>
                                                <a:latin typeface="Cambria Math" panose="02040503050406030204" pitchFamily="18" charset="0"/>
                                              </a:rPr>
                                              <m:t>5</m:t>
                                            </m:r>
                                          </m:den>
                                        </m:f>
                                      </m:e>
                                    </m:d>
                                  </m:e>
                                  <m:sup>
                                    <m:r>
                                      <a:rPr lang="en-GB" sz="1800" b="0" i="1" smtClean="0">
                                        <a:solidFill>
                                          <a:schemeClr val="tx1"/>
                                        </a:solidFill>
                                        <a:latin typeface="Cambria Math" panose="02040503050406030204" pitchFamily="18" charset="0"/>
                                      </a:rPr>
                                      <m:t>−2</m:t>
                                    </m:r>
                                  </m:sup>
                                </m:sSup>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14:m>
                            <m:oMathPara xmlns:m="http://schemas.openxmlformats.org/officeDocument/2006/math">
                              <m:oMathParaPr>
                                <m:jc m:val="centerGroup"/>
                              </m:oMathParaPr>
                              <m:oMath xmlns:m="http://schemas.openxmlformats.org/officeDocument/2006/math">
                                <m:r>
                                  <a:rPr lang="en-GB" sz="1800" b="1" i="1" smtClean="0">
                                    <a:solidFill>
                                      <a:schemeClr val="tx1"/>
                                    </a:solidFill>
                                    <a:latin typeface="Cambria Math" panose="02040503050406030204" pitchFamily="18" charset="0"/>
                                  </a:rPr>
                                  <m:t>𝟐𝟕</m:t>
                                </m:r>
                              </m:oMath>
                            </m:oMathPara>
                          </a14:m>
                          <a:endParaRPr lang="en-GB" sz="1800" b="1"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5057113"/>
                      </a:ext>
                    </a:extLst>
                  </a:tr>
                  <a:tr h="370840">
                    <a:tc>
                      <a:txBody>
                        <a:bodyPr/>
                        <a:lstStyle/>
                        <a:p>
                          <a:pPr algn="l"/>
                          <a14:m>
                            <m:oMathPara xmlns:m="http://schemas.openxmlformats.org/officeDocument/2006/math">
                              <m:oMathParaPr>
                                <m:jc m:val="centerGroup"/>
                              </m:oMathParaPr>
                              <m:oMath xmlns:m="http://schemas.openxmlformats.org/officeDocument/2006/math">
                                <m:sSup>
                                  <m:sSupPr>
                                    <m:ctrlPr>
                                      <a:rPr lang="en-GB" sz="1800" b="0" i="1" smtClean="0">
                                        <a:solidFill>
                                          <a:schemeClr val="tx1"/>
                                        </a:solidFill>
                                        <a:latin typeface="Cambria Math" panose="02040503050406030204" pitchFamily="18" charset="0"/>
                                      </a:rPr>
                                    </m:ctrlPr>
                                  </m:sSupPr>
                                  <m:e>
                                    <m:r>
                                      <a:rPr lang="en-GB" sz="1800" b="0" i="1" smtClean="0">
                                        <a:solidFill>
                                          <a:schemeClr val="tx1"/>
                                        </a:solidFill>
                                        <a:latin typeface="Cambria Math" panose="02040503050406030204" pitchFamily="18" charset="0"/>
                                      </a:rPr>
                                      <m:t>0.3</m:t>
                                    </m:r>
                                  </m:e>
                                  <m:sup>
                                    <m:r>
                                      <a:rPr lang="en-GB" sz="1800" b="0" i="1" smtClean="0">
                                        <a:solidFill>
                                          <a:schemeClr val="tx1"/>
                                        </a:solidFill>
                                        <a:latin typeface="Cambria Math" panose="02040503050406030204" pitchFamily="18" charset="0"/>
                                      </a:rPr>
                                      <m:t>−4</m:t>
                                    </m:r>
                                  </m:sup>
                                </m:sSup>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14:m>
                            <m:oMathPara xmlns:m="http://schemas.openxmlformats.org/officeDocument/2006/math">
                              <m:oMathParaPr>
                                <m:jc m:val="centerGroup"/>
                              </m:oMathParaPr>
                              <m:oMath xmlns:m="http://schemas.openxmlformats.org/officeDocument/2006/math">
                                <m:f>
                                  <m:fPr>
                                    <m:ctrlPr>
                                      <a:rPr lang="en-GB" sz="1800" b="0" i="1" smtClean="0">
                                        <a:solidFill>
                                          <a:schemeClr val="tx1"/>
                                        </a:solidFill>
                                        <a:latin typeface="Cambria Math" panose="02040503050406030204" pitchFamily="18" charset="0"/>
                                      </a:rPr>
                                    </m:ctrlPr>
                                  </m:fPr>
                                  <m:num>
                                    <m:r>
                                      <a:rPr lang="en-GB" sz="1800" b="0" i="1" smtClean="0">
                                        <a:solidFill>
                                          <a:schemeClr val="tx1"/>
                                        </a:solidFill>
                                        <a:latin typeface="Cambria Math" panose="02040503050406030204" pitchFamily="18" charset="0"/>
                                      </a:rPr>
                                      <m:t>1</m:t>
                                    </m:r>
                                  </m:num>
                                  <m:den>
                                    <m:r>
                                      <a:rPr lang="en-GB" sz="1800" b="0" i="1" smtClean="0">
                                        <a:solidFill>
                                          <a:schemeClr val="tx1"/>
                                        </a:solidFill>
                                        <a:latin typeface="Cambria Math" panose="02040503050406030204" pitchFamily="18" charset="0"/>
                                      </a:rPr>
                                      <m:t>3</m:t>
                                    </m:r>
                                  </m:den>
                                </m:f>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373075"/>
                      </a:ext>
                    </a:extLst>
                  </a:tr>
                  <a:tr h="370840">
                    <a:tc>
                      <a:txBody>
                        <a:bodyPr/>
                        <a:lstStyle/>
                        <a:p>
                          <a:pPr algn="l"/>
                          <a14:m>
                            <m:oMathPara xmlns:m="http://schemas.openxmlformats.org/officeDocument/2006/math">
                              <m:oMathParaPr>
                                <m:jc m:val="centerGroup"/>
                              </m:oMathParaPr>
                              <m:oMath xmlns:m="http://schemas.openxmlformats.org/officeDocument/2006/math">
                                <m:sSup>
                                  <m:sSupPr>
                                    <m:ctrlPr>
                                      <a:rPr lang="en-GB" sz="1800" b="0" i="1" smtClean="0">
                                        <a:solidFill>
                                          <a:schemeClr val="tx1"/>
                                        </a:solidFill>
                                        <a:latin typeface="Cambria Math" panose="02040503050406030204" pitchFamily="18" charset="0"/>
                                      </a:rPr>
                                    </m:ctrlPr>
                                  </m:sSupPr>
                                  <m:e>
                                    <m:d>
                                      <m:dPr>
                                        <m:ctrlPr>
                                          <a:rPr lang="en-GB" sz="1800" b="0" i="1" smtClean="0">
                                            <a:solidFill>
                                              <a:schemeClr val="tx1"/>
                                            </a:solidFill>
                                            <a:latin typeface="Cambria Math" panose="02040503050406030204" pitchFamily="18" charset="0"/>
                                          </a:rPr>
                                        </m:ctrlPr>
                                      </m:dPr>
                                      <m:e>
                                        <m:f>
                                          <m:fPr>
                                            <m:ctrlPr>
                                              <a:rPr lang="en-GB" sz="1800" b="0" i="1" smtClean="0">
                                                <a:solidFill>
                                                  <a:schemeClr val="tx1"/>
                                                </a:solidFill>
                                                <a:latin typeface="Cambria Math" panose="02040503050406030204" pitchFamily="18" charset="0"/>
                                              </a:rPr>
                                            </m:ctrlPr>
                                          </m:fPr>
                                          <m:num>
                                            <m:r>
                                              <a:rPr lang="en-GB" sz="1800" b="0" i="1" smtClean="0">
                                                <a:solidFill>
                                                  <a:schemeClr val="tx1"/>
                                                </a:solidFill>
                                                <a:latin typeface="Cambria Math" panose="02040503050406030204" pitchFamily="18" charset="0"/>
                                              </a:rPr>
                                              <m:t>1</m:t>
                                            </m:r>
                                          </m:num>
                                          <m:den>
                                            <m:r>
                                              <a:rPr lang="en-GB" sz="1800" b="0" i="1" smtClean="0">
                                                <a:solidFill>
                                                  <a:schemeClr val="tx1"/>
                                                </a:solidFill>
                                                <a:latin typeface="Cambria Math" panose="02040503050406030204" pitchFamily="18" charset="0"/>
                                              </a:rPr>
                                              <m:t>3</m:t>
                                            </m:r>
                                          </m:den>
                                        </m:f>
                                      </m:e>
                                    </m:d>
                                  </m:e>
                                  <m:sup>
                                    <m:r>
                                      <a:rPr lang="en-GB" sz="1800" b="0" i="1" smtClean="0">
                                        <a:solidFill>
                                          <a:schemeClr val="tx1"/>
                                        </a:solidFill>
                                        <a:latin typeface="Cambria Math" panose="02040503050406030204" pitchFamily="18" charset="0"/>
                                      </a:rPr>
                                      <m:t>−3</m:t>
                                    </m:r>
                                  </m:sup>
                                </m:sSup>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14:m>
                            <m:oMathPara xmlns:m="http://schemas.openxmlformats.org/officeDocument/2006/math">
                              <m:oMathParaPr>
                                <m:jc m:val="centerGroup"/>
                              </m:oMathParaPr>
                              <m:oMath xmlns:m="http://schemas.openxmlformats.org/officeDocument/2006/math">
                                <m:r>
                                  <a:rPr lang="en-GB" sz="1800" b="0" i="1" smtClean="0">
                                    <a:solidFill>
                                      <a:schemeClr val="tx1"/>
                                    </a:solidFill>
                                    <a:latin typeface="Cambria Math" panose="02040503050406030204" pitchFamily="18" charset="0"/>
                                  </a:rPr>
                                  <m:t>−64</m:t>
                                </m:r>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7012839"/>
                      </a:ext>
                    </a:extLst>
                  </a:tr>
                  <a:tr h="370840">
                    <a:tc>
                      <a:txBody>
                        <a:bodyPr/>
                        <a:lstStyle/>
                        <a:p>
                          <a:pPr algn="l"/>
                          <a14:m>
                            <m:oMathPara xmlns:m="http://schemas.openxmlformats.org/officeDocument/2006/math">
                              <m:oMathParaPr>
                                <m:jc m:val="centerGroup"/>
                              </m:oMathParaPr>
                              <m:oMath xmlns:m="http://schemas.openxmlformats.org/officeDocument/2006/math">
                                <m:sSup>
                                  <m:sSupPr>
                                    <m:ctrlPr>
                                      <a:rPr lang="en-GB" sz="1800" b="0" i="1" smtClean="0">
                                        <a:solidFill>
                                          <a:schemeClr val="tx1"/>
                                        </a:solidFill>
                                        <a:latin typeface="Cambria Math" panose="02040503050406030204" pitchFamily="18" charset="0"/>
                                      </a:rPr>
                                    </m:ctrlPr>
                                  </m:sSupPr>
                                  <m:e>
                                    <m:d>
                                      <m:dPr>
                                        <m:ctrlPr>
                                          <a:rPr lang="en-GB" sz="1800" b="0" i="1" smtClean="0">
                                            <a:solidFill>
                                              <a:schemeClr val="tx1"/>
                                            </a:solidFill>
                                            <a:latin typeface="Cambria Math" panose="02040503050406030204" pitchFamily="18" charset="0"/>
                                          </a:rPr>
                                        </m:ctrlPr>
                                      </m:dPr>
                                      <m:e>
                                        <m:r>
                                          <a:rPr lang="en-GB" sz="1800" b="0" i="1" smtClean="0">
                                            <a:solidFill>
                                              <a:schemeClr val="tx1"/>
                                            </a:solidFill>
                                            <a:latin typeface="Cambria Math" panose="02040503050406030204" pitchFamily="18" charset="0"/>
                                          </a:rPr>
                                          <m:t>−0.25</m:t>
                                        </m:r>
                                      </m:e>
                                    </m:d>
                                  </m:e>
                                  <m:sup>
                                    <m:r>
                                      <a:rPr lang="en-GB" sz="1800" b="0" i="1" smtClean="0">
                                        <a:solidFill>
                                          <a:schemeClr val="tx1"/>
                                        </a:solidFill>
                                        <a:latin typeface="Cambria Math" panose="02040503050406030204" pitchFamily="18" charset="0"/>
                                      </a:rPr>
                                      <m:t>−3</m:t>
                                    </m:r>
                                  </m:sup>
                                </m:sSup>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14:m>
                            <m:oMathPara xmlns:m="http://schemas.openxmlformats.org/officeDocument/2006/math">
                              <m:oMathParaPr>
                                <m:jc m:val="centerGroup"/>
                              </m:oMathParaPr>
                              <m:oMath xmlns:m="http://schemas.openxmlformats.org/officeDocument/2006/math">
                                <m:f>
                                  <m:fPr>
                                    <m:ctrlPr>
                                      <a:rPr lang="en-GB" sz="1800" b="0" i="1" smtClean="0">
                                        <a:solidFill>
                                          <a:schemeClr val="tx1"/>
                                        </a:solidFill>
                                        <a:latin typeface="Cambria Math" panose="02040503050406030204" pitchFamily="18" charset="0"/>
                                      </a:rPr>
                                    </m:ctrlPr>
                                  </m:fPr>
                                  <m:num>
                                    <m:r>
                                      <a:rPr lang="en-GB" sz="1800" b="0" i="1" smtClean="0">
                                        <a:solidFill>
                                          <a:schemeClr val="tx1"/>
                                        </a:solidFill>
                                        <a:latin typeface="Cambria Math" panose="02040503050406030204" pitchFamily="18" charset="0"/>
                                      </a:rPr>
                                      <m:t>1</m:t>
                                    </m:r>
                                  </m:num>
                                  <m:den>
                                    <m:r>
                                      <a:rPr lang="en-GB" sz="1800" b="0" i="1" smtClean="0">
                                        <a:solidFill>
                                          <a:schemeClr val="tx1"/>
                                        </a:solidFill>
                                        <a:latin typeface="Cambria Math" panose="02040503050406030204" pitchFamily="18" charset="0"/>
                                      </a:rPr>
                                      <m:t>16</m:t>
                                    </m:r>
                                  </m:den>
                                </m:f>
                              </m:oMath>
                            </m:oMathPara>
                          </a14:m>
                          <a:endParaRPr lang="en-GB"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4575070"/>
                      </a:ext>
                    </a:extLst>
                  </a:tr>
                </a:tbl>
              </a:graphicData>
            </a:graphic>
          </p:graphicFrame>
        </mc:Choice>
        <mc:Fallback xmlns="">
          <p:graphicFrame>
            <p:nvGraphicFramePr>
              <p:cNvPr id="35" name="Table 34">
                <a:extLst>
                  <a:ext uri="{FF2B5EF4-FFF2-40B4-BE49-F238E27FC236}">
                    <a16:creationId xmlns:a16="http://schemas.microsoft.com/office/drawing/2014/main" id="{4E9504A2-FD9C-0AC7-C7F1-1FC8E6B2C080}"/>
                  </a:ext>
                </a:extLst>
              </p:cNvPr>
              <p:cNvGraphicFramePr>
                <a:graphicFrameLocks noGrp="1"/>
              </p:cNvGraphicFramePr>
              <p:nvPr>
                <p:extLst>
                  <p:ext uri="{D42A27DB-BD31-4B8C-83A1-F6EECF244321}">
                    <p14:modId xmlns:p14="http://schemas.microsoft.com/office/powerpoint/2010/main" val="2193332294"/>
                  </p:ext>
                </p:extLst>
              </p:nvPr>
            </p:nvGraphicFramePr>
            <p:xfrm>
              <a:off x="1973178" y="1522984"/>
              <a:ext cx="5380523" cy="4558921"/>
            </p:xfrm>
            <a:graphic>
              <a:graphicData uri="http://schemas.openxmlformats.org/drawingml/2006/table">
                <a:tbl>
                  <a:tblPr firstRow="1" bandRow="1">
                    <a:tableStyleId>{5C22544A-7EE6-4342-B048-85BDC9FD1C3A}</a:tableStyleId>
                  </a:tblPr>
                  <a:tblGrid>
                    <a:gridCol w="2463217">
                      <a:extLst>
                        <a:ext uri="{9D8B030D-6E8A-4147-A177-3AD203B41FA5}">
                          <a16:colId xmlns:a16="http://schemas.microsoft.com/office/drawing/2014/main" val="4149101204"/>
                        </a:ext>
                      </a:extLst>
                    </a:gridCol>
                    <a:gridCol w="423920">
                      <a:extLst>
                        <a:ext uri="{9D8B030D-6E8A-4147-A177-3AD203B41FA5}">
                          <a16:colId xmlns:a16="http://schemas.microsoft.com/office/drawing/2014/main" val="1949519981"/>
                        </a:ext>
                      </a:extLst>
                    </a:gridCol>
                    <a:gridCol w="2493386">
                      <a:extLst>
                        <a:ext uri="{9D8B030D-6E8A-4147-A177-3AD203B41FA5}">
                          <a16:colId xmlns:a16="http://schemas.microsoft.com/office/drawing/2014/main" val="969821155"/>
                        </a:ext>
                      </a:extLst>
                    </a:gridCol>
                  </a:tblGrid>
                  <a:tr h="610553">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r="-118272" b="-649000"/>
                          </a:stretch>
                        </a:blipFill>
                      </a:tcPr>
                    </a:tc>
                    <a:tc>
                      <a:txBody>
                        <a:bodyPr/>
                        <a:lstStyle/>
                        <a:p>
                          <a:pPr algn="ctr"/>
                          <a:endParaRPr lang="en-GB" sz="1800" b="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15610" b="-649000"/>
                          </a:stretch>
                        </a:blipFill>
                      </a:tcPr>
                    </a:tc>
                    <a:extLst>
                      <a:ext uri="{0D108BD9-81ED-4DB2-BD59-A6C34878D82A}">
                        <a16:rowId xmlns:a16="http://schemas.microsoft.com/office/drawing/2014/main" val="2662940245"/>
                      </a:ext>
                    </a:extLst>
                  </a:tr>
                  <a:tr h="605028">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0000" r="-118272" b="-549000"/>
                          </a:stretch>
                        </a:blip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15610" t="-100000" b="-549000"/>
                          </a:stretch>
                        </a:blipFill>
                      </a:tcPr>
                    </a:tc>
                    <a:extLst>
                      <a:ext uri="{0D108BD9-81ED-4DB2-BD59-A6C34878D82A}">
                        <a16:rowId xmlns:a16="http://schemas.microsoft.com/office/drawing/2014/main" val="1061605887"/>
                      </a:ext>
                    </a:extLst>
                  </a:tr>
                  <a:tr h="605854">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02020" r="-118272" b="-454545"/>
                          </a:stretch>
                        </a:blip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15610" t="-202020" b="-454545"/>
                          </a:stretch>
                        </a:blipFill>
                      </a:tcPr>
                    </a:tc>
                    <a:extLst>
                      <a:ext uri="{0D108BD9-81ED-4DB2-BD59-A6C34878D82A}">
                        <a16:rowId xmlns:a16="http://schemas.microsoft.com/office/drawing/2014/main" val="2890166967"/>
                      </a:ext>
                    </a:extLst>
                  </a:tr>
                  <a:tr h="76193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39200" r="-118272" b="-260000"/>
                          </a:stretch>
                        </a:blip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15610" t="-239200" b="-260000"/>
                          </a:stretch>
                        </a:blipFill>
                      </a:tcPr>
                    </a:tc>
                    <a:extLst>
                      <a:ext uri="{0D108BD9-81ED-4DB2-BD59-A6C34878D82A}">
                        <a16:rowId xmlns:a16="http://schemas.microsoft.com/office/drawing/2014/main" val="1665057113"/>
                      </a:ext>
                    </a:extLst>
                  </a:tr>
                  <a:tr h="60680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24000" r="-118272" b="-225000"/>
                          </a:stretch>
                        </a:blip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15610" t="-424000" b="-225000"/>
                          </a:stretch>
                        </a:blipFill>
                      </a:tcPr>
                    </a:tc>
                    <a:extLst>
                      <a:ext uri="{0D108BD9-81ED-4DB2-BD59-A6C34878D82A}">
                        <a16:rowId xmlns:a16="http://schemas.microsoft.com/office/drawing/2014/main" val="456373075"/>
                      </a:ext>
                    </a:extLst>
                  </a:tr>
                  <a:tr h="761937">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419200" r="-118272" b="-80000"/>
                          </a:stretch>
                        </a:blip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15610" t="-419200" b="-80000"/>
                          </a:stretch>
                        </a:blipFill>
                      </a:tcPr>
                    </a:tc>
                    <a:extLst>
                      <a:ext uri="{0D108BD9-81ED-4DB2-BD59-A6C34878D82A}">
                        <a16:rowId xmlns:a16="http://schemas.microsoft.com/office/drawing/2014/main" val="857012839"/>
                      </a:ext>
                    </a:extLst>
                  </a:tr>
                  <a:tr h="606806">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649000" r="-118272"/>
                          </a:stretch>
                        </a:blipFill>
                      </a:tcPr>
                    </a:tc>
                    <a:tc>
                      <a:txBody>
                        <a:bodyPr/>
                        <a:lstStyle/>
                        <a:p>
                          <a:pPr algn="ctr"/>
                          <a:endParaRPr lang="en-GB" sz="180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15610" t="-649000"/>
                          </a:stretch>
                        </a:blipFill>
                      </a:tcPr>
                    </a:tc>
                    <a:extLst>
                      <a:ext uri="{0D108BD9-81ED-4DB2-BD59-A6C34878D82A}">
                        <a16:rowId xmlns:a16="http://schemas.microsoft.com/office/drawing/2014/main" val="934575070"/>
                      </a:ext>
                    </a:extLst>
                  </a:tr>
                </a:tbl>
              </a:graphicData>
            </a:graphic>
          </p:graphicFrame>
        </mc:Fallback>
      </mc:AlternateContent>
      <p:cxnSp>
        <p:nvCxnSpPr>
          <p:cNvPr id="37" name="Straight Connector 36">
            <a:extLst>
              <a:ext uri="{FF2B5EF4-FFF2-40B4-BE49-F238E27FC236}">
                <a16:creationId xmlns:a16="http://schemas.microsoft.com/office/drawing/2014/main" id="{74DC9155-231D-C3AE-A8AD-FD46E95D75A2}"/>
              </a:ext>
            </a:extLst>
          </p:cNvPr>
          <p:cNvCxnSpPr>
            <a:cxnSpLocks/>
          </p:cNvCxnSpPr>
          <p:nvPr/>
        </p:nvCxnSpPr>
        <p:spPr>
          <a:xfrm>
            <a:off x="3867936" y="2017189"/>
            <a:ext cx="1589588" cy="2362306"/>
          </a:xfrm>
          <a:prstGeom prst="line">
            <a:avLst/>
          </a:prstGeom>
          <a:ln w="19050"/>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3136132F-D306-93B4-AD4D-FAA480500363}"/>
              </a:ext>
            </a:extLst>
          </p:cNvPr>
          <p:cNvCxnSpPr>
            <a:cxnSpLocks/>
          </p:cNvCxnSpPr>
          <p:nvPr/>
        </p:nvCxnSpPr>
        <p:spPr>
          <a:xfrm>
            <a:off x="3793481" y="2395086"/>
            <a:ext cx="166404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96296B00-D6F1-DB11-0A70-557F0B48573A}"/>
              </a:ext>
            </a:extLst>
          </p:cNvPr>
          <p:cNvCxnSpPr>
            <a:cxnSpLocks/>
          </p:cNvCxnSpPr>
          <p:nvPr/>
        </p:nvCxnSpPr>
        <p:spPr>
          <a:xfrm>
            <a:off x="3817545" y="3104147"/>
            <a:ext cx="1716981" cy="2632510"/>
          </a:xfrm>
          <a:prstGeom prst="line">
            <a:avLst/>
          </a:prstGeom>
          <a:ln w="19050"/>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7C5C639A-EF58-B168-04C7-C5E1D190CD5C}"/>
              </a:ext>
            </a:extLst>
          </p:cNvPr>
          <p:cNvCxnSpPr>
            <a:cxnSpLocks/>
          </p:cNvCxnSpPr>
          <p:nvPr/>
        </p:nvCxnSpPr>
        <p:spPr>
          <a:xfrm flipV="1">
            <a:off x="3832547" y="1949580"/>
            <a:ext cx="1649041" cy="1866795"/>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CB5506E8-DD36-05A0-E129-47B956683025}"/>
              </a:ext>
            </a:extLst>
          </p:cNvPr>
          <p:cNvCxnSpPr>
            <a:cxnSpLocks/>
          </p:cNvCxnSpPr>
          <p:nvPr/>
        </p:nvCxnSpPr>
        <p:spPr>
          <a:xfrm flipV="1">
            <a:off x="3793481" y="3104147"/>
            <a:ext cx="1578261" cy="126091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D0C459C1-611B-BDF6-11B7-6D2786ACBF6A}"/>
              </a:ext>
            </a:extLst>
          </p:cNvPr>
          <p:cNvCxnSpPr>
            <a:cxnSpLocks/>
          </p:cNvCxnSpPr>
          <p:nvPr/>
        </p:nvCxnSpPr>
        <p:spPr>
          <a:xfrm flipV="1">
            <a:off x="3867936" y="3869820"/>
            <a:ext cx="1578261" cy="1260910"/>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E9C5FA20-353F-A725-08C7-0E1199C4CB1D}"/>
              </a:ext>
            </a:extLst>
          </p:cNvPr>
          <p:cNvCxnSpPr>
            <a:cxnSpLocks/>
          </p:cNvCxnSpPr>
          <p:nvPr/>
        </p:nvCxnSpPr>
        <p:spPr>
          <a:xfrm flipV="1">
            <a:off x="4000429" y="5130730"/>
            <a:ext cx="1406703" cy="685339"/>
          </a:xfrm>
          <a:prstGeom prst="line">
            <a:avLst/>
          </a:prstGeom>
          <a:ln w="19050"/>
        </p:spPr>
        <p:style>
          <a:lnRef idx="1">
            <a:schemeClr val="dk1"/>
          </a:lnRef>
          <a:fillRef idx="0">
            <a:schemeClr val="dk1"/>
          </a:fillRef>
          <a:effectRef idx="0">
            <a:schemeClr val="dk1"/>
          </a:effectRef>
          <a:fontRef idx="minor">
            <a:schemeClr val="tx1"/>
          </a:fontRef>
        </p:style>
      </p:cxnSp>
      <p:sp>
        <p:nvSpPr>
          <p:cNvPr id="50" name="Rectangle 49">
            <a:extLst>
              <a:ext uri="{FF2B5EF4-FFF2-40B4-BE49-F238E27FC236}">
                <a16:creationId xmlns:a16="http://schemas.microsoft.com/office/drawing/2014/main" id="{C6D404C2-A23E-D32C-8EA0-C4DC1C60358D}"/>
              </a:ext>
            </a:extLst>
          </p:cNvPr>
          <p:cNvSpPr/>
          <p:nvPr/>
        </p:nvSpPr>
        <p:spPr>
          <a:xfrm>
            <a:off x="3777912" y="1615099"/>
            <a:ext cx="1868430" cy="4374689"/>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800" b="1" i="0" u="none" strike="noStrike" kern="0" cap="none" spc="0" normalizeH="0" baseline="0" noProof="0" dirty="0">
                <a:ln>
                  <a:noFill/>
                </a:ln>
                <a:solidFill>
                  <a:prstClr val="white"/>
                </a:solidFill>
                <a:effectLst/>
                <a:uLnTx/>
                <a:uFillTx/>
                <a:latin typeface="Calibri"/>
                <a:ea typeface="+mn-ea"/>
                <a:cs typeface="+mn-cs"/>
              </a:rPr>
              <a:t>?</a:t>
            </a:r>
          </a:p>
        </p:txBody>
      </p:sp>
      <p:sp>
        <p:nvSpPr>
          <p:cNvPr id="51" name="Rectangle 50">
            <a:extLst>
              <a:ext uri="{FF2B5EF4-FFF2-40B4-BE49-F238E27FC236}">
                <a16:creationId xmlns:a16="http://schemas.microsoft.com/office/drawing/2014/main" id="{62527DE7-D981-FB75-4CC1-A986E6A372E0}"/>
              </a:ext>
            </a:extLst>
          </p:cNvPr>
          <p:cNvSpPr/>
          <p:nvPr/>
        </p:nvSpPr>
        <p:spPr>
          <a:xfrm>
            <a:off x="3174733" y="2233058"/>
            <a:ext cx="299987" cy="288762"/>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52" name="Rectangle 51">
            <a:extLst>
              <a:ext uri="{FF2B5EF4-FFF2-40B4-BE49-F238E27FC236}">
                <a16:creationId xmlns:a16="http://schemas.microsoft.com/office/drawing/2014/main" id="{2231CB0A-AB82-4C18-7AAE-B88FB77D24E8}"/>
              </a:ext>
            </a:extLst>
          </p:cNvPr>
          <p:cNvSpPr/>
          <p:nvPr/>
        </p:nvSpPr>
        <p:spPr>
          <a:xfrm>
            <a:off x="5948414" y="3578864"/>
            <a:ext cx="341460" cy="290956"/>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400" b="1" i="0" u="none" strike="noStrike" kern="0" cap="none" spc="0" normalizeH="0" baseline="0" noProof="0" dirty="0">
                <a:ln>
                  <a:noFill/>
                </a:ln>
                <a:solidFill>
                  <a:prstClr val="white"/>
                </a:solidFill>
                <a:effectLst/>
                <a:uLnTx/>
                <a:uFillTx/>
                <a:latin typeface="Calibri"/>
                <a:ea typeface="+mn-ea"/>
                <a:cs typeface="+mn-cs"/>
              </a:rPr>
              <a:t>?</a:t>
            </a:r>
          </a:p>
        </p:txBody>
      </p:sp>
      <p:sp>
        <p:nvSpPr>
          <p:cNvPr id="3" name="Rectangle: Rounded Corners 2">
            <a:extLst>
              <a:ext uri="{FF2B5EF4-FFF2-40B4-BE49-F238E27FC236}">
                <a16:creationId xmlns:a16="http://schemas.microsoft.com/office/drawing/2014/main" id="{CC7F329C-BB52-314E-159E-5D8C04A1CC97}"/>
              </a:ext>
            </a:extLst>
          </p:cNvPr>
          <p:cNvSpPr/>
          <p:nvPr/>
        </p:nvSpPr>
        <p:spPr>
          <a:xfrm>
            <a:off x="247199" y="730226"/>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4</a:t>
            </a:r>
          </a:p>
        </p:txBody>
      </p:sp>
      <p:sp>
        <p:nvSpPr>
          <p:cNvPr id="4" name="Title 1">
            <a:extLst>
              <a:ext uri="{FF2B5EF4-FFF2-40B4-BE49-F238E27FC236}">
                <a16:creationId xmlns:a16="http://schemas.microsoft.com/office/drawing/2014/main" id="{FBB0689D-0591-D75E-3F59-E76297F02CCC}"/>
              </a:ext>
            </a:extLst>
          </p:cNvPr>
          <p:cNvSpPr txBox="1">
            <a:spLocks/>
          </p:cNvSpPr>
          <p:nvPr/>
        </p:nvSpPr>
        <p:spPr>
          <a:xfrm>
            <a:off x="4276564" y="32695"/>
            <a:ext cx="3983050" cy="4490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bg1"/>
                </a:solidFill>
                <a:latin typeface="+mj-lt"/>
                <a:ea typeface="+mj-ea"/>
                <a:cs typeface="+mj-cs"/>
              </a:defRPr>
            </a:lvl1pPr>
          </a:lstStyle>
          <a:p>
            <a:r>
              <a:rPr lang="en-GB" sz="1800" dirty="0"/>
              <a:t>(Available as a separate worksheet)</a:t>
            </a:r>
          </a:p>
        </p:txBody>
      </p:sp>
      <p:sp>
        <p:nvSpPr>
          <p:cNvPr id="5" name="Rectangle 4">
            <a:extLst>
              <a:ext uri="{FF2B5EF4-FFF2-40B4-BE49-F238E27FC236}">
                <a16:creationId xmlns:a16="http://schemas.microsoft.com/office/drawing/2014/main" id="{D12B9B80-8531-5F18-D065-C1D77CFB9B4B}"/>
              </a:ext>
            </a:extLst>
          </p:cNvPr>
          <p:cNvSpPr/>
          <p:nvPr/>
        </p:nvSpPr>
        <p:spPr>
          <a:xfrm>
            <a:off x="8233491" y="56039"/>
            <a:ext cx="817169" cy="407462"/>
          </a:xfrm>
          <a:prstGeom prst="rect">
            <a:avLst/>
          </a:prstGeom>
          <a:solidFill>
            <a:schemeClr val="accent5">
              <a:lumMod val="20000"/>
              <a:lumOff val="80000"/>
            </a:schemeClr>
          </a:solidFill>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ysClr val="windowText" lastClr="000000"/>
                </a:solidFill>
                <a:effectLst/>
                <a:uLnTx/>
                <a:uFillTx/>
                <a:latin typeface="+mj-lt"/>
                <a:ea typeface="+mn-ea"/>
                <a:cs typeface="+mn-cs"/>
              </a:rPr>
              <a:t>Show all</a:t>
            </a:r>
            <a:r>
              <a:rPr kumimoji="0" lang="en-GB" sz="1200" b="1" i="0" u="none" strike="noStrike" kern="0" cap="none" spc="0" normalizeH="0" noProof="0" dirty="0">
                <a:ln>
                  <a:noFill/>
                </a:ln>
                <a:solidFill>
                  <a:sysClr val="windowText" lastClr="000000"/>
                </a:solidFill>
                <a:effectLst/>
                <a:uLnTx/>
                <a:uFillTx/>
                <a:latin typeface="+mj-lt"/>
                <a:ea typeface="+mn-ea"/>
                <a:cs typeface="+mn-cs"/>
              </a:rPr>
              <a:t> solutions</a:t>
            </a:r>
            <a:endParaRPr kumimoji="0" lang="en-GB" sz="1200" b="1" i="0" u="none" strike="noStrike" kern="0" cap="none" spc="0" normalizeH="0" baseline="0" noProof="0" dirty="0">
              <a:ln>
                <a:noFill/>
              </a:ln>
              <a:solidFill>
                <a:sysClr val="windowText" lastClr="000000"/>
              </a:solidFill>
              <a:effectLst/>
              <a:uLnTx/>
              <a:uFillTx/>
              <a:latin typeface="+mj-lt"/>
              <a:ea typeface="+mn-ea"/>
              <a:cs typeface="+mn-cs"/>
            </a:endParaRPr>
          </a:p>
        </p:txBody>
      </p:sp>
    </p:spTree>
    <p:extLst>
      <p:ext uri="{BB962C8B-B14F-4D97-AF65-F5344CB8AC3E}">
        <p14:creationId xmlns:p14="http://schemas.microsoft.com/office/powerpoint/2010/main" val="424090503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0"/>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hidden"/>
                                      </p:to>
                                    </p:set>
                                  </p:childTnLst>
                                </p:cTn>
                              </p:par>
                            </p:childTnLst>
                          </p:cTn>
                        </p:par>
                      </p:childTnLst>
                    </p:cTn>
                  </p:par>
                </p:childTnLst>
              </p:cTn>
              <p:nextCondLst>
                <p:cond evt="onClick" delay="0">
                  <p:tgtEl>
                    <p:spTgt spid="50"/>
                  </p:tgtEl>
                </p:cond>
              </p:nextCondLst>
            </p:seq>
            <p:seq concurrent="1" nextAc="seek">
              <p:cTn id="7" restart="whenNotActive" fill="hold" evtFilter="cancelBubble" nodeType="interactiveSeq">
                <p:stCondLst>
                  <p:cond evt="onClick" delay="0">
                    <p:tgtEl>
                      <p:spTgt spid="51"/>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51"/>
                                        </p:tgtEl>
                                        <p:attrNameLst>
                                          <p:attrName>style.visibility</p:attrName>
                                        </p:attrNameLst>
                                      </p:cBhvr>
                                      <p:to>
                                        <p:strVal val="hidden"/>
                                      </p:to>
                                    </p:set>
                                  </p:childTnLst>
                                </p:cTn>
                              </p:par>
                            </p:childTnLst>
                          </p:cTn>
                        </p:par>
                      </p:childTnLst>
                    </p:cTn>
                  </p:par>
                </p:childTnLst>
              </p:cTn>
              <p:nextCondLst>
                <p:cond evt="onClick" delay="0">
                  <p:tgtEl>
                    <p:spTgt spid="51"/>
                  </p:tgtEl>
                </p:cond>
              </p:nextCondLst>
            </p:seq>
            <p:seq concurrent="1" nextAc="seek">
              <p:cTn id="12" restart="whenNotActive" fill="hold" evtFilter="cancelBubble" nodeType="interactiveSeq">
                <p:stCondLst>
                  <p:cond evt="onClick" delay="0">
                    <p:tgtEl>
                      <p:spTgt spid="52"/>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hidden"/>
                                      </p:to>
                                    </p:set>
                                  </p:childTnLst>
                                </p:cTn>
                              </p:par>
                            </p:childTnLst>
                          </p:cTn>
                        </p:par>
                      </p:childTnLst>
                    </p:cTn>
                  </p:par>
                </p:childTnLst>
              </p:cTn>
              <p:nextCondLst>
                <p:cond evt="onClick" delay="0">
                  <p:tgtEl>
                    <p:spTgt spid="52"/>
                  </p:tgtEl>
                </p:cond>
              </p:nextCondLst>
            </p:seq>
            <p:seq concurrent="1" nextAc="seek">
              <p:cTn id="17" restart="whenNotActive" fill="hold" evtFilter="cancelBubble" nodeType="interactiveSeq">
                <p:stCondLst>
                  <p:cond evt="onClick" delay="0">
                    <p:tgtEl>
                      <p:spTgt spid="5"/>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1" nodeType="clickEffect">
                                  <p:stCondLst>
                                    <p:cond delay="0"/>
                                  </p:stCondLst>
                                  <p:childTnLst>
                                    <p:set>
                                      <p:cBhvr>
                                        <p:cTn id="21" dur="1" fill="hold">
                                          <p:stCondLst>
                                            <p:cond delay="0"/>
                                          </p:stCondLst>
                                        </p:cTn>
                                        <p:tgtEl>
                                          <p:spTgt spid="50"/>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51"/>
                                        </p:tgtEl>
                                        <p:attrNameLst>
                                          <p:attrName>style.visibility</p:attrName>
                                        </p:attrNameLst>
                                      </p:cBhvr>
                                      <p:to>
                                        <p:strVal val="hidden"/>
                                      </p:to>
                                    </p:set>
                                  </p:childTnLst>
                                </p:cTn>
                              </p:par>
                              <p:par>
                                <p:cTn id="24" presetID="1" presetClass="exit" presetSubtype="0" fill="hold" grpId="1" nodeType="withEffect">
                                  <p:stCondLst>
                                    <p:cond delay="0"/>
                                  </p:stCondLst>
                                  <p:childTnLst>
                                    <p:set>
                                      <p:cBhvr>
                                        <p:cTn id="25" dur="1" fill="hold">
                                          <p:stCondLst>
                                            <p:cond delay="0"/>
                                          </p:stCondLst>
                                        </p:cTn>
                                        <p:tgtEl>
                                          <p:spTgt spid="52"/>
                                        </p:tgtEl>
                                        <p:attrNameLst>
                                          <p:attrName>style.visibility</p:attrName>
                                        </p:attrNameLst>
                                      </p:cBhvr>
                                      <p:to>
                                        <p:strVal val="hidden"/>
                                      </p:to>
                                    </p:set>
                                  </p:childTnLst>
                                </p:cTn>
                              </p:par>
                            </p:childTnLst>
                          </p:cTn>
                        </p:par>
                      </p:childTnLst>
                    </p:cTn>
                  </p:par>
                </p:childTnLst>
              </p:cTn>
              <p:nextCondLst>
                <p:cond evt="onClick" delay="0">
                  <p:tgtEl>
                    <p:spTgt spid="5"/>
                  </p:tgtEl>
                </p:cond>
              </p:nextCondLst>
            </p:seq>
          </p:childTnLst>
        </p:cTn>
      </p:par>
    </p:tnLst>
    <p:bldLst>
      <p:bldP spid="50" grpId="0" animBg="1"/>
      <p:bldP spid="50" grpId="1" animBg="1"/>
      <p:bldP spid="51" grpId="0" animBg="1"/>
      <p:bldP spid="51" grpId="1" animBg="1"/>
      <p:bldP spid="52" grpId="0" animBg="1"/>
      <p:bldP spid="52"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4ABE3-07DD-18C2-62D1-973C59D983C3}"/>
              </a:ext>
            </a:extLst>
          </p:cNvPr>
          <p:cNvSpPr>
            <a:spLocks noGrp="1"/>
          </p:cNvSpPr>
          <p:nvPr>
            <p:ph type="title"/>
          </p:nvPr>
        </p:nvSpPr>
        <p:spPr/>
        <p:txBody>
          <a:bodyPr/>
          <a:lstStyle/>
          <a:p>
            <a:r>
              <a:rPr lang="en-GB" dirty="0"/>
              <a:t>Exercise 			</a:t>
            </a:r>
          </a:p>
        </p:txBody>
      </p:sp>
      <p:sp>
        <p:nvSpPr>
          <p:cNvPr id="3" name="TextBox 2">
            <a:extLst>
              <a:ext uri="{FF2B5EF4-FFF2-40B4-BE49-F238E27FC236}">
                <a16:creationId xmlns:a16="http://schemas.microsoft.com/office/drawing/2014/main" id="{ED653460-30CA-75ED-402B-E31C94BE220C}"/>
              </a:ext>
            </a:extLst>
          </p:cNvPr>
          <p:cNvSpPr txBox="1"/>
          <p:nvPr/>
        </p:nvSpPr>
        <p:spPr>
          <a:xfrm>
            <a:off x="644889" y="729504"/>
            <a:ext cx="2410052" cy="369332"/>
          </a:xfrm>
          <a:prstGeom prst="rect">
            <a:avLst/>
          </a:prstGeom>
          <a:noFill/>
        </p:spPr>
        <p:txBody>
          <a:bodyPr wrap="square" rtlCol="0">
            <a:spAutoFit/>
          </a:bodyPr>
          <a:lstStyle/>
          <a:p>
            <a:r>
              <a:rPr lang="en-GB" dirty="0"/>
              <a:t>Fill in the gaps: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5538604-DE25-1DFE-0C73-F38149B0D50D}"/>
                  </a:ext>
                </a:extLst>
              </p:cNvPr>
              <p:cNvSpPr txBox="1"/>
              <p:nvPr/>
            </p:nvSpPr>
            <p:spPr>
              <a:xfrm>
                <a:off x="5103263" y="2579022"/>
                <a:ext cx="99899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1" i="1" smtClean="0">
                          <a:latin typeface="Cambria Math" panose="02040503050406030204" pitchFamily="18" charset="0"/>
                        </a:rPr>
                        <m:t>𝒙</m:t>
                      </m:r>
                      <m:r>
                        <a:rPr lang="en-GB" b="1" i="1" smtClean="0">
                          <a:latin typeface="Cambria Math" panose="02040503050406030204" pitchFamily="18" charset="0"/>
                        </a:rPr>
                        <m:t>=−</m:t>
                      </m:r>
                      <m:r>
                        <a:rPr lang="en-GB" b="1" i="1" smtClean="0">
                          <a:latin typeface="Cambria Math" panose="02040503050406030204" pitchFamily="18" charset="0"/>
                        </a:rPr>
                        <m:t>𝟒</m:t>
                      </m:r>
                    </m:oMath>
                  </m:oMathPara>
                </a14:m>
                <a:endParaRPr lang="en-GB" b="1" dirty="0"/>
              </a:p>
            </p:txBody>
          </p:sp>
        </mc:Choice>
        <mc:Fallback xmlns="">
          <p:sp>
            <p:nvSpPr>
              <p:cNvPr id="13" name="TextBox 12">
                <a:extLst>
                  <a:ext uri="{FF2B5EF4-FFF2-40B4-BE49-F238E27FC236}">
                    <a16:creationId xmlns:a16="http://schemas.microsoft.com/office/drawing/2014/main" id="{45538604-DE25-1DFE-0C73-F38149B0D50D}"/>
                  </a:ext>
                </a:extLst>
              </p:cNvPr>
              <p:cNvSpPr txBox="1">
                <a:spLocks noRot="1" noChangeAspect="1" noMove="1" noResize="1" noEditPoints="1" noAdjustHandles="1" noChangeArrowheads="1" noChangeShapeType="1" noTextEdit="1"/>
              </p:cNvSpPr>
              <p:nvPr/>
            </p:nvSpPr>
            <p:spPr>
              <a:xfrm>
                <a:off x="5103263" y="2579022"/>
                <a:ext cx="998991"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ADD8DCF-E270-E901-E938-136F36FF1E36}"/>
                  </a:ext>
                </a:extLst>
              </p:cNvPr>
              <p:cNvSpPr txBox="1"/>
              <p:nvPr/>
            </p:nvSpPr>
            <p:spPr>
              <a:xfrm>
                <a:off x="3697986" y="2979436"/>
                <a:ext cx="3784144" cy="2990562"/>
              </a:xfrm>
              <a:prstGeom prst="rect">
                <a:avLst/>
              </a:prstGeom>
              <a:noFill/>
            </p:spPr>
            <p:txBody>
              <a:bodyPr wrap="square" rtlCol="0">
                <a:spAutoFit/>
              </a:bodyPr>
              <a:lstStyle/>
              <a:p>
                <a:r>
                  <a:rPr lang="en-GB" sz="1600" dirty="0"/>
                  <a:t>The best way to approach this to trial different values of </a:t>
                </a:r>
                <a14:m>
                  <m:oMath xmlns:m="http://schemas.openxmlformats.org/officeDocument/2006/math">
                    <m:r>
                      <a:rPr lang="en-GB" sz="1600" b="0" i="1" smtClean="0">
                        <a:latin typeface="Cambria Math" panose="02040503050406030204" pitchFamily="18" charset="0"/>
                      </a:rPr>
                      <m:t>𝑥</m:t>
                    </m:r>
                  </m:oMath>
                </a14:m>
                <a:r>
                  <a:rPr lang="en-GB" sz="1600" dirty="0"/>
                  <a:t>.</a:t>
                </a:r>
              </a:p>
              <a:p>
                <a:pPr/>
                <a14:m>
                  <m:oMathPara xmlns:m="http://schemas.openxmlformats.org/officeDocument/2006/math">
                    <m:oMathParaPr>
                      <m:jc m:val="centerGroup"/>
                    </m:oMathParaPr>
                    <m:oMath xmlns:m="http://schemas.openxmlformats.org/officeDocument/2006/math">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e>
                          </m:d>
                        </m:e>
                        <m:sup>
                          <m:r>
                            <a:rPr lang="en-GB" sz="1600" b="0" i="1" smtClean="0">
                              <a:latin typeface="Cambria Math" panose="02040503050406030204" pitchFamily="18" charset="0"/>
                            </a:rPr>
                            <m:t>−1</m:t>
                          </m:r>
                        </m:sup>
                      </m:sSup>
                      <m:r>
                        <a:rPr lang="en-GB" sz="1600" b="0" i="1" smtClean="0">
                          <a:latin typeface="Cambria Math" panose="02040503050406030204" pitchFamily="18" charset="0"/>
                        </a:rPr>
                        <m:t>=2</m:t>
                      </m:r>
                      <m:r>
                        <a:rPr lang="en-GB" sz="1600" b="0" i="1" smtClean="0">
                          <a:latin typeface="Cambria Math" panose="02040503050406030204" pitchFamily="18" charset="0"/>
                          <a:ea typeface="Cambria Math" panose="02040503050406030204" pitchFamily="18" charset="0"/>
                        </a:rPr>
                        <m:t>≠</m:t>
                      </m:r>
                      <m:sSup>
                        <m:sSupPr>
                          <m:ctrlPr>
                            <a:rPr lang="en-GB" sz="1600" b="0" i="1" smtClean="0">
                              <a:latin typeface="Cambria Math" panose="02040503050406030204" pitchFamily="18" charset="0"/>
                              <a:ea typeface="Cambria Math" panose="02040503050406030204" pitchFamily="18" charset="0"/>
                            </a:rPr>
                          </m:ctrlPr>
                        </m:sSupPr>
                        <m:e>
                          <m:d>
                            <m:dPr>
                              <m:ctrlPr>
                                <a:rPr lang="en-GB" sz="1600" b="0" i="1" smtClean="0">
                                  <a:latin typeface="Cambria Math" panose="02040503050406030204" pitchFamily="18" charset="0"/>
                                  <a:ea typeface="Cambria Math" panose="02040503050406030204" pitchFamily="18" charset="0"/>
                                </a:rPr>
                              </m:ctrlPr>
                            </m:dPr>
                            <m:e>
                              <m:r>
                                <a:rPr lang="en-GB" sz="1600" b="0" i="1" smtClean="0">
                                  <a:latin typeface="Cambria Math" panose="02040503050406030204" pitchFamily="18" charset="0"/>
                                  <a:ea typeface="Cambria Math" panose="02040503050406030204" pitchFamily="18" charset="0"/>
                                </a:rPr>
                                <m:t>−1</m:t>
                              </m:r>
                            </m:e>
                          </m:d>
                        </m:e>
                        <m:sup>
                          <m:r>
                            <a:rPr lang="en-GB" sz="1600" b="0" i="1" smtClean="0">
                              <a:latin typeface="Cambria Math" panose="02040503050406030204" pitchFamily="18" charset="0"/>
                              <a:ea typeface="Cambria Math" panose="02040503050406030204" pitchFamily="18" charset="0"/>
                            </a:rPr>
                            <m:t>2</m:t>
                          </m:r>
                        </m:sup>
                      </m:sSup>
                    </m:oMath>
                  </m:oMathPara>
                </a14:m>
                <a:endParaRPr lang="en-GB" sz="1600" b="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e>
                          </m:d>
                        </m:e>
                        <m:sup>
                          <m:r>
                            <a:rPr lang="en-GB" sz="1600" b="0" i="1" smtClean="0">
                              <a:latin typeface="Cambria Math" panose="02040503050406030204" pitchFamily="18" charset="0"/>
                            </a:rPr>
                            <m:t>−2</m:t>
                          </m:r>
                        </m:sup>
                      </m:sSup>
                      <m:r>
                        <a:rPr lang="en-GB" sz="1600" b="0" i="1" smtClean="0">
                          <a:latin typeface="Cambria Math" panose="02040503050406030204" pitchFamily="18" charset="0"/>
                        </a:rPr>
                        <m:t>=4</m:t>
                      </m:r>
                      <m:r>
                        <a:rPr lang="en-GB" sz="1600" b="0" i="1" smtClean="0">
                          <a:latin typeface="Cambria Math" panose="02040503050406030204" pitchFamily="18" charset="0"/>
                          <a:ea typeface="Cambria Math" panose="02040503050406030204" pitchFamily="18" charset="0"/>
                        </a:rPr>
                        <m:t>≠</m:t>
                      </m:r>
                      <m:sSup>
                        <m:sSupPr>
                          <m:ctrlPr>
                            <a:rPr lang="en-GB" sz="1600" b="0" i="1" smtClean="0">
                              <a:latin typeface="Cambria Math" panose="02040503050406030204" pitchFamily="18" charset="0"/>
                              <a:ea typeface="Cambria Math" panose="02040503050406030204" pitchFamily="18" charset="0"/>
                            </a:rPr>
                          </m:ctrlPr>
                        </m:sSupPr>
                        <m:e>
                          <m:d>
                            <m:dPr>
                              <m:ctrlPr>
                                <a:rPr lang="en-GB" sz="1600" b="0" i="1" smtClean="0">
                                  <a:latin typeface="Cambria Math" panose="02040503050406030204" pitchFamily="18" charset="0"/>
                                  <a:ea typeface="Cambria Math" panose="02040503050406030204" pitchFamily="18" charset="0"/>
                                </a:rPr>
                              </m:ctrlPr>
                            </m:dPr>
                            <m:e>
                              <m:r>
                                <a:rPr lang="en-GB" sz="1600" b="0" i="1" smtClean="0">
                                  <a:latin typeface="Cambria Math" panose="02040503050406030204" pitchFamily="18" charset="0"/>
                                  <a:ea typeface="Cambria Math" panose="02040503050406030204" pitchFamily="18" charset="0"/>
                                </a:rPr>
                                <m:t>−2</m:t>
                              </m:r>
                            </m:e>
                          </m:d>
                        </m:e>
                        <m:sup>
                          <m:r>
                            <a:rPr lang="en-GB" sz="1600" b="0" i="1" smtClean="0">
                              <a:latin typeface="Cambria Math" panose="02040503050406030204" pitchFamily="18" charset="0"/>
                              <a:ea typeface="Cambria Math" panose="02040503050406030204" pitchFamily="18" charset="0"/>
                            </a:rPr>
                            <m:t>2</m:t>
                          </m:r>
                        </m:sup>
                      </m:sSup>
                    </m:oMath>
                  </m:oMathPara>
                </a14:m>
                <a:endParaRPr lang="en-GB" sz="1600" dirty="0"/>
              </a:p>
              <a:p>
                <a:pPr/>
                <a14:m>
                  <m:oMathPara xmlns:m="http://schemas.openxmlformats.org/officeDocument/2006/math">
                    <m:oMathParaPr>
                      <m:jc m:val="centerGroup"/>
                    </m:oMathParaPr>
                    <m:oMath xmlns:m="http://schemas.openxmlformats.org/officeDocument/2006/math">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e>
                          </m:d>
                        </m:e>
                        <m:sup>
                          <m:r>
                            <a:rPr lang="en-GB" sz="1600" b="0" i="1" smtClean="0">
                              <a:latin typeface="Cambria Math" panose="02040503050406030204" pitchFamily="18" charset="0"/>
                            </a:rPr>
                            <m:t>−3</m:t>
                          </m:r>
                        </m:sup>
                      </m:sSup>
                      <m:r>
                        <a:rPr lang="en-GB" sz="1600" b="0" i="1" smtClean="0">
                          <a:latin typeface="Cambria Math" panose="02040503050406030204" pitchFamily="18" charset="0"/>
                        </a:rPr>
                        <m:t>=8</m:t>
                      </m:r>
                      <m:r>
                        <a:rPr lang="en-GB" sz="1600" b="0" i="1" smtClean="0">
                          <a:latin typeface="Cambria Math" panose="02040503050406030204" pitchFamily="18" charset="0"/>
                          <a:ea typeface="Cambria Math" panose="02040503050406030204" pitchFamily="18" charset="0"/>
                        </a:rPr>
                        <m:t>≠</m:t>
                      </m:r>
                      <m:sSup>
                        <m:sSupPr>
                          <m:ctrlPr>
                            <a:rPr lang="en-GB" sz="1600" b="0" i="1" smtClean="0">
                              <a:latin typeface="Cambria Math" panose="02040503050406030204" pitchFamily="18" charset="0"/>
                              <a:ea typeface="Cambria Math" panose="02040503050406030204" pitchFamily="18" charset="0"/>
                            </a:rPr>
                          </m:ctrlPr>
                        </m:sSupPr>
                        <m:e>
                          <m:d>
                            <m:dPr>
                              <m:ctrlPr>
                                <a:rPr lang="en-GB" sz="1600" b="0" i="1" smtClean="0">
                                  <a:latin typeface="Cambria Math" panose="02040503050406030204" pitchFamily="18" charset="0"/>
                                  <a:ea typeface="Cambria Math" panose="02040503050406030204" pitchFamily="18" charset="0"/>
                                </a:rPr>
                              </m:ctrlPr>
                            </m:dPr>
                            <m:e>
                              <m:r>
                                <a:rPr lang="en-GB" sz="1600" b="0" i="1" smtClean="0">
                                  <a:latin typeface="Cambria Math" panose="02040503050406030204" pitchFamily="18" charset="0"/>
                                  <a:ea typeface="Cambria Math" panose="02040503050406030204" pitchFamily="18" charset="0"/>
                                </a:rPr>
                                <m:t>−3</m:t>
                              </m:r>
                            </m:e>
                          </m:d>
                        </m:e>
                        <m:sup>
                          <m:r>
                            <a:rPr lang="en-GB" sz="1600" b="0" i="1" smtClean="0">
                              <a:latin typeface="Cambria Math" panose="02040503050406030204" pitchFamily="18" charset="0"/>
                              <a:ea typeface="Cambria Math" panose="02040503050406030204" pitchFamily="18" charset="0"/>
                            </a:rPr>
                            <m:t>2</m:t>
                          </m:r>
                        </m:sup>
                      </m:sSup>
                    </m:oMath>
                  </m:oMathPara>
                </a14:m>
                <a:endParaRPr lang="en-GB" sz="1600" dirty="0"/>
              </a:p>
              <a:p>
                <a:pPr/>
                <a14:m>
                  <m:oMathPara xmlns:m="http://schemas.openxmlformats.org/officeDocument/2006/math">
                    <m:oMathParaPr>
                      <m:jc m:val="centerGroup"/>
                    </m:oMathParaPr>
                    <m:oMath xmlns:m="http://schemas.openxmlformats.org/officeDocument/2006/math">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m:t>
                              </m:r>
                              <m:f>
                                <m:fPr>
                                  <m:ctrlPr>
                                    <a:rPr lang="en-GB" sz="1600" b="0" i="1" smtClean="0">
                                      <a:latin typeface="Cambria Math" panose="02040503050406030204" pitchFamily="18" charset="0"/>
                                    </a:rPr>
                                  </m:ctrlPr>
                                </m:fPr>
                                <m:num>
                                  <m:r>
                                    <a:rPr lang="en-GB" sz="1600" b="0" i="1" smtClean="0">
                                      <a:latin typeface="Cambria Math" panose="02040503050406030204" pitchFamily="18" charset="0"/>
                                    </a:rPr>
                                    <m:t>1</m:t>
                                  </m:r>
                                </m:num>
                                <m:den>
                                  <m:r>
                                    <a:rPr lang="en-GB" sz="1600" b="0" i="1" smtClean="0">
                                      <a:latin typeface="Cambria Math" panose="02040503050406030204" pitchFamily="18" charset="0"/>
                                    </a:rPr>
                                    <m:t>2</m:t>
                                  </m:r>
                                </m:den>
                              </m:f>
                            </m:e>
                          </m:d>
                        </m:e>
                        <m:sup>
                          <m:r>
                            <a:rPr lang="en-GB" sz="1600" b="0" i="1" smtClean="0">
                              <a:latin typeface="Cambria Math" panose="02040503050406030204" pitchFamily="18" charset="0"/>
                            </a:rPr>
                            <m:t>−4</m:t>
                          </m:r>
                        </m:sup>
                      </m:sSup>
                      <m:r>
                        <a:rPr lang="en-GB" sz="1600" b="0" i="1" smtClean="0">
                          <a:latin typeface="Cambria Math" panose="02040503050406030204" pitchFamily="18" charset="0"/>
                        </a:rPr>
                        <m:t>=16=</m:t>
                      </m:r>
                      <m:sSup>
                        <m:sSupPr>
                          <m:ctrlPr>
                            <a:rPr lang="en-GB" sz="1600" b="0" i="1" smtClean="0">
                              <a:latin typeface="Cambria Math" panose="02040503050406030204" pitchFamily="18" charset="0"/>
                            </a:rPr>
                          </m:ctrlPr>
                        </m:sSupPr>
                        <m:e>
                          <m:d>
                            <m:dPr>
                              <m:ctrlPr>
                                <a:rPr lang="en-GB" sz="1600" b="0" i="1" smtClean="0">
                                  <a:latin typeface="Cambria Math" panose="02040503050406030204" pitchFamily="18" charset="0"/>
                                </a:rPr>
                              </m:ctrlPr>
                            </m:dPr>
                            <m:e>
                              <m:r>
                                <a:rPr lang="en-GB" sz="1600" b="0" i="1" smtClean="0">
                                  <a:latin typeface="Cambria Math" panose="02040503050406030204" pitchFamily="18" charset="0"/>
                                </a:rPr>
                                <m:t>−4</m:t>
                              </m:r>
                            </m:e>
                          </m:d>
                        </m:e>
                        <m:sup>
                          <m:r>
                            <a:rPr lang="en-GB" sz="1600" b="0" i="1" smtClean="0">
                              <a:latin typeface="Cambria Math" panose="02040503050406030204" pitchFamily="18" charset="0"/>
                            </a:rPr>
                            <m:t>2</m:t>
                          </m:r>
                        </m:sup>
                      </m:sSup>
                    </m:oMath>
                  </m:oMathPara>
                </a14:m>
                <a:endParaRPr lang="en-GB" sz="1600" dirty="0"/>
              </a:p>
            </p:txBody>
          </p:sp>
        </mc:Choice>
        <mc:Fallback xmlns="">
          <p:sp>
            <p:nvSpPr>
              <p:cNvPr id="14" name="TextBox 13">
                <a:extLst>
                  <a:ext uri="{FF2B5EF4-FFF2-40B4-BE49-F238E27FC236}">
                    <a16:creationId xmlns:a16="http://schemas.microsoft.com/office/drawing/2014/main" id="{DADD8DCF-E270-E901-E938-136F36FF1E36}"/>
                  </a:ext>
                </a:extLst>
              </p:cNvPr>
              <p:cNvSpPr txBox="1">
                <a:spLocks noRot="1" noChangeAspect="1" noMove="1" noResize="1" noEditPoints="1" noAdjustHandles="1" noChangeArrowheads="1" noChangeShapeType="1" noTextEdit="1"/>
              </p:cNvSpPr>
              <p:nvPr/>
            </p:nvSpPr>
            <p:spPr>
              <a:xfrm>
                <a:off x="3697986" y="2979436"/>
                <a:ext cx="3784144" cy="2990562"/>
              </a:xfrm>
              <a:prstGeom prst="rect">
                <a:avLst/>
              </a:prstGeom>
              <a:blipFill>
                <a:blip r:embed="rId4"/>
                <a:stretch>
                  <a:fillRect l="-968" t="-816"/>
                </a:stretch>
              </a:blipFill>
            </p:spPr>
            <p:txBody>
              <a:bodyPr/>
              <a:lstStyle/>
              <a:p>
                <a:r>
                  <a:rPr lang="en-GB">
                    <a:noFill/>
                  </a:rPr>
                  <a:t> </a:t>
                </a:r>
              </a:p>
            </p:txBody>
          </p:sp>
        </mc:Fallback>
      </mc:AlternateContent>
      <p:sp>
        <p:nvSpPr>
          <p:cNvPr id="19" name="Rectangle: Rounded Corners 18">
            <a:extLst>
              <a:ext uri="{FF2B5EF4-FFF2-40B4-BE49-F238E27FC236}">
                <a16:creationId xmlns:a16="http://schemas.microsoft.com/office/drawing/2014/main" id="{0CEE3352-BF48-6FA0-7D54-374D51889BF8}"/>
              </a:ext>
            </a:extLst>
          </p:cNvPr>
          <p:cNvSpPr/>
          <p:nvPr/>
        </p:nvSpPr>
        <p:spPr>
          <a:xfrm>
            <a:off x="247199" y="730226"/>
            <a:ext cx="328467"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b="0" i="0" u="none" strike="noStrike" kern="0" cap="none" spc="0" normalizeH="0" baseline="0" noProof="0" dirty="0">
                <a:ln>
                  <a:noFill/>
                </a:ln>
                <a:solidFill>
                  <a:prstClr val="white"/>
                </a:solidFill>
                <a:effectLst/>
                <a:uLnTx/>
                <a:uFillTx/>
                <a:latin typeface="Calibri"/>
                <a:ea typeface="+mn-ea"/>
                <a:cs typeface="+mn-cs"/>
              </a:rPr>
              <a:t>5</a:t>
            </a:r>
          </a:p>
        </p:txBody>
      </p:sp>
      <p:sp>
        <p:nvSpPr>
          <p:cNvPr id="20" name="Rectangle: Rounded Corners 19">
            <a:extLst>
              <a:ext uri="{FF2B5EF4-FFF2-40B4-BE49-F238E27FC236}">
                <a16:creationId xmlns:a16="http://schemas.microsoft.com/office/drawing/2014/main" id="{7136F80E-98AC-F59A-B433-9B8CFE5E80B1}"/>
              </a:ext>
            </a:extLst>
          </p:cNvPr>
          <p:cNvSpPr/>
          <p:nvPr/>
        </p:nvSpPr>
        <p:spPr>
          <a:xfrm>
            <a:off x="246848" y="2452989"/>
            <a:ext cx="327600" cy="333300"/>
          </a:xfrm>
          <a:prstGeom prst="round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800" dirty="0">
                <a:latin typeface="Wingdings" panose="05000000000000000000" pitchFamily="2" charset="2"/>
              </a:rPr>
              <a:t>N</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0A40CC4-D8EF-4C14-DDCF-7BBF3A187DEC}"/>
                  </a:ext>
                </a:extLst>
              </p:cNvPr>
              <p:cNvSpPr txBox="1"/>
              <p:nvPr/>
            </p:nvSpPr>
            <p:spPr>
              <a:xfrm>
                <a:off x="581710" y="2451588"/>
                <a:ext cx="2224639" cy="369332"/>
              </a:xfrm>
              <a:prstGeom prst="rect">
                <a:avLst/>
              </a:prstGeom>
              <a:noFill/>
            </p:spPr>
            <p:txBody>
              <a:bodyPr wrap="square" rtlCol="0">
                <a:spAutoFit/>
              </a:bodyPr>
              <a:lstStyle/>
              <a:p>
                <a:r>
                  <a:rPr lang="en-GB" dirty="0"/>
                  <a:t>Find the value of </a:t>
                </a:r>
                <a14:m>
                  <m:oMath xmlns:m="http://schemas.openxmlformats.org/officeDocument/2006/math">
                    <m:r>
                      <a:rPr lang="en-GB" i="1" dirty="0" smtClean="0">
                        <a:latin typeface="Cambria Math" panose="02040503050406030204" pitchFamily="18" charset="0"/>
                      </a:rPr>
                      <m:t>𝑥</m:t>
                    </m:r>
                  </m:oMath>
                </a14:m>
                <a:r>
                  <a:rPr lang="en-GB" dirty="0"/>
                  <a:t>.</a:t>
                </a:r>
              </a:p>
            </p:txBody>
          </p:sp>
        </mc:Choice>
        <mc:Fallback xmlns="">
          <p:sp>
            <p:nvSpPr>
              <p:cNvPr id="21" name="TextBox 20">
                <a:extLst>
                  <a:ext uri="{FF2B5EF4-FFF2-40B4-BE49-F238E27FC236}">
                    <a16:creationId xmlns:a16="http://schemas.microsoft.com/office/drawing/2014/main" id="{A0A40CC4-D8EF-4C14-DDCF-7BBF3A187DEC}"/>
                  </a:ext>
                </a:extLst>
              </p:cNvPr>
              <p:cNvSpPr txBox="1">
                <a:spLocks noRot="1" noChangeAspect="1" noMove="1" noResize="1" noEditPoints="1" noAdjustHandles="1" noChangeArrowheads="1" noChangeShapeType="1" noTextEdit="1"/>
              </p:cNvSpPr>
              <p:nvPr/>
            </p:nvSpPr>
            <p:spPr>
              <a:xfrm>
                <a:off x="581710" y="2451588"/>
                <a:ext cx="2224639" cy="369332"/>
              </a:xfrm>
              <a:prstGeom prst="rect">
                <a:avLst/>
              </a:prstGeom>
              <a:blipFill>
                <a:blip r:embed="rId5"/>
                <a:stretch>
                  <a:fillRect l="-2192" t="-9836" r="-1644" b="-22951"/>
                </a:stretch>
              </a:blipFill>
            </p:spPr>
            <p:txBody>
              <a:bodyPr/>
              <a:lstStyle/>
              <a:p>
                <a:r>
                  <a:rPr lang="en-GB">
                    <a:noFill/>
                  </a:rPr>
                  <a:t> </a:t>
                </a:r>
              </a:p>
            </p:txBody>
          </p:sp>
        </mc:Fallback>
      </mc:AlternateContent>
      <p:sp>
        <p:nvSpPr>
          <p:cNvPr id="22" name="Title 1">
            <a:extLst>
              <a:ext uri="{FF2B5EF4-FFF2-40B4-BE49-F238E27FC236}">
                <a16:creationId xmlns:a16="http://schemas.microsoft.com/office/drawing/2014/main" id="{29F04F2E-E793-7611-B3D9-AEB86DF17244}"/>
              </a:ext>
            </a:extLst>
          </p:cNvPr>
          <p:cNvSpPr txBox="1">
            <a:spLocks/>
          </p:cNvSpPr>
          <p:nvPr/>
        </p:nvSpPr>
        <p:spPr>
          <a:xfrm>
            <a:off x="4276564" y="32695"/>
            <a:ext cx="3983050" cy="449034"/>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b="1" kern="1200">
                <a:solidFill>
                  <a:schemeClr val="bg1"/>
                </a:solidFill>
                <a:latin typeface="+mj-lt"/>
                <a:ea typeface="+mj-ea"/>
                <a:cs typeface="+mj-cs"/>
              </a:defRPr>
            </a:lvl1pPr>
          </a:lstStyle>
          <a:p>
            <a:r>
              <a:rPr lang="en-GB" sz="1800" dirty="0"/>
              <a:t>(Available as a separate worksheet)</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DC94445-4C13-9E2A-31A5-1092FD26A492}"/>
                  </a:ext>
                </a:extLst>
              </p:cNvPr>
              <p:cNvSpPr txBox="1"/>
              <p:nvPr/>
            </p:nvSpPr>
            <p:spPr>
              <a:xfrm>
                <a:off x="735926" y="3113754"/>
                <a:ext cx="1759273" cy="8196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GB" sz="2000" b="0" i="1" smtClean="0">
                              <a:solidFill>
                                <a:schemeClr val="tx1"/>
                              </a:solidFill>
                              <a:latin typeface="Cambria Math" panose="02040503050406030204" pitchFamily="18" charset="0"/>
                            </a:rPr>
                          </m:ctrlPr>
                        </m:sSupPr>
                        <m:e>
                          <m:r>
                            <a:rPr lang="en-GB" sz="2000" b="0" i="1" smtClean="0">
                              <a:solidFill>
                                <a:schemeClr val="tx1"/>
                              </a:solidFill>
                              <a:latin typeface="Cambria Math" panose="02040503050406030204" pitchFamily="18" charset="0"/>
                            </a:rPr>
                            <m:t>𝑥</m:t>
                          </m:r>
                        </m:e>
                        <m:sup>
                          <m:r>
                            <a:rPr lang="en-GB" sz="2000" b="0" i="1" smtClean="0">
                              <a:solidFill>
                                <a:schemeClr val="tx1"/>
                              </a:solidFill>
                              <a:latin typeface="Cambria Math" panose="02040503050406030204" pitchFamily="18" charset="0"/>
                            </a:rPr>
                            <m:t>2</m:t>
                          </m:r>
                        </m:sup>
                      </m:sSup>
                      <m:r>
                        <a:rPr lang="en-GB" sz="2000" b="0" i="1" smtClean="0">
                          <a:solidFill>
                            <a:schemeClr val="tx1"/>
                          </a:solidFill>
                          <a:latin typeface="Cambria Math" panose="02040503050406030204" pitchFamily="18" charset="0"/>
                        </a:rPr>
                        <m:t>=</m:t>
                      </m:r>
                      <m:sSup>
                        <m:sSupPr>
                          <m:ctrlPr>
                            <a:rPr lang="en-GB" sz="2000" b="0" i="1" smtClean="0">
                              <a:solidFill>
                                <a:schemeClr val="tx1"/>
                              </a:solidFill>
                              <a:latin typeface="Cambria Math" panose="02040503050406030204" pitchFamily="18" charset="0"/>
                            </a:rPr>
                          </m:ctrlPr>
                        </m:sSupPr>
                        <m:e>
                          <m:d>
                            <m:dPr>
                              <m:ctrlPr>
                                <a:rPr lang="en-GB" sz="2000" b="0" i="1" smtClean="0">
                                  <a:solidFill>
                                    <a:schemeClr val="tx1"/>
                                  </a:solidFill>
                                  <a:latin typeface="Cambria Math" panose="02040503050406030204" pitchFamily="18" charset="0"/>
                                </a:rPr>
                              </m:ctrlPr>
                            </m:dPr>
                            <m:e>
                              <m:r>
                                <a:rPr lang="en-GB" sz="2000" b="0" i="1" smtClean="0">
                                  <a:solidFill>
                                    <a:schemeClr val="tx1"/>
                                  </a:solidFill>
                                  <a:latin typeface="Cambria Math" panose="02040503050406030204" pitchFamily="18" charset="0"/>
                                </a:rPr>
                                <m:t>−</m:t>
                              </m:r>
                              <m:f>
                                <m:fPr>
                                  <m:ctrlPr>
                                    <a:rPr lang="en-GB" sz="2000" b="0" i="1" smtClean="0">
                                      <a:solidFill>
                                        <a:schemeClr val="tx1"/>
                                      </a:solidFill>
                                      <a:latin typeface="Cambria Math" panose="02040503050406030204" pitchFamily="18" charset="0"/>
                                    </a:rPr>
                                  </m:ctrlPr>
                                </m:fPr>
                                <m:num>
                                  <m:r>
                                    <a:rPr lang="en-GB" sz="2000" b="0" i="1" smtClean="0">
                                      <a:solidFill>
                                        <a:schemeClr val="tx1"/>
                                      </a:solidFill>
                                      <a:latin typeface="Cambria Math" panose="02040503050406030204" pitchFamily="18" charset="0"/>
                                    </a:rPr>
                                    <m:t>1</m:t>
                                  </m:r>
                                </m:num>
                                <m:den>
                                  <m:r>
                                    <a:rPr lang="en-GB" sz="2000" b="0" i="1" smtClean="0">
                                      <a:solidFill>
                                        <a:schemeClr val="tx1"/>
                                      </a:solidFill>
                                      <a:latin typeface="Cambria Math" panose="02040503050406030204" pitchFamily="18" charset="0"/>
                                    </a:rPr>
                                    <m:t>2</m:t>
                                  </m:r>
                                </m:den>
                              </m:f>
                            </m:e>
                          </m:d>
                        </m:e>
                        <m:sup>
                          <m:r>
                            <a:rPr lang="en-GB" sz="2000" b="0" i="1" smtClean="0">
                              <a:solidFill>
                                <a:schemeClr val="tx1"/>
                              </a:solidFill>
                              <a:latin typeface="Cambria Math" panose="02040503050406030204" pitchFamily="18" charset="0"/>
                            </a:rPr>
                            <m:t>𝑥</m:t>
                          </m:r>
                        </m:sup>
                      </m:sSup>
                    </m:oMath>
                  </m:oMathPara>
                </a14:m>
                <a:endParaRPr lang="en-GB" sz="2000" dirty="0"/>
              </a:p>
            </p:txBody>
          </p:sp>
        </mc:Choice>
        <mc:Fallback xmlns="">
          <p:sp>
            <p:nvSpPr>
              <p:cNvPr id="25" name="TextBox 24">
                <a:extLst>
                  <a:ext uri="{FF2B5EF4-FFF2-40B4-BE49-F238E27FC236}">
                    <a16:creationId xmlns:a16="http://schemas.microsoft.com/office/drawing/2014/main" id="{4DC94445-4C13-9E2A-31A5-1092FD26A492}"/>
                  </a:ext>
                </a:extLst>
              </p:cNvPr>
              <p:cNvSpPr txBox="1">
                <a:spLocks noRot="1" noChangeAspect="1" noMove="1" noResize="1" noEditPoints="1" noAdjustHandles="1" noChangeArrowheads="1" noChangeShapeType="1" noTextEdit="1"/>
              </p:cNvSpPr>
              <p:nvPr/>
            </p:nvSpPr>
            <p:spPr>
              <a:xfrm>
                <a:off x="735926" y="3113754"/>
                <a:ext cx="1759273" cy="819648"/>
              </a:xfrm>
              <a:prstGeom prst="rect">
                <a:avLst/>
              </a:prstGeom>
              <a:blipFill>
                <a:blip r:embed="rId6"/>
                <a:stretch>
                  <a:fillRect/>
                </a:stretch>
              </a:blipFill>
            </p:spPr>
            <p:txBody>
              <a:bodyPr/>
              <a:lstStyle/>
              <a:p>
                <a:r>
                  <a:rPr lang="en-GB">
                    <a:noFill/>
                  </a:rPr>
                  <a:t> </a:t>
                </a:r>
              </a:p>
            </p:txBody>
          </p:sp>
        </mc:Fallback>
      </mc:AlternateContent>
      <p:sp>
        <p:nvSpPr>
          <p:cNvPr id="27" name="Rectangle: Rounded Corners 26">
            <a:extLst>
              <a:ext uri="{FF2B5EF4-FFF2-40B4-BE49-F238E27FC236}">
                <a16:creationId xmlns:a16="http://schemas.microsoft.com/office/drawing/2014/main" id="{E597FCA0-0D4F-58EC-9452-4D5D2C60B9B0}"/>
              </a:ext>
            </a:extLst>
          </p:cNvPr>
          <p:cNvSpPr/>
          <p:nvPr/>
        </p:nvSpPr>
        <p:spPr>
          <a:xfrm>
            <a:off x="274949" y="144075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a</a:t>
            </a:r>
          </a:p>
        </p:txBody>
      </p:sp>
      <p:sp>
        <p:nvSpPr>
          <p:cNvPr id="28" name="Rectangle: Rounded Corners 27">
            <a:extLst>
              <a:ext uri="{FF2B5EF4-FFF2-40B4-BE49-F238E27FC236}">
                <a16:creationId xmlns:a16="http://schemas.microsoft.com/office/drawing/2014/main" id="{E07E6A21-8E5D-B382-639C-D237B2CF26D5}"/>
              </a:ext>
            </a:extLst>
          </p:cNvPr>
          <p:cNvSpPr/>
          <p:nvPr/>
        </p:nvSpPr>
        <p:spPr>
          <a:xfrm>
            <a:off x="3695937" y="146084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b</a:t>
            </a:r>
          </a:p>
        </p:txBody>
      </p:sp>
      <p:sp>
        <p:nvSpPr>
          <p:cNvPr id="29" name="Rectangle: Rounded Corners 28">
            <a:extLst>
              <a:ext uri="{FF2B5EF4-FFF2-40B4-BE49-F238E27FC236}">
                <a16:creationId xmlns:a16="http://schemas.microsoft.com/office/drawing/2014/main" id="{26021E74-071A-A948-BE12-88297BA6E186}"/>
              </a:ext>
            </a:extLst>
          </p:cNvPr>
          <p:cNvSpPr/>
          <p:nvPr/>
        </p:nvSpPr>
        <p:spPr>
          <a:xfrm>
            <a:off x="6539475" y="1460846"/>
            <a:ext cx="288031" cy="298194"/>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sz="1600" dirty="0"/>
              <a:t>c</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5D64C24-68C6-1D38-8CF4-A0F20383E0BD}"/>
                  </a:ext>
                </a:extLst>
              </p:cNvPr>
              <p:cNvSpPr txBox="1"/>
              <p:nvPr/>
            </p:nvSpPr>
            <p:spPr>
              <a:xfrm>
                <a:off x="574448" y="1155185"/>
                <a:ext cx="2410052" cy="786177"/>
              </a:xfrm>
              <a:prstGeom prst="rect">
                <a:avLst/>
              </a:prstGeom>
              <a:noFill/>
            </p:spPr>
            <p:txBody>
              <a:bodyPr wrap="square">
                <a:spAutoFit/>
              </a:bodyPr>
              <a:lstStyle/>
              <a:p>
                <a:pPr algn="l"/>
                <a14:m>
                  <m:oMathPara xmlns:m="http://schemas.openxmlformats.org/officeDocument/2006/math">
                    <m:oMathParaPr>
                      <m:jc m:val="left"/>
                    </m:oMathParaPr>
                    <m:oMath xmlns:m="http://schemas.openxmlformats.org/officeDocument/2006/math">
                      <m:f>
                        <m:fPr>
                          <m:ctrlPr>
                            <a:rPr lang="en-GB" sz="2400" b="0" i="1" smtClean="0">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rPr>
                            <m:t>1</m:t>
                          </m:r>
                        </m:num>
                        <m:den>
                          <m:r>
                            <a:rPr lang="en-GB" sz="2400" b="0" i="1" smtClean="0">
                              <a:solidFill>
                                <a:schemeClr val="tx1"/>
                              </a:solidFill>
                              <a:latin typeface="Cambria Math" panose="02040503050406030204" pitchFamily="18" charset="0"/>
                            </a:rPr>
                            <m:t>1000</m:t>
                          </m:r>
                        </m:den>
                      </m:f>
                      <m:r>
                        <a:rPr lang="en-GB" sz="2400" b="0" i="1" smtClean="0">
                          <a:solidFill>
                            <a:schemeClr val="tx1"/>
                          </a:solidFill>
                          <a:latin typeface="Cambria Math" panose="02040503050406030204" pitchFamily="18" charset="0"/>
                        </a:rPr>
                        <m:t>=</m:t>
                      </m:r>
                      <m:sSup>
                        <m:sSupPr>
                          <m:ctrlPr>
                            <a:rPr lang="en-GB" sz="2400" b="0" i="1" smtClean="0">
                              <a:solidFill>
                                <a:schemeClr val="tx1"/>
                              </a:solidFill>
                              <a:latin typeface="Cambria Math" panose="02040503050406030204" pitchFamily="18" charset="0"/>
                            </a:rPr>
                          </m:ctrlPr>
                        </m:sSupPr>
                        <m:e>
                          <m:r>
                            <a:rPr lang="en-GB" sz="2400" b="0" i="1" smtClean="0">
                              <a:solidFill>
                                <a:schemeClr val="tx1"/>
                              </a:solidFill>
                              <a:latin typeface="Cambria Math" panose="02040503050406030204" pitchFamily="18" charset="0"/>
                            </a:rPr>
                            <m:t>10</m:t>
                          </m:r>
                        </m:e>
                        <m:sup>
                          <m:r>
                            <a:rPr lang="en-GB" sz="2400" b="0" i="1" smtClean="0">
                              <a:solidFill>
                                <a:schemeClr val="tx1"/>
                              </a:solidFill>
                              <a:latin typeface="Cambria Math" panose="02040503050406030204" pitchFamily="18" charset="0"/>
                            </a:rPr>
                            <m:t>−3</m:t>
                          </m:r>
                        </m:sup>
                      </m:sSup>
                    </m:oMath>
                  </m:oMathPara>
                </a14:m>
                <a:endParaRPr lang="en-GB" sz="2400" b="0" dirty="0">
                  <a:solidFill>
                    <a:schemeClr val="tx1"/>
                  </a:solidFill>
                  <a:latin typeface="+mj-lt"/>
                </a:endParaRPr>
              </a:p>
            </p:txBody>
          </p:sp>
        </mc:Choice>
        <mc:Fallback xmlns="">
          <p:sp>
            <p:nvSpPr>
              <p:cNvPr id="31" name="TextBox 30">
                <a:extLst>
                  <a:ext uri="{FF2B5EF4-FFF2-40B4-BE49-F238E27FC236}">
                    <a16:creationId xmlns:a16="http://schemas.microsoft.com/office/drawing/2014/main" id="{25D64C24-68C6-1D38-8CF4-A0F20383E0BD}"/>
                  </a:ext>
                </a:extLst>
              </p:cNvPr>
              <p:cNvSpPr txBox="1">
                <a:spLocks noRot="1" noChangeAspect="1" noMove="1" noResize="1" noEditPoints="1" noAdjustHandles="1" noChangeArrowheads="1" noChangeShapeType="1" noTextEdit="1"/>
              </p:cNvSpPr>
              <p:nvPr/>
            </p:nvSpPr>
            <p:spPr>
              <a:xfrm>
                <a:off x="574448" y="1155185"/>
                <a:ext cx="2410052" cy="786177"/>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AD7AEB6-C6B1-1A4C-8482-32E989EE6E58}"/>
                  </a:ext>
                </a:extLst>
              </p:cNvPr>
              <p:cNvSpPr txBox="1"/>
              <p:nvPr/>
            </p:nvSpPr>
            <p:spPr>
              <a:xfrm>
                <a:off x="4018580" y="1155185"/>
                <a:ext cx="1750501" cy="786177"/>
              </a:xfrm>
              <a:prstGeom prst="rect">
                <a:avLst/>
              </a:prstGeom>
              <a:noFill/>
            </p:spPr>
            <p:txBody>
              <a:bodyPr wrap="squar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p>
                        <m:sSupPr>
                          <m:ctrlPr>
                            <a:rPr lang="en-GB" sz="2400" b="0" i="1" smtClean="0">
                              <a:solidFill>
                                <a:schemeClr val="tx1"/>
                              </a:solidFill>
                              <a:latin typeface="Cambria Math" panose="02040503050406030204" pitchFamily="18" charset="0"/>
                            </a:rPr>
                          </m:ctrlPr>
                        </m:sSupPr>
                        <m:e>
                          <m:r>
                            <a:rPr lang="en-GB" sz="2400" b="0" i="1" smtClean="0">
                              <a:solidFill>
                                <a:schemeClr val="tx1"/>
                              </a:solidFill>
                              <a:latin typeface="Cambria Math" panose="02040503050406030204" pitchFamily="18" charset="0"/>
                            </a:rPr>
                            <m:t>6</m:t>
                          </m:r>
                        </m:e>
                        <m:sup>
                          <m:r>
                            <a:rPr lang="en-GB" sz="2400" b="0" i="1" smtClean="0">
                              <a:solidFill>
                                <a:schemeClr val="tx1"/>
                              </a:solidFill>
                              <a:latin typeface="Cambria Math" panose="02040503050406030204" pitchFamily="18" charset="0"/>
                            </a:rPr>
                            <m:t>−2</m:t>
                          </m:r>
                        </m:sup>
                      </m:sSup>
                      <m:r>
                        <a:rPr lang="en-GB" sz="2400" b="0" i="1" smtClean="0">
                          <a:solidFill>
                            <a:schemeClr val="tx1"/>
                          </a:solidFill>
                          <a:latin typeface="Cambria Math" panose="02040503050406030204" pitchFamily="18" charset="0"/>
                        </a:rPr>
                        <m:t>=</m:t>
                      </m:r>
                      <m:f>
                        <m:fPr>
                          <m:ctrlPr>
                            <a:rPr lang="en-GB" sz="2400" b="0" i="1" smtClean="0">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rPr>
                            <m:t>1</m:t>
                          </m:r>
                        </m:num>
                        <m:den>
                          <m:r>
                            <a:rPr lang="en-GB" sz="2400" b="0" i="1" smtClean="0">
                              <a:solidFill>
                                <a:schemeClr val="tx1"/>
                              </a:solidFill>
                              <a:latin typeface="Cambria Math" panose="02040503050406030204" pitchFamily="18" charset="0"/>
                            </a:rPr>
                            <m:t>36</m:t>
                          </m:r>
                        </m:den>
                      </m:f>
                    </m:oMath>
                  </m:oMathPara>
                </a14:m>
                <a:endParaRPr lang="en-GB" sz="2400" b="0" i="1" dirty="0">
                  <a:solidFill>
                    <a:schemeClr val="tx1"/>
                  </a:solidFill>
                  <a:latin typeface="Cambria Math" panose="02040503050406030204" pitchFamily="18" charset="0"/>
                </a:endParaRPr>
              </a:p>
            </p:txBody>
          </p:sp>
        </mc:Choice>
        <mc:Fallback xmlns="">
          <p:sp>
            <p:nvSpPr>
              <p:cNvPr id="33" name="TextBox 32">
                <a:extLst>
                  <a:ext uri="{FF2B5EF4-FFF2-40B4-BE49-F238E27FC236}">
                    <a16:creationId xmlns:a16="http://schemas.microsoft.com/office/drawing/2014/main" id="{5AD7AEB6-C6B1-1A4C-8482-32E989EE6E58}"/>
                  </a:ext>
                </a:extLst>
              </p:cNvPr>
              <p:cNvSpPr txBox="1">
                <a:spLocks noRot="1" noChangeAspect="1" noMove="1" noResize="1" noEditPoints="1" noAdjustHandles="1" noChangeArrowheads="1" noChangeShapeType="1" noTextEdit="1"/>
              </p:cNvSpPr>
              <p:nvPr/>
            </p:nvSpPr>
            <p:spPr>
              <a:xfrm>
                <a:off x="4018580" y="1155185"/>
                <a:ext cx="1750501" cy="786177"/>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28BCF85-A90D-4ACE-CBB2-0AB947974297}"/>
                  </a:ext>
                </a:extLst>
              </p:cNvPr>
              <p:cNvSpPr txBox="1"/>
              <p:nvPr/>
            </p:nvSpPr>
            <p:spPr>
              <a:xfrm>
                <a:off x="6879360" y="1076862"/>
                <a:ext cx="1750501" cy="995144"/>
              </a:xfrm>
              <a:prstGeom prst="rect">
                <a:avLst/>
              </a:prstGeom>
              <a:noFill/>
            </p:spPr>
            <p:txBody>
              <a:bodyPr wrap="square">
                <a:spAutoFit/>
              </a:bodyPr>
              <a:lstStyle/>
              <a:p>
                <a:pPr algn="l"/>
                <a14:m>
                  <m:oMathPara xmlns:m="http://schemas.openxmlformats.org/officeDocument/2006/math">
                    <m:oMathParaPr>
                      <m:jc m:val="left"/>
                    </m:oMathParaPr>
                    <m:oMath xmlns:m="http://schemas.openxmlformats.org/officeDocument/2006/math">
                      <m:sSup>
                        <m:sSupPr>
                          <m:ctrlPr>
                            <a:rPr lang="en-GB" sz="2400" b="0" i="1" smtClean="0">
                              <a:solidFill>
                                <a:schemeClr val="tx1"/>
                              </a:solidFill>
                              <a:latin typeface="Cambria Math" panose="02040503050406030204" pitchFamily="18" charset="0"/>
                            </a:rPr>
                          </m:ctrlPr>
                        </m:sSupPr>
                        <m:e>
                          <m:d>
                            <m:dPr>
                              <m:ctrlPr>
                                <a:rPr lang="en-GB" sz="2400" b="0" i="1" smtClean="0">
                                  <a:solidFill>
                                    <a:schemeClr val="tx1"/>
                                  </a:solidFill>
                                  <a:latin typeface="Cambria Math" panose="02040503050406030204" pitchFamily="18" charset="0"/>
                                </a:rPr>
                              </m:ctrlPr>
                            </m:dPr>
                            <m:e>
                              <m:f>
                                <m:fPr>
                                  <m:ctrlPr>
                                    <a:rPr lang="en-GB" sz="2400" b="0" i="1" smtClean="0">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rPr>
                                    <m:t>3</m:t>
                                  </m:r>
                                </m:num>
                                <m:den>
                                  <m:r>
                                    <a:rPr lang="en-GB" sz="2400" b="0" i="1" smtClean="0">
                                      <a:solidFill>
                                        <a:schemeClr val="tx1"/>
                                      </a:solidFill>
                                      <a:latin typeface="Cambria Math" panose="02040503050406030204" pitchFamily="18" charset="0"/>
                                    </a:rPr>
                                    <m:t>4</m:t>
                                  </m:r>
                                </m:den>
                              </m:f>
                            </m:e>
                          </m:d>
                        </m:e>
                        <m:sup>
                          <m:r>
                            <a:rPr lang="en-GB" sz="2400" b="0" i="1" smtClean="0">
                              <a:solidFill>
                                <a:schemeClr val="tx1"/>
                              </a:solidFill>
                              <a:latin typeface="Cambria Math" panose="02040503050406030204" pitchFamily="18" charset="0"/>
                            </a:rPr>
                            <m:t>−3</m:t>
                          </m:r>
                        </m:sup>
                      </m:sSup>
                      <m:r>
                        <a:rPr lang="en-GB" sz="2400" b="0" i="1" smtClean="0">
                          <a:solidFill>
                            <a:schemeClr val="tx1"/>
                          </a:solidFill>
                          <a:latin typeface="Cambria Math" panose="02040503050406030204" pitchFamily="18" charset="0"/>
                        </a:rPr>
                        <m:t>=</m:t>
                      </m:r>
                      <m:f>
                        <m:fPr>
                          <m:ctrlPr>
                            <a:rPr lang="en-GB" sz="2400" b="0" i="1" smtClean="0">
                              <a:solidFill>
                                <a:schemeClr val="tx1"/>
                              </a:solidFill>
                              <a:latin typeface="Cambria Math" panose="02040503050406030204" pitchFamily="18" charset="0"/>
                            </a:rPr>
                          </m:ctrlPr>
                        </m:fPr>
                        <m:num>
                          <m:r>
                            <a:rPr lang="en-GB" sz="2400" b="0" i="1" smtClean="0">
                              <a:solidFill>
                                <a:schemeClr val="tx1"/>
                              </a:solidFill>
                              <a:latin typeface="Cambria Math" panose="02040503050406030204" pitchFamily="18" charset="0"/>
                            </a:rPr>
                            <m:t>64</m:t>
                          </m:r>
                        </m:num>
                        <m:den>
                          <m:r>
                            <a:rPr lang="en-GB" sz="2400" b="0" i="1" smtClean="0">
                              <a:solidFill>
                                <a:schemeClr val="tx1"/>
                              </a:solidFill>
                              <a:latin typeface="Cambria Math" panose="02040503050406030204" pitchFamily="18" charset="0"/>
                            </a:rPr>
                            <m:t>27</m:t>
                          </m:r>
                        </m:den>
                      </m:f>
                    </m:oMath>
                  </m:oMathPara>
                </a14:m>
                <a:endParaRPr lang="en-GB" sz="2400" b="0" dirty="0">
                  <a:solidFill>
                    <a:schemeClr val="tx1"/>
                  </a:solidFill>
                  <a:latin typeface="+mj-lt"/>
                </a:endParaRPr>
              </a:p>
            </p:txBody>
          </p:sp>
        </mc:Choice>
        <mc:Fallback xmlns="">
          <p:sp>
            <p:nvSpPr>
              <p:cNvPr id="35" name="TextBox 34">
                <a:extLst>
                  <a:ext uri="{FF2B5EF4-FFF2-40B4-BE49-F238E27FC236}">
                    <a16:creationId xmlns:a16="http://schemas.microsoft.com/office/drawing/2014/main" id="{528BCF85-A90D-4ACE-CBB2-0AB947974297}"/>
                  </a:ext>
                </a:extLst>
              </p:cNvPr>
              <p:cNvSpPr txBox="1">
                <a:spLocks noRot="1" noChangeAspect="1" noMove="1" noResize="1" noEditPoints="1" noAdjustHandles="1" noChangeArrowheads="1" noChangeShapeType="1" noTextEdit="1"/>
              </p:cNvSpPr>
              <p:nvPr/>
            </p:nvSpPr>
            <p:spPr>
              <a:xfrm>
                <a:off x="6879360" y="1076862"/>
                <a:ext cx="1750501" cy="995144"/>
              </a:xfrm>
              <a:prstGeom prst="rect">
                <a:avLst/>
              </a:prstGeom>
              <a:blipFill>
                <a:blip r:embed="rId9"/>
                <a:stretch>
                  <a:fillRect/>
                </a:stretch>
              </a:blipFill>
            </p:spPr>
            <p:txBody>
              <a:bodyPr/>
              <a:lstStyle/>
              <a:p>
                <a:r>
                  <a:rPr lang="en-GB">
                    <a:noFill/>
                  </a:rPr>
                  <a:t> </a:t>
                </a:r>
              </a:p>
            </p:txBody>
          </p:sp>
        </mc:Fallback>
      </mc:AlternateContent>
      <p:sp>
        <p:nvSpPr>
          <p:cNvPr id="38" name="Rectangle 37">
            <a:extLst>
              <a:ext uri="{FF2B5EF4-FFF2-40B4-BE49-F238E27FC236}">
                <a16:creationId xmlns:a16="http://schemas.microsoft.com/office/drawing/2014/main" id="{B105D0EE-A562-0B34-7D28-9336C9658966}"/>
              </a:ext>
            </a:extLst>
          </p:cNvPr>
          <p:cNvSpPr/>
          <p:nvPr/>
        </p:nvSpPr>
        <p:spPr>
          <a:xfrm>
            <a:off x="3642586" y="2579021"/>
            <a:ext cx="3839544" cy="3466061"/>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39" name="Rectangle 38">
            <a:extLst>
              <a:ext uri="{FF2B5EF4-FFF2-40B4-BE49-F238E27FC236}">
                <a16:creationId xmlns:a16="http://schemas.microsoft.com/office/drawing/2014/main" id="{719DA166-3A0D-EB50-20A2-EFC78F3FACD9}"/>
              </a:ext>
            </a:extLst>
          </p:cNvPr>
          <p:cNvSpPr/>
          <p:nvPr/>
        </p:nvSpPr>
        <p:spPr>
          <a:xfrm>
            <a:off x="2092172" y="1281112"/>
            <a:ext cx="293841" cy="28627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0" name="Rectangle 39">
            <a:extLst>
              <a:ext uri="{FF2B5EF4-FFF2-40B4-BE49-F238E27FC236}">
                <a16:creationId xmlns:a16="http://schemas.microsoft.com/office/drawing/2014/main" id="{F8CF43B6-546D-4386-DF7D-B11284BA7608}"/>
              </a:ext>
            </a:extLst>
          </p:cNvPr>
          <p:cNvSpPr/>
          <p:nvPr/>
        </p:nvSpPr>
        <p:spPr>
          <a:xfrm>
            <a:off x="4298204" y="1313627"/>
            <a:ext cx="293841" cy="28627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1" name="Rectangle 40">
            <a:extLst>
              <a:ext uri="{FF2B5EF4-FFF2-40B4-BE49-F238E27FC236}">
                <a16:creationId xmlns:a16="http://schemas.microsoft.com/office/drawing/2014/main" id="{3AEA2314-51C2-D3B2-36C7-165B0530F861}"/>
              </a:ext>
            </a:extLst>
          </p:cNvPr>
          <p:cNvSpPr/>
          <p:nvPr/>
        </p:nvSpPr>
        <p:spPr>
          <a:xfrm>
            <a:off x="7482130" y="1088488"/>
            <a:ext cx="293841" cy="286277"/>
          </a:xfrm>
          <a:prstGeom prst="rect">
            <a:avLst/>
          </a:prstGeom>
          <a:solidFill>
            <a:srgbClr val="9BBB59"/>
          </a:solidFill>
          <a:ln w="25400" cap="flat" cmpd="sng" algn="ctr">
            <a:solidFill>
              <a:srgbClr val="9BBB59">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2000" b="1" i="0" u="none" strike="noStrike" kern="0" cap="none" spc="0" normalizeH="0" baseline="0" noProof="0" dirty="0">
                <a:ln>
                  <a:noFill/>
                </a:ln>
                <a:solidFill>
                  <a:prstClr val="white"/>
                </a:solidFill>
                <a:effectLst/>
                <a:uLnTx/>
                <a:uFillTx/>
                <a:latin typeface="Calibri"/>
                <a:ea typeface="+mn-ea"/>
                <a:cs typeface="+mn-cs"/>
              </a:rPr>
              <a:t>?</a:t>
            </a:r>
          </a:p>
        </p:txBody>
      </p:sp>
      <p:sp>
        <p:nvSpPr>
          <p:cNvPr id="42" name="Rectangle 41">
            <a:extLst>
              <a:ext uri="{FF2B5EF4-FFF2-40B4-BE49-F238E27FC236}">
                <a16:creationId xmlns:a16="http://schemas.microsoft.com/office/drawing/2014/main" id="{26BAE352-D6DA-7496-2E0A-1A877C33868F}"/>
              </a:ext>
            </a:extLst>
          </p:cNvPr>
          <p:cNvSpPr/>
          <p:nvPr/>
        </p:nvSpPr>
        <p:spPr>
          <a:xfrm>
            <a:off x="8233491" y="56039"/>
            <a:ext cx="817169" cy="407462"/>
          </a:xfrm>
          <a:prstGeom prst="rect">
            <a:avLst/>
          </a:prstGeom>
          <a:solidFill>
            <a:schemeClr val="accent5">
              <a:lumMod val="20000"/>
              <a:lumOff val="80000"/>
            </a:schemeClr>
          </a:solidFill>
          <a:ln>
            <a:solidFill>
              <a:schemeClr val="accent1">
                <a:lumMod val="75000"/>
              </a:schemeClr>
            </a:solidFill>
          </a:ln>
        </p:spPr>
        <p:style>
          <a:lnRef idx="2">
            <a:schemeClr val="accent1"/>
          </a:lnRef>
          <a:fillRef idx="1">
            <a:schemeClr val="lt1"/>
          </a:fillRef>
          <a:effectRef idx="0">
            <a:schemeClr val="accent1"/>
          </a:effectRef>
          <a:fontRef idx="minor">
            <a:schemeClr val="dk1"/>
          </a:fontRef>
        </p:style>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dirty="0">
                <a:ln>
                  <a:noFill/>
                </a:ln>
                <a:solidFill>
                  <a:sysClr val="windowText" lastClr="000000"/>
                </a:solidFill>
                <a:effectLst/>
                <a:uLnTx/>
                <a:uFillTx/>
                <a:latin typeface="+mj-lt"/>
                <a:ea typeface="+mn-ea"/>
                <a:cs typeface="+mn-cs"/>
              </a:rPr>
              <a:t>Show all</a:t>
            </a:r>
            <a:r>
              <a:rPr kumimoji="0" lang="en-GB" sz="1200" b="1" i="0" u="none" strike="noStrike" kern="0" cap="none" spc="0" normalizeH="0" noProof="0" dirty="0">
                <a:ln>
                  <a:noFill/>
                </a:ln>
                <a:solidFill>
                  <a:sysClr val="windowText" lastClr="000000"/>
                </a:solidFill>
                <a:effectLst/>
                <a:uLnTx/>
                <a:uFillTx/>
                <a:latin typeface="+mj-lt"/>
                <a:ea typeface="+mn-ea"/>
                <a:cs typeface="+mn-cs"/>
              </a:rPr>
              <a:t> solutions</a:t>
            </a:r>
            <a:endParaRPr kumimoji="0" lang="en-GB" sz="1200" b="1" i="0" u="none" strike="noStrike" kern="0" cap="none" spc="0" normalizeH="0" baseline="0" noProof="0" dirty="0">
              <a:ln>
                <a:noFill/>
              </a:ln>
              <a:solidFill>
                <a:sysClr val="windowText" lastClr="000000"/>
              </a:solidFill>
              <a:effectLst/>
              <a:uLnTx/>
              <a:uFillTx/>
              <a:latin typeface="+mj-lt"/>
              <a:ea typeface="+mn-ea"/>
              <a:cs typeface="+mn-cs"/>
            </a:endParaRPr>
          </a:p>
        </p:txBody>
      </p:sp>
    </p:spTree>
    <p:extLst>
      <p:ext uri="{BB962C8B-B14F-4D97-AF65-F5344CB8AC3E}">
        <p14:creationId xmlns:p14="http://schemas.microsoft.com/office/powerpoint/2010/main" val="201988111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8"/>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7" restart="whenNotActive" fill="hold" evtFilter="cancelBubble" nodeType="interactiveSeq">
                <p:stCondLst>
                  <p:cond evt="onClick" delay="0">
                    <p:tgtEl>
                      <p:spTgt spid="39"/>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39"/>
                  </p:tgtEl>
                </p:cond>
              </p:nextCondLst>
            </p:seq>
            <p:seq concurrent="1" nextAc="seek">
              <p:cTn id="12" restart="whenNotActive" fill="hold" evtFilter="cancelBubble" nodeType="interactiveSeq">
                <p:stCondLst>
                  <p:cond evt="onClick" delay="0">
                    <p:tgtEl>
                      <p:spTgt spid="40"/>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hidden"/>
                                      </p:to>
                                    </p:set>
                                  </p:childTnLst>
                                </p:cTn>
                              </p:par>
                            </p:childTnLst>
                          </p:cTn>
                        </p:par>
                      </p:childTnLst>
                    </p:cTn>
                  </p:par>
                </p:childTnLst>
              </p:cTn>
              <p:nextCondLst>
                <p:cond evt="onClick" delay="0">
                  <p:tgtEl>
                    <p:spTgt spid="40"/>
                  </p:tgtEl>
                </p:cond>
              </p:nextCondLst>
            </p:seq>
            <p:seq concurrent="1" nextAc="seek">
              <p:cTn id="17" restart="whenNotActive" fill="hold" evtFilter="cancelBubble" nodeType="interactiveSeq">
                <p:stCondLst>
                  <p:cond evt="onClick" delay="0">
                    <p:tgtEl>
                      <p:spTgt spid="41"/>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22" restart="whenNotActive" fill="hold" evtFilter="cancelBubble" nodeType="interactiveSeq">
                <p:stCondLst>
                  <p:cond evt="onClick" delay="0">
                    <p:tgtEl>
                      <p:spTgt spid="42"/>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1" nodeType="withEffect">
                                  <p:stCondLst>
                                    <p:cond delay="0"/>
                                  </p:stCondLst>
                                  <p:childTnLst>
                                    <p:set>
                                      <p:cBhvr>
                                        <p:cTn id="26" dur="1" fill="hold">
                                          <p:stCondLst>
                                            <p:cond delay="0"/>
                                          </p:stCondLst>
                                        </p:cTn>
                                        <p:tgtEl>
                                          <p:spTgt spid="38"/>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39"/>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40"/>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41"/>
                                        </p:tgtEl>
                                        <p:attrNameLst>
                                          <p:attrName>style.visibility</p:attrName>
                                        </p:attrNameLst>
                                      </p:cBhvr>
                                      <p:to>
                                        <p:strVal val="hidden"/>
                                      </p:to>
                                    </p:set>
                                  </p:childTnLst>
                                </p:cTn>
                              </p:par>
                            </p:childTnLst>
                          </p:cTn>
                        </p:par>
                      </p:childTnLst>
                    </p:cTn>
                  </p:par>
                </p:childTnLst>
              </p:cTn>
              <p:nextCondLst>
                <p:cond evt="onClick" delay="0">
                  <p:tgtEl>
                    <p:spTgt spid="42"/>
                  </p:tgtEl>
                </p:cond>
              </p:nextCondLst>
            </p:seq>
          </p:childTnLst>
        </p:cTn>
      </p:par>
    </p:tnLst>
    <p:bldLst>
      <p:bldP spid="38" grpId="0" animBg="1"/>
      <p:bldP spid="38" grpId="1" animBg="1"/>
      <p:bldP spid="39" grpId="0" animBg="1"/>
      <p:bldP spid="39" grpId="1" animBg="1"/>
      <p:bldP spid="40" grpId="0" animBg="1"/>
      <p:bldP spid="40" grpId="1" animBg="1"/>
      <p:bldP spid="41" grpId="0" animBg="1"/>
      <p:bldP spid="41" grpId="1" animBg="1"/>
    </p:bldLst>
  </p:timing>
</p:sld>
</file>

<file path=ppt/theme/theme1.xml><?xml version="1.0" encoding="utf-8"?>
<a:theme xmlns:a="http://schemas.openxmlformats.org/drawingml/2006/main" name="DFL Slides Theme">
  <a:themeElements>
    <a:clrScheme name="DFM Colours">
      <a:dk1>
        <a:srgbClr val="000000"/>
      </a:dk1>
      <a:lt1>
        <a:sysClr val="window" lastClr="FFFFFF"/>
      </a:lt1>
      <a:dk2>
        <a:srgbClr val="222A35"/>
      </a:dk2>
      <a:lt2>
        <a:srgbClr val="EEECE1"/>
      </a:lt2>
      <a:accent1>
        <a:srgbClr val="BAE947"/>
      </a:accent1>
      <a:accent2>
        <a:srgbClr val="8064A2"/>
      </a:accent2>
      <a:accent3>
        <a:srgbClr val="4BACC6"/>
      </a:accent3>
      <a:accent4>
        <a:srgbClr val="F79646"/>
      </a:accent4>
      <a:accent5>
        <a:srgbClr val="9BBB59"/>
      </a:accent5>
      <a:accent6>
        <a:srgbClr val="FB5D43"/>
      </a:accent6>
      <a:hlink>
        <a:srgbClr val="31859B"/>
      </a:hlink>
      <a:folHlink>
        <a:srgbClr val="800080"/>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FL Slides Theme" id="{4AA314C3-C88E-43C6-90EC-B0AD5DD38A2C}" vid="{950F910E-44BB-42FE-B5FA-1CA575BA00E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DFL Slides Theme</Template>
  <TotalTime>0</TotalTime>
  <Words>3081</Words>
  <Application>Microsoft Office PowerPoint</Application>
  <PresentationFormat>On-screen Show (4:3)</PresentationFormat>
  <Paragraphs>844</Paragraphs>
  <Slides>34</Slides>
  <Notes>32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Arial</vt:lpstr>
      <vt:lpstr>Bradley Hand ITC</vt:lpstr>
      <vt:lpstr>Calibri</vt:lpstr>
      <vt:lpstr>Cambria Math</vt:lpstr>
      <vt:lpstr>Dreaming Outloud Script Pro</vt:lpstr>
      <vt:lpstr>Ink Free</vt:lpstr>
      <vt:lpstr>Modern Love</vt:lpstr>
      <vt:lpstr>Segoe Script</vt:lpstr>
      <vt:lpstr>Trebuchet MS</vt:lpstr>
      <vt:lpstr>Wingdings</vt:lpstr>
      <vt:lpstr>DFL Slides Theme</vt:lpstr>
      <vt:lpstr>Negative Powers as Reciprocals</vt:lpstr>
      <vt:lpstr>Prerequisite Knowledge Check</vt:lpstr>
      <vt:lpstr>RECAP: Definition - The Reciprocal</vt:lpstr>
      <vt:lpstr>Quickfire Questions</vt:lpstr>
      <vt:lpstr>RECAP: Index Laws</vt:lpstr>
      <vt:lpstr>Pattern Spotting</vt:lpstr>
      <vt:lpstr>The Big Idea: Power of Zero</vt:lpstr>
      <vt:lpstr>The Big Idea: Power of Zero</vt:lpstr>
      <vt:lpstr>The Big Idea: Power of -1</vt:lpstr>
      <vt:lpstr>PowerPoint Presentation</vt:lpstr>
      <vt:lpstr>PowerPoint Presentation</vt:lpstr>
      <vt:lpstr>Quickfire Questions </vt:lpstr>
      <vt:lpstr>Who Is Correct? Why?</vt:lpstr>
      <vt:lpstr>The Big Idea: Negative Indices</vt:lpstr>
      <vt:lpstr>The Big Idea: Negative Indices</vt:lpstr>
      <vt:lpstr>The Big Idea: Negative Indices</vt:lpstr>
      <vt:lpstr>Method Comparison</vt:lpstr>
      <vt:lpstr>PowerPoint Presentation</vt:lpstr>
      <vt:lpstr>PowerPoint Presentation</vt:lpstr>
      <vt:lpstr>Quickfire Questions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vt:lpstr>
      <vt:lpstr>Exercise    </vt:lpstr>
      <vt:lpstr>Exercise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Darwin</dc:creator>
  <cp:lastModifiedBy>Lauren Richards</cp:lastModifiedBy>
  <cp:revision>45</cp:revision>
  <dcterms:created xsi:type="dcterms:W3CDTF">2023-07-03T18:12:00Z</dcterms:created>
  <dcterms:modified xsi:type="dcterms:W3CDTF">2025-09-08T16:07:49Z</dcterms:modified>
</cp:coreProperties>
</file>